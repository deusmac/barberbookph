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We are [group name/members], and our proposed capstone project is BarberBook PH, an online appointment and haircut preference system for local barbershops. The look you see here, cobalt blue, yellow, thick black outlines, is the actual theme we will use for the website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five problems we observed. [Share one real story from your interview here.] The third one, explaining the haircut, is the one most booking systems ignore. That is our main selling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numbers come from DataReportal and the DTI. Customers are ready for online booking, and barbershops are micro enterprises that need something affordable.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BarberBook PH. It is web-based, so it opens in any phone browser with no download. The four key features are time-slot booking, the style gallery, saved preferences, and the owner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Questions 1 and 2 are answered by the interview, observation, and survey. Question 3 becomes our feature list. Question 4 is answered by the developed system. Questions 5 and 6 come from the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built the feature list directly from the problems. If a panelist asks why a feature exists, we point to the problem it solves.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each box in one sentence. TAM (Davis, 1989): usefulness and ease of use. DeLone and McLean (2003): quality leads to use, satisfaction, and benefits. Maister (1985): uncertain waits feel longer. ISO/IEC 25010: the basis of our evaluation questionnaire.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Input is what we need: knowledge, software, and hardware. Process is Agile development in three sprints, then evaluation. Output is the system and its acceptability results. The feedback loop means user comments go back into improving the system after every sprint.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six screens. Emphasize screen 3, the saved haircut preferences, and screen 4, where taken slots are hidden automatically so double booking cannot happen.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2 has 46 references. The foreign studies show barbershops in Indonesia and Malaysia face the same problems. The local studies show online reservation systems are well accepted by Filipino users when evaluated with ISO 25010.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Existing systems handle the schedule. We also handle the haircut itself, through the gallery and saved preferences, which the literature shows matters for satisfaction and loyalty in personal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Delimitations protect the study. If asked why there is no online payment: most local barbershops still collect cash, a payment gateway adds fees and security requirements, and our focus is waiting, scheduling, and communication.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chose Agile because the owner will likely request changes after seeing the first version. The yellow dots are the three development sprints. All tools are free, which keeps the system affordable for a micro enterprise.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instrument is adapted from ISO/IEC 25010. Respondents rate each item from 1 to 4, we compute the weighted mean per criterion, and interpret it using this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would like the adviser's guidance on the final title. Option 1 is our recommendation because it already matches our research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panel and open the floor. Use the "Questions Your Panel Will Probably Ask" section of the group guide to prepare.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1.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image" Target="../media/image-6-12.png"/><Relationship Id="rId13" Type="http://schemas.openxmlformats.org/officeDocument/2006/relationships/image" Target="../media/image-6-13.png"/><Relationship Id="rId14" Type="http://schemas.openxmlformats.org/officeDocument/2006/relationships/image" Target="../media/image-6-14.png"/><Relationship Id="rId15" Type="http://schemas.openxmlformats.org/officeDocument/2006/relationships/slideLayout" Target="../slideLayouts/slideLayout1.xml"/><Relationship Id="rId1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image" Target="../media/image-12-10.png"/><Relationship Id="rId11" Type="http://schemas.openxmlformats.org/officeDocument/2006/relationships/image" Target="../media/image-12-11.png"/><Relationship Id="rId12" Type="http://schemas.openxmlformats.org/officeDocument/2006/relationships/image" Target="../media/image-12-12.png"/><Relationship Id="rId13" Type="http://schemas.openxmlformats.org/officeDocument/2006/relationships/image" Target="../media/image-12-13.png"/><Relationship Id="rId14" Type="http://schemas.openxmlformats.org/officeDocument/2006/relationships/image" Target="../media/image-12-14.png"/><Relationship Id="rId15" Type="http://schemas.openxmlformats.org/officeDocument/2006/relationships/image" Target="../media/image-12-15.png"/><Relationship Id="rId16" Type="http://schemas.openxmlformats.org/officeDocument/2006/relationships/slideLayout" Target="../slideLayouts/slideLayout1.xml"/><Relationship Id="rId1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50FF"/>
        </a:solidFill>
      </p:bgPr>
    </p:bg>
    <p:spTree>
      <p:nvGrpSpPr>
        <p:cNvPr id="1" name=""/>
        <p:cNvGrpSpPr/>
        <p:nvPr/>
      </p:nvGrpSpPr>
      <p:grpSpPr>
        <a:xfrm>
          <a:off x="0" y="0"/>
          <a:ext cx="0" cy="0"/>
          <a:chOff x="0" y="0"/>
          <a:chExt cx="0" cy="0"/>
        </a:xfrm>
      </p:grpSpPr>
      <p:pic>
        <p:nvPicPr>
          <p:cNvPr id="2" name="anim:1:zoom:0" descr="img/nb_hero.jpg">    </p:cNvPr>
          <p:cNvPicPr>
            <a:picLocks noChangeAspect="1"/>
          </p:cNvPicPr>
          <p:nvPr/>
        </p:nvPicPr>
        <p:blipFill>
          <a:blip r:embed="rId1"/>
          <a:stretch>
            <a:fillRect/>
          </a:stretch>
        </p:blipFill>
        <p:spPr>
          <a:xfrm>
            <a:off x="5897880" y="274320"/>
            <a:ext cx="6309360" cy="6309360"/>
          </a:xfrm>
          <a:prstGeom prst="rect">
            <a:avLst/>
          </a:prstGeom>
        </p:spPr>
      </p:pic>
      <p:sp>
        <p:nvSpPr>
          <p:cNvPr id="3" name="anim:2:zoom:0"/>
          <p:cNvSpPr txBox="1"/>
          <p:nvPr/>
        </p:nvSpPr>
        <p:spPr>
          <a:xfrm rot="-180000">
            <a:off x="548640" y="640080"/>
            <a:ext cx="3749040" cy="384048"/>
          </a:xfrm>
          <a:prstGeom prst="roundRect">
            <a:avLst>
              <a:gd name="adj" fmla="val 19048"/>
            </a:avLst>
          </a:prstGeom>
          <a:solidFill>
            <a:srgbClr val="FFE600"/>
          </a:solidFill>
          <a:ln w="25400">
            <a:solidFill>
              <a:srgbClr val="000000"/>
            </a:solidFill>
          </a:ln>
          <a:effectLst>
            <a:outerShdw sx="100000" sy="100000" kx="0" ky="0" algn="bl" rotWithShape="0" blurRad="101600" dist="38100" dir="2700000">
              <a:srgbClr val="000000">
                <a:alpha val="100000"/>
              </a:srgbClr>
            </a:outerShdw>
          </a:effectLst>
        </p:spPr>
        <p:txBody>
          <a:bodyPr wrap="square" lIns="0" tIns="0" rIns="0" bIns="0"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CAPSTONE PROPOSAL  ·  PRELIMINARY</a:t>
            </a:r>
            <a:endParaRPr lang="en-US" sz="1200" dirty="0"/>
          </a:p>
        </p:txBody>
      </p:sp>
      <p:sp>
        <p:nvSpPr>
          <p:cNvPr id="4" name="anim:3:float:0"/>
          <p:cNvSpPr txBox="1"/>
          <p:nvPr/>
        </p:nvSpPr>
        <p:spPr>
          <a:xfrm>
            <a:off x="548640" y="1234440"/>
            <a:ext cx="5120640" cy="1874520"/>
          </a:xfrm>
          <a:prstGeom prst="roundRect">
            <a:avLst>
              <a:gd name="adj" fmla="val 5854"/>
            </a:avLst>
          </a:prstGeom>
          <a:solidFill>
            <a:srgbClr val="FFFFFF"/>
          </a:solidFill>
          <a:ln w="38100">
            <a:solidFill>
              <a:srgbClr val="000000"/>
            </a:solidFill>
          </a:ln>
          <a:effectLst>
            <a:outerShdw sx="100000" sy="100000" kx="0" ky="0" algn="bl" rotWithShape="0" blurRad="101600" dist="101600" dir="2700000">
              <a:srgbClr val="000000">
                <a:alpha val="100000"/>
              </a:srgbClr>
            </a:outerShdw>
          </a:effectLst>
        </p:spPr>
        <p:txBody>
          <a:bodyPr wrap="square" lIns="177800" tIns="177800" rIns="177800" bIns="177800" rtlCol="0" anchor="ctr"/>
          <a:lstStyle/>
          <a:p>
            <a:pPr indent="0" marL="0">
              <a:buNone/>
            </a:pPr>
            <a:r>
              <a:rPr lang="en-US" sz="4800" b="1" dirty="0">
                <a:solidFill>
                  <a:srgbClr val="000000"/>
                </a:solidFill>
                <a:latin typeface="Arial" pitchFamily="34" charset="0"/>
                <a:ea typeface="Arial" pitchFamily="34" charset="-122"/>
                <a:cs typeface="Arial" pitchFamily="34" charset="-120"/>
              </a:rPr>
              <a:t>BARBERBOOK</a:t>
            </a:r>
            <a:endParaRPr lang="en-US" sz="4800" dirty="0"/>
          </a:p>
          <a:p>
            <a:pPr indent="0" marL="0">
              <a:buNone/>
            </a:pPr>
            <a:r>
              <a:rPr lang="en-US" sz="4800" b="1" dirty="0">
                <a:solidFill>
                  <a:srgbClr val="1E50FF"/>
                </a:solidFill>
                <a:latin typeface="Arial" pitchFamily="34" charset="0"/>
                <a:ea typeface="Arial" pitchFamily="34" charset="-122"/>
                <a:cs typeface="Arial" pitchFamily="34" charset="-120"/>
              </a:rPr>
              <a:t>PH</a:t>
            </a:r>
            <a:endParaRPr lang="en-US" sz="4800" dirty="0"/>
          </a:p>
        </p:txBody>
      </p:sp>
      <p:sp>
        <p:nvSpPr>
          <p:cNvPr id="5" name="anim:4:float:0"/>
          <p:cNvSpPr txBox="1"/>
          <p:nvPr/>
        </p:nvSpPr>
        <p:spPr>
          <a:xfrm>
            <a:off x="548640" y="3383280"/>
            <a:ext cx="5120640" cy="960120"/>
          </a:xfrm>
          <a:prstGeom prst="roundRect">
            <a:avLst>
              <a:gd name="adj" fmla="val 9524"/>
            </a:avLst>
          </a:prstGeom>
          <a:solidFill>
            <a:srgbClr val="FFE600"/>
          </a:solidFill>
          <a:ln w="31750">
            <a:solidFill>
              <a:srgbClr val="000000"/>
            </a:solidFill>
          </a:ln>
          <a:effectLst>
            <a:outerShdw sx="100000" sy="100000" kx="0" ky="0" algn="bl" rotWithShape="0" blurRad="101600" dist="63500" dir="2700000">
              <a:srgbClr val="000000">
                <a:alpha val="100000"/>
              </a:srgbClr>
            </a:outerShdw>
          </a:effectLst>
        </p:spPr>
        <p:txBody>
          <a:bodyPr wrap="square" lIns="127000" tIns="127000" rIns="127000" bIns="127000" rtlCol="0" anchor="ctr"/>
          <a:lstStyle/>
          <a:p>
            <a:pPr indent="0" marL="0">
              <a:buNone/>
            </a:pPr>
            <a:r>
              <a:rPr lang="en-US" sz="1800" b="1" dirty="0">
                <a:solidFill>
                  <a:srgbClr val="000000"/>
                </a:solidFill>
                <a:latin typeface="Arial" pitchFamily="34" charset="0"/>
                <a:ea typeface="Arial" pitchFamily="34" charset="-122"/>
                <a:cs typeface="Arial" pitchFamily="34" charset="-120"/>
              </a:rPr>
              <a:t>An Online Appointment and Haircut Preference System for Local Barbershops</a:t>
            </a:r>
            <a:endParaRPr lang="en-US" sz="1800" dirty="0"/>
          </a:p>
        </p:txBody>
      </p:sp>
      <p:sp>
        <p:nvSpPr>
          <p:cNvPr id="6" name="anim:5:fade:0"/>
          <p:cNvSpPr txBox="1"/>
          <p:nvPr/>
        </p:nvSpPr>
        <p:spPr>
          <a:xfrm>
            <a:off x="548640" y="4617720"/>
            <a:ext cx="5120640" cy="1920240"/>
          </a:xfrm>
          <a:prstGeom prst="rect">
            <a:avLst/>
          </a:prstGeom>
          <a:noFill/>
          <a:ln/>
        </p:spPr>
        <p:txBody>
          <a:bodyPr wrap="square" lIns="0" tIns="0" rIns="0" bIns="0" rtlCol="0" anchor="t"/>
          <a:lstStyle/>
          <a:p>
            <a:pPr indent="0" marL="0">
              <a:buNone/>
            </a:pPr>
            <a:r>
              <a:rPr lang="en-US" sz="1200" b="1" dirty="0">
                <a:solidFill>
                  <a:srgbClr val="FFE600"/>
                </a:solidFill>
                <a:latin typeface="Arial" pitchFamily="34" charset="0"/>
                <a:ea typeface="Arial" pitchFamily="34" charset="-122"/>
                <a:cs typeface="Arial" pitchFamily="34" charset="-120"/>
              </a:rPr>
              <a:t>PROPONENTS</a:t>
            </a:r>
            <a:endParaRPr lang="en-US" sz="1300" dirty="0"/>
          </a:p>
          <a:p>
            <a:pPr indent="0" marL="0">
              <a:buNone/>
            </a:pPr>
            <a:r>
              <a:rPr lang="en-US" sz="1300" dirty="0">
                <a:solidFill>
                  <a:srgbClr val="000000"/>
                </a:solidFill>
                <a:highlight>
                  <a:srgbClr val="FFFF00"/>
                </a:highlight>
                <a:latin typeface="Arial" pitchFamily="34" charset="0"/>
                <a:ea typeface="Arial" pitchFamily="34" charset="-122"/>
                <a:cs typeface="Arial" pitchFamily="34" charset="-120"/>
              </a:rPr>
              <a:t>[Member 1]  ·  [Member 2]  ·  [Member 3]  ·  [Member 4]</a:t>
            </a:r>
            <a:endParaRPr lang="en-US" sz="1300" dirty="0"/>
          </a:p>
          <a:p>
            <a:pPr indent="0" marL="0">
              <a:buNone/>
            </a:pPr>
            <a:r>
              <a:rPr lang="en-US" sz="600" dirty="0">
                <a:solidFill>
                  <a:srgbClr val="FFFFFF"/>
                </a:solidFill>
                <a:latin typeface="Arial" pitchFamily="34" charset="0"/>
                <a:ea typeface="Arial" pitchFamily="34" charset="-122"/>
                <a:cs typeface="Arial" pitchFamily="34" charset="-120"/>
              </a:rPr>
              <a:t> </a:t>
            </a:r>
            <a:endParaRPr lang="en-US" sz="1300" dirty="0"/>
          </a:p>
          <a:p>
            <a:pPr indent="0" marL="0">
              <a:buNone/>
            </a:pPr>
            <a:r>
              <a:rPr lang="en-US" sz="1200" b="1" dirty="0">
                <a:solidFill>
                  <a:srgbClr val="FFE600"/>
                </a:solidFill>
                <a:latin typeface="Arial" pitchFamily="34" charset="0"/>
                <a:ea typeface="Arial" pitchFamily="34" charset="-122"/>
                <a:cs typeface="Arial" pitchFamily="34" charset="-120"/>
              </a:rPr>
              <a:t>ADVISER</a:t>
            </a:r>
            <a:endParaRPr lang="en-US" sz="1300" dirty="0"/>
          </a:p>
          <a:p>
            <a:pPr indent="0" marL="0">
              <a:buNone/>
            </a:pPr>
            <a:r>
              <a:rPr lang="en-US" sz="1300" dirty="0">
                <a:solidFill>
                  <a:srgbClr val="000000"/>
                </a:solidFill>
                <a:highlight>
                  <a:srgbClr val="FFFF00"/>
                </a:highlight>
                <a:latin typeface="Arial" pitchFamily="34" charset="0"/>
                <a:ea typeface="Arial" pitchFamily="34" charset="-122"/>
                <a:cs typeface="Arial" pitchFamily="34" charset="-120"/>
              </a:rPr>
              <a:t>[Name of Adviser]</a:t>
            </a:r>
            <a:endParaRPr lang="en-US" sz="1300" dirty="0"/>
          </a:p>
          <a:p>
            <a:pPr indent="0" marL="0">
              <a:buNone/>
            </a:pPr>
            <a:r>
              <a:rPr lang="en-US" sz="600" dirty="0">
                <a:solidFill>
                  <a:srgbClr val="FFFFFF"/>
                </a:solidFill>
                <a:latin typeface="Arial" pitchFamily="34" charset="0"/>
                <a:ea typeface="Arial" pitchFamily="34" charset="-122"/>
                <a:cs typeface="Arial" pitchFamily="34" charset="-120"/>
              </a:rPr>
              <a:t> </a:t>
            </a:r>
            <a:endParaRPr lang="en-US" sz="1300" dirty="0"/>
          </a:p>
          <a:p>
            <a:pPr indent="0" marL="0">
              <a:buNone/>
            </a:pPr>
            <a:r>
              <a:rPr lang="en-US" sz="1300" dirty="0">
                <a:solidFill>
                  <a:srgbClr val="000000"/>
                </a:solidFill>
                <a:highlight>
                  <a:srgbClr val="FFFF00"/>
                </a:highlight>
                <a:latin typeface="Arial" pitchFamily="34" charset="0"/>
                <a:ea typeface="Arial" pitchFamily="34" charset="-122"/>
                <a:cs typeface="Arial" pitchFamily="34" charset="-120"/>
              </a:rPr>
              <a:t>[College / Department], [Name of School]</a:t>
            </a:r>
            <a:endParaRPr lang="en-US" sz="1300" dirty="0"/>
          </a:p>
          <a:p>
            <a:pPr indent="0" marL="0">
              <a:buNone/>
            </a:pPr>
            <a:r>
              <a:rPr lang="en-US" sz="1300" dirty="0">
                <a:solidFill>
                  <a:srgbClr val="DCE6FF"/>
                </a:solidFill>
                <a:latin typeface="Arial" pitchFamily="34" charset="0"/>
                <a:ea typeface="Arial" pitchFamily="34" charset="-122"/>
                <a:cs typeface="Arial" pitchFamily="34" charset="-120"/>
              </a:rPr>
              <a:t>October 2026</a:t>
            </a:r>
            <a:endParaRPr lang="en-US" sz="13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420" fill="hold"/>
                                        <p:tgtEl>
                                          <p:spTgt spid="2"/>
                                        </p:tgtEl>
                                        <p:attrNameLst>
                                          <p:attrName>ppt_w</p:attrName>
                                        </p:attrNameLst>
                                      </p:cBhvr>
                                      <p:tavLst>
                                        <p:tav tm="0">
                                          <p:val>
                                            <p:fltVal val="0"/>
                                          </p:val>
                                        </p:tav>
                                        <p:tav tm="100000">
                                          <p:val>
                                            <p:strVal val="#ppt_w"/>
                                          </p:val>
                                        </p:tav>
                                      </p:tavLst>
                                    </p:anim>
                                    <p:anim calcmode="lin" valueType="num">
                                      <p:cBhvr additive="base">
                                        <p:cTn id="8" dur="420" fill="hold"/>
                                        <p:tgtEl>
                                          <p:spTgt spid="2"/>
                                        </p:tgtEl>
                                        <p:attrNameLst>
                                          <p:attrName>ppt_h</p:attrName>
                                        </p:attrNameLst>
                                      </p:cBhvr>
                                      <p:tavLst>
                                        <p:tav tm="0">
                                          <p:val>
                                            <p:fltVal val="0"/>
                                          </p:val>
                                        </p:tav>
                                        <p:tav tm="100000">
                                          <p:val>
                                            <p:strVal val="#ppt_h"/>
                                          </p:val>
                                        </p:tav>
                                      </p:tavLst>
                                    </p:anim>
                                    <p:animEffect transition="in" filter="fade">
                                      <p:cBhvr>
                                        <p:cTn id="9" dur="420"/>
                                        <p:tgtEl>
                                          <p:spTgt spid="2"/>
                                        </p:tgtEl>
                                      </p:cBhvr>
                                    </p:animEffect>
                                  </p:childTnLst>
                                </p:cTn>
                              </p:par>
                              <p:par>
                                <p:cTn id="10" presetID="53" presetClass="entr" presetSubtype="16" fill="hold" nodeType="withEffect">
                                  <p:stCondLst>
                                    <p:cond delay="27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420" fill="hold"/>
                                        <p:tgtEl>
                                          <p:spTgt spid="3"/>
                                        </p:tgtEl>
                                        <p:attrNameLst>
                                          <p:attrName>ppt_w</p:attrName>
                                        </p:attrNameLst>
                                      </p:cBhvr>
                                      <p:tavLst>
                                        <p:tav tm="0">
                                          <p:val>
                                            <p:fltVal val="0"/>
                                          </p:val>
                                        </p:tav>
                                        <p:tav tm="100000">
                                          <p:val>
                                            <p:strVal val="#ppt_w"/>
                                          </p:val>
                                        </p:tav>
                                      </p:tavLst>
                                    </p:anim>
                                    <p:anim calcmode="lin" valueType="num">
                                      <p:cBhvr additive="base">
                                        <p:cTn id="13" dur="420" fill="hold"/>
                                        <p:tgtEl>
                                          <p:spTgt spid="3"/>
                                        </p:tgtEl>
                                        <p:attrNameLst>
                                          <p:attrName>ppt_h</p:attrName>
                                        </p:attrNameLst>
                                      </p:cBhvr>
                                      <p:tavLst>
                                        <p:tav tm="0">
                                          <p:val>
                                            <p:fltVal val="0"/>
                                          </p:val>
                                        </p:tav>
                                        <p:tav tm="100000">
                                          <p:val>
                                            <p:strVal val="#ppt_h"/>
                                          </p:val>
                                        </p:tav>
                                      </p:tavLst>
                                    </p:anim>
                                    <p:animEffect transition="in" filter="fade">
                                      <p:cBhvr>
                                        <p:cTn id="14" dur="420"/>
                                        <p:tgtEl>
                                          <p:spTgt spid="3"/>
                                        </p:tgtEl>
                                      </p:cBhvr>
                                    </p:animEffect>
                                  </p:childTnLst>
                                </p:cTn>
                              </p:par>
                              <p:par>
                                <p:cTn id="15" presetID="42" presetClass="entr" presetSubtype="0" fill="hold" nodeType="withEffect">
                                  <p:stCondLst>
                                    <p:cond delay="54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50"/>
                                        <p:tgtEl>
                                          <p:spTgt spid="4"/>
                                        </p:tgtEl>
                                      </p:cBhvr>
                                    </p:animEffect>
                                    <p:anim calcmode="lin" valueType="num">
                                      <p:cBhvr additive="base">
                                        <p:cTn id="18" dur="550" fill="hold"/>
                                        <p:tgtEl>
                                          <p:spTgt spid="4"/>
                                        </p:tgtEl>
                                        <p:attrNameLst>
                                          <p:attrName>ppt_x</p:attrName>
                                        </p:attrNameLst>
                                      </p:cBhvr>
                                      <p:tavLst>
                                        <p:tav tm="0">
                                          <p:val>
                                            <p:strVal val="#ppt_x"/>
                                          </p:val>
                                        </p:tav>
                                        <p:tav tm="100000">
                                          <p:val>
                                            <p:strVal val="#ppt_x"/>
                                          </p:val>
                                        </p:tav>
                                      </p:tavLst>
                                    </p:anim>
                                    <p:anim calcmode="lin" valueType="num">
                                      <p:cBhvr additive="base">
                                        <p:cTn id="19" dur="550" fill="hold"/>
                                        <p:tgtEl>
                                          <p:spTgt spid="4"/>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94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50"/>
                                        <p:tgtEl>
                                          <p:spTgt spid="5"/>
                                        </p:tgtEl>
                                      </p:cBhvr>
                                    </p:animEffect>
                                    <p:anim calcmode="lin" valueType="num">
                                      <p:cBhvr additive="base">
                                        <p:cTn id="23" dur="550" fill="hold"/>
                                        <p:tgtEl>
                                          <p:spTgt spid="5"/>
                                        </p:tgtEl>
                                        <p:attrNameLst>
                                          <p:attrName>ppt_x</p:attrName>
                                        </p:attrNameLst>
                                      </p:cBhvr>
                                      <p:tavLst>
                                        <p:tav tm="0">
                                          <p:val>
                                            <p:strVal val="#ppt_x"/>
                                          </p:val>
                                        </p:tav>
                                        <p:tav tm="100000">
                                          <p:val>
                                            <p:strVal val="#ppt_x"/>
                                          </p:val>
                                        </p:tav>
                                      </p:tavLst>
                                    </p:anim>
                                    <p:anim calcmode="lin" valueType="num">
                                      <p:cBhvr additive="base">
                                        <p:cTn id="24" dur="550" fill="hold"/>
                                        <p:tgtEl>
                                          <p:spTgt spid="5"/>
                                        </p:tgtEl>
                                        <p:attrNameLst>
                                          <p:attrName>ppt_y</p:attrName>
                                        </p:attrNameLst>
                                      </p:cBhvr>
                                      <p:tavLst>
                                        <p:tav tm="0">
                                          <p:val>
                                            <p:strVal val="#ppt_y+.1"/>
                                          </p:val>
                                        </p:tav>
                                        <p:tav tm="100000">
                                          <p:val>
                                            <p:strVal val="#ppt_y"/>
                                          </p:val>
                                        </p:tav>
                                      </p:tavLst>
                                    </p:anim>
                                  </p:childTnLst>
                                </p:cTn>
                              </p:par>
                              <p:par>
                                <p:cTn id="25" presetID="10" presetClass="entr" presetSubtype="0" fill="hold" nodeType="withEffect">
                                  <p:stCondLst>
                                    <p:cond delay="134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4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2F1F8"/>
        </a:solidFill>
      </p:bgPr>
    </p:bg>
    <p:spTree>
      <p:nvGrpSpPr>
        <p:cNvPr id="1" name=""/>
        <p:cNvGrpSpPr/>
        <p:nvPr/>
      </p:nvGrpSpPr>
      <p:grpSpPr>
        <a:xfrm>
          <a:off x="0" y="0"/>
          <a:ext cx="0" cy="0"/>
          <a:chOff x="0" y="0"/>
          <a:chExt cx="0" cy="0"/>
        </a:xfrm>
      </p:grpSpPr>
      <p:sp>
        <p:nvSpPr>
          <p:cNvPr id="2" name="anim:0:zoom:0"/>
          <p:cNvSpPr txBox="1"/>
          <p:nvPr/>
        </p:nvSpPr>
        <p:spPr>
          <a:xfrm rot="-180000">
            <a:off x="548640" y="320040"/>
            <a:ext cx="1764792" cy="384048"/>
          </a:xfrm>
          <a:prstGeom prst="roundRect">
            <a:avLst>
              <a:gd name="adj" fmla="val 19048"/>
            </a:avLst>
          </a:prstGeom>
          <a:solidFill>
            <a:srgbClr val="FFE600"/>
          </a:solidFill>
          <a:ln w="25400">
            <a:solidFill>
              <a:srgbClr val="000000"/>
            </a:solidFill>
          </a:ln>
          <a:effectLst>
            <a:outerShdw sx="100000" sy="100000" kx="0" ky="0" algn="bl" rotWithShape="0" blurRad="101600" dist="38100" dir="2700000">
              <a:srgbClr val="000000">
                <a:alpha val="100000"/>
              </a:srgbClr>
            </a:outerShdw>
          </a:effectLst>
        </p:spPr>
        <p:txBody>
          <a:bodyPr wrap="square" lIns="0" tIns="0" rIns="0" bIns="0"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THE PROBLEM</a:t>
            </a:r>
            <a:endParaRPr lang="en-US" sz="1200" dirty="0"/>
          </a:p>
        </p:txBody>
      </p:sp>
      <p:sp>
        <p:nvSpPr>
          <p:cNvPr id="3" name="Text 1"/>
          <p:cNvSpPr txBox="1"/>
          <p:nvPr/>
        </p:nvSpPr>
        <p:spPr>
          <a:xfrm>
            <a:off x="548640" y="822960"/>
            <a:ext cx="11064240" cy="685800"/>
          </a:xfrm>
          <a:prstGeom prst="rect">
            <a:avLst/>
          </a:prstGeom>
          <a:noFill/>
          <a:ln/>
        </p:spPr>
        <p:txBody>
          <a:bodyPr wrap="square" lIns="0" tIns="0" rIns="0" bIns="0" rtlCol="0" anchor="ctr"/>
          <a:lstStyle/>
          <a:p>
            <a:pPr indent="0" marL="0">
              <a:buNone/>
            </a:pPr>
            <a:r>
              <a:rPr lang="en-US" sz="3200" b="1" dirty="0">
                <a:solidFill>
                  <a:srgbClr val="000000"/>
                </a:solidFill>
                <a:latin typeface="Arial" pitchFamily="34" charset="0"/>
                <a:ea typeface="Arial" pitchFamily="34" charset="-122"/>
                <a:cs typeface="Arial" pitchFamily="34" charset="-120"/>
              </a:rPr>
              <a:t>WHAT WE SAW AT THE BARBERSHOP</a:t>
            </a:r>
            <a:endParaRPr lang="en-US" sz="3200" dirty="0"/>
          </a:p>
        </p:txBody>
      </p:sp>
      <p:sp>
        <p:nvSpPr>
          <p:cNvPr id="4" name="Text 2"/>
          <p:cNvSpPr txBox="1"/>
          <p:nvPr/>
        </p:nvSpPr>
        <p:spPr>
          <a:xfrm>
            <a:off x="548640" y="1481328"/>
            <a:ext cx="11064240" cy="365760"/>
          </a:xfrm>
          <a:prstGeom prst="rect">
            <a:avLst/>
          </a:prstGeom>
          <a:noFill/>
          <a:ln/>
        </p:spPr>
        <p:txBody>
          <a:bodyPr wrap="square" lIns="0" tIns="0" rIns="0" bIns="0" rtlCol="0" anchor="t"/>
          <a:lstStyle/>
          <a:p>
            <a:pPr indent="0" marL="0">
              <a:buNone/>
            </a:pPr>
            <a:r>
              <a:rPr lang="en-US" sz="1500" dirty="0">
                <a:solidFill>
                  <a:srgbClr val="333333"/>
                </a:solidFill>
                <a:latin typeface="Arial" pitchFamily="34" charset="0"/>
                <a:ea typeface="Arial" pitchFamily="34" charset="-122"/>
                <a:cs typeface="Arial" pitchFamily="34" charset="-120"/>
              </a:rPr>
              <a:t>Walk-ins, chat reservations, and a notebook are still the "system" in most local shops</a:t>
            </a:r>
            <a:endParaRPr lang="en-US" sz="1500" dirty="0"/>
          </a:p>
        </p:txBody>
      </p:sp>
      <p:sp>
        <p:nvSpPr>
          <p:cNvPr id="5" name="anim:1:zoom:0"/>
          <p:cNvSpPr/>
          <p:nvPr/>
        </p:nvSpPr>
        <p:spPr>
          <a:xfrm>
            <a:off x="548640" y="2011680"/>
            <a:ext cx="5577840" cy="3611880"/>
          </a:xfrm>
          <a:prstGeom prst="roundRect">
            <a:avLst>
              <a:gd name="adj" fmla="val 3038"/>
            </a:avLst>
          </a:prstGeom>
          <a:solidFill>
            <a:srgbClr val="FFFFFF"/>
          </a:solidFill>
          <a:ln w="28575">
            <a:solidFill>
              <a:srgbClr val="000000"/>
            </a:solidFill>
            <a:prstDash val="solid"/>
          </a:ln>
          <a:effectLst>
            <a:outerShdw sx="100000" sy="100000" kx="0" ky="0" algn="bl" rotWithShape="0" blurRad="101600" dist="63500" dir="2700000">
              <a:srgbClr val="000000">
                <a:alpha val="100000"/>
              </a:srgbClr>
            </a:outerShdw>
          </a:effectLst>
        </p:spPr>
      </p:sp>
      <p:pic>
        <p:nvPicPr>
          <p:cNvPr id="6" name="anim:1:zoom:0" descr="img/nb_waiting.png">    </p:cNvPr>
          <p:cNvPicPr>
            <a:picLocks noChangeAspect="1"/>
          </p:cNvPicPr>
          <p:nvPr/>
        </p:nvPicPr>
        <p:blipFill>
          <a:blip r:embed="rId1"/>
          <a:stretch>
            <a:fillRect/>
          </a:stretch>
        </p:blipFill>
        <p:spPr>
          <a:xfrm>
            <a:off x="658368" y="2121408"/>
            <a:ext cx="5358384" cy="3429366"/>
          </a:xfrm>
          <a:prstGeom prst="rect">
            <a:avLst/>
          </a:prstGeom>
        </p:spPr>
      </p:pic>
      <p:sp>
        <p:nvSpPr>
          <p:cNvPr id="7" name="anim:2:float:0"/>
          <p:cNvSpPr/>
          <p:nvPr/>
        </p:nvSpPr>
        <p:spPr>
          <a:xfrm>
            <a:off x="6492240" y="2011680"/>
            <a:ext cx="5120640" cy="621792"/>
          </a:xfrm>
          <a:prstGeom prst="roundRect">
            <a:avLst>
              <a:gd name="adj" fmla="val 14706"/>
            </a:avLst>
          </a:prstGeom>
          <a:solidFill>
            <a:srgbClr val="FFFFFF"/>
          </a:solidFill>
          <a:ln w="28575">
            <a:solidFill>
              <a:srgbClr val="000000"/>
            </a:solidFill>
            <a:prstDash val="solid"/>
          </a:ln>
          <a:effectLst>
            <a:outerShdw sx="100000" sy="100000" kx="0" ky="0" algn="bl" rotWithShape="0" blurRad="101600" dist="50800" dir="2700000">
              <a:srgbClr val="000000">
                <a:alpha val="100000"/>
              </a:srgbClr>
            </a:outerShdw>
          </a:effectLst>
        </p:spPr>
      </p:sp>
      <p:sp>
        <p:nvSpPr>
          <p:cNvPr id="8" name="anim:2:float:0"/>
          <p:cNvSpPr/>
          <p:nvPr/>
        </p:nvSpPr>
        <p:spPr>
          <a:xfrm>
            <a:off x="6583680" y="2093976"/>
            <a:ext cx="457200" cy="457200"/>
          </a:xfrm>
          <a:prstGeom prst="ellipse">
            <a:avLst/>
          </a:prstGeom>
          <a:solidFill>
            <a:srgbClr val="FFE600"/>
          </a:solidFill>
          <a:ln w="25400">
            <a:solidFill>
              <a:srgbClr val="000000"/>
            </a:solidFill>
            <a:prstDash val="solid"/>
          </a:ln>
        </p:spPr>
      </p:sp>
      <p:pic>
        <p:nvPicPr>
          <p:cNvPr id="9" name="anim:2:float:0" descr="preencoded.png">    </p:cNvPr>
          <p:cNvPicPr>
            <a:picLocks noChangeAspect="1"/>
          </p:cNvPicPr>
          <p:nvPr/>
        </p:nvPicPr>
        <p:blipFill>
          <a:blip r:embed="rId2"/>
          <a:stretch>
            <a:fillRect/>
          </a:stretch>
        </p:blipFill>
        <p:spPr>
          <a:xfrm>
            <a:off x="6702552" y="2212848"/>
            <a:ext cx="219456" cy="219456"/>
          </a:xfrm>
          <a:prstGeom prst="rect">
            <a:avLst/>
          </a:prstGeom>
        </p:spPr>
      </p:pic>
      <p:sp>
        <p:nvSpPr>
          <p:cNvPr id="10" name="anim:2:float:0"/>
          <p:cNvSpPr txBox="1"/>
          <p:nvPr/>
        </p:nvSpPr>
        <p:spPr>
          <a:xfrm>
            <a:off x="7178040" y="2075688"/>
            <a:ext cx="4343400" cy="530352"/>
          </a:xfrm>
          <a:prstGeom prst="rect">
            <a:avLst/>
          </a:prstGeom>
          <a:noFill/>
          <a:ln/>
        </p:spPr>
        <p:txBody>
          <a:bodyPr wrap="square" lIns="0" tIns="0" rIns="0" bIns="0" rtlCol="0" anchor="t"/>
          <a:lstStyle/>
          <a:p>
            <a:pPr indent="0" marL="0">
              <a:buNone/>
            </a:pPr>
            <a:r>
              <a:rPr lang="en-US" sz="1250" b="1" dirty="0">
                <a:solidFill>
                  <a:srgbClr val="000000"/>
                </a:solidFill>
                <a:latin typeface="Arial" pitchFamily="34" charset="0"/>
                <a:ea typeface="Arial" pitchFamily="34" charset="-122"/>
                <a:cs typeface="Arial" pitchFamily="34" charset="-120"/>
              </a:rPr>
              <a:t>LONG, UNCERTAIN WAITING</a:t>
            </a:r>
            <a:endParaRPr lang="en-US" sz="1250" dirty="0"/>
          </a:p>
          <a:p>
            <a:pPr indent="0" marL="0">
              <a:buNone/>
            </a:pPr>
            <a:r>
              <a:rPr lang="en-US" sz="1100" dirty="0">
                <a:solidFill>
                  <a:srgbClr val="333333"/>
                </a:solidFill>
                <a:latin typeface="Arial" pitchFamily="34" charset="0"/>
                <a:ea typeface="Arial" pitchFamily="34" charset="-122"/>
                <a:cs typeface="Arial" pitchFamily="34" charset="-120"/>
              </a:rPr>
              <a:t>1 to 2 hours on weekends, paydays, and before fiestas.</a:t>
            </a:r>
            <a:endParaRPr lang="en-US" sz="1250" dirty="0"/>
          </a:p>
        </p:txBody>
      </p:sp>
      <p:sp>
        <p:nvSpPr>
          <p:cNvPr id="11" name="anim:2:float:1"/>
          <p:cNvSpPr/>
          <p:nvPr/>
        </p:nvSpPr>
        <p:spPr>
          <a:xfrm>
            <a:off x="6492240" y="2770632"/>
            <a:ext cx="5120640" cy="621792"/>
          </a:xfrm>
          <a:prstGeom prst="roundRect">
            <a:avLst>
              <a:gd name="adj" fmla="val 14706"/>
            </a:avLst>
          </a:prstGeom>
          <a:solidFill>
            <a:srgbClr val="FFFFFF"/>
          </a:solidFill>
          <a:ln w="28575">
            <a:solidFill>
              <a:srgbClr val="000000"/>
            </a:solidFill>
            <a:prstDash val="solid"/>
          </a:ln>
          <a:effectLst>
            <a:outerShdw sx="100000" sy="100000" kx="0" ky="0" algn="bl" rotWithShape="0" blurRad="101600" dist="50800" dir="2700000">
              <a:srgbClr val="000000">
                <a:alpha val="100000"/>
              </a:srgbClr>
            </a:outerShdw>
          </a:effectLst>
        </p:spPr>
      </p:sp>
      <p:sp>
        <p:nvSpPr>
          <p:cNvPr id="12" name="anim:2:float:1"/>
          <p:cNvSpPr/>
          <p:nvPr/>
        </p:nvSpPr>
        <p:spPr>
          <a:xfrm>
            <a:off x="6583680" y="2852928"/>
            <a:ext cx="457200" cy="457200"/>
          </a:xfrm>
          <a:prstGeom prst="ellipse">
            <a:avLst/>
          </a:prstGeom>
          <a:solidFill>
            <a:srgbClr val="FFE600"/>
          </a:solidFill>
          <a:ln w="25400">
            <a:solidFill>
              <a:srgbClr val="000000"/>
            </a:solidFill>
            <a:prstDash val="solid"/>
          </a:ln>
        </p:spPr>
      </p:sp>
      <p:pic>
        <p:nvPicPr>
          <p:cNvPr id="13" name="anim:2:float:1" descr="preencoded.png">    </p:cNvPr>
          <p:cNvPicPr>
            <a:picLocks noChangeAspect="1"/>
          </p:cNvPicPr>
          <p:nvPr/>
        </p:nvPicPr>
        <p:blipFill>
          <a:blip r:embed="rId3"/>
          <a:stretch>
            <a:fillRect/>
          </a:stretch>
        </p:blipFill>
        <p:spPr>
          <a:xfrm>
            <a:off x="6702552" y="2971800"/>
            <a:ext cx="219456" cy="219456"/>
          </a:xfrm>
          <a:prstGeom prst="rect">
            <a:avLst/>
          </a:prstGeom>
        </p:spPr>
      </p:pic>
      <p:sp>
        <p:nvSpPr>
          <p:cNvPr id="14" name="anim:2:float:1"/>
          <p:cNvSpPr txBox="1"/>
          <p:nvPr/>
        </p:nvSpPr>
        <p:spPr>
          <a:xfrm>
            <a:off x="7178040" y="2834640"/>
            <a:ext cx="4343400" cy="530352"/>
          </a:xfrm>
          <a:prstGeom prst="rect">
            <a:avLst/>
          </a:prstGeom>
          <a:noFill/>
          <a:ln/>
        </p:spPr>
        <p:txBody>
          <a:bodyPr wrap="square" lIns="0" tIns="0" rIns="0" bIns="0" rtlCol="0" anchor="t"/>
          <a:lstStyle/>
          <a:p>
            <a:pPr indent="0" marL="0">
              <a:buNone/>
            </a:pPr>
            <a:r>
              <a:rPr lang="en-US" sz="1250" b="1" dirty="0">
                <a:solidFill>
                  <a:srgbClr val="000000"/>
                </a:solidFill>
                <a:latin typeface="Arial" pitchFamily="34" charset="0"/>
                <a:ea typeface="Arial" pitchFamily="34" charset="-122"/>
                <a:cs typeface="Arial" pitchFamily="34" charset="-120"/>
              </a:rPr>
              <a:t>OVERLAPPING RESERVATIONS</a:t>
            </a:r>
            <a:endParaRPr lang="en-US" sz="1250" dirty="0"/>
          </a:p>
          <a:p>
            <a:pPr indent="0" marL="0">
              <a:buNone/>
            </a:pPr>
            <a:r>
              <a:rPr lang="en-US" sz="1100" dirty="0">
                <a:solidFill>
                  <a:srgbClr val="333333"/>
                </a:solidFill>
                <a:latin typeface="Arial" pitchFamily="34" charset="0"/>
                <a:ea typeface="Arial" pitchFamily="34" charset="-122"/>
                <a:cs typeface="Arial" pitchFamily="34" charset="-120"/>
              </a:rPr>
              <a:t>Messenger and text bookings get buried and clash.</a:t>
            </a:r>
            <a:endParaRPr lang="en-US" sz="1250" dirty="0"/>
          </a:p>
        </p:txBody>
      </p:sp>
      <p:sp>
        <p:nvSpPr>
          <p:cNvPr id="15" name="anim:2:float:2"/>
          <p:cNvSpPr/>
          <p:nvPr/>
        </p:nvSpPr>
        <p:spPr>
          <a:xfrm>
            <a:off x="6492240" y="3529584"/>
            <a:ext cx="5120640" cy="621792"/>
          </a:xfrm>
          <a:prstGeom prst="roundRect">
            <a:avLst>
              <a:gd name="adj" fmla="val 14706"/>
            </a:avLst>
          </a:prstGeom>
          <a:solidFill>
            <a:srgbClr val="FFFFFF"/>
          </a:solidFill>
          <a:ln w="28575">
            <a:solidFill>
              <a:srgbClr val="000000"/>
            </a:solidFill>
            <a:prstDash val="solid"/>
          </a:ln>
          <a:effectLst>
            <a:outerShdw sx="100000" sy="100000" kx="0" ky="0" algn="bl" rotWithShape="0" blurRad="101600" dist="50800" dir="2700000">
              <a:srgbClr val="000000">
                <a:alpha val="100000"/>
              </a:srgbClr>
            </a:outerShdw>
          </a:effectLst>
        </p:spPr>
      </p:sp>
      <p:sp>
        <p:nvSpPr>
          <p:cNvPr id="16" name="anim:2:float:2"/>
          <p:cNvSpPr/>
          <p:nvPr/>
        </p:nvSpPr>
        <p:spPr>
          <a:xfrm>
            <a:off x="6583680" y="3611880"/>
            <a:ext cx="457200" cy="457200"/>
          </a:xfrm>
          <a:prstGeom prst="ellipse">
            <a:avLst/>
          </a:prstGeom>
          <a:solidFill>
            <a:srgbClr val="FFE600"/>
          </a:solidFill>
          <a:ln w="25400">
            <a:solidFill>
              <a:srgbClr val="000000"/>
            </a:solidFill>
            <a:prstDash val="solid"/>
          </a:ln>
        </p:spPr>
      </p:sp>
      <p:pic>
        <p:nvPicPr>
          <p:cNvPr id="17" name="anim:2:float:2" descr="preencoded.png">    </p:cNvPr>
          <p:cNvPicPr>
            <a:picLocks noChangeAspect="1"/>
          </p:cNvPicPr>
          <p:nvPr/>
        </p:nvPicPr>
        <p:blipFill>
          <a:blip r:embed="rId4"/>
          <a:stretch>
            <a:fillRect/>
          </a:stretch>
        </p:blipFill>
        <p:spPr>
          <a:xfrm>
            <a:off x="6702552" y="3730752"/>
            <a:ext cx="219456" cy="219456"/>
          </a:xfrm>
          <a:prstGeom prst="rect">
            <a:avLst/>
          </a:prstGeom>
        </p:spPr>
      </p:pic>
      <p:sp>
        <p:nvSpPr>
          <p:cNvPr id="18" name="anim:2:float:2"/>
          <p:cNvSpPr txBox="1"/>
          <p:nvPr/>
        </p:nvSpPr>
        <p:spPr>
          <a:xfrm>
            <a:off x="7178040" y="3593592"/>
            <a:ext cx="4343400" cy="530352"/>
          </a:xfrm>
          <a:prstGeom prst="rect">
            <a:avLst/>
          </a:prstGeom>
          <a:noFill/>
          <a:ln/>
        </p:spPr>
        <p:txBody>
          <a:bodyPr wrap="square" lIns="0" tIns="0" rIns="0" bIns="0" rtlCol="0" anchor="t"/>
          <a:lstStyle/>
          <a:p>
            <a:pPr indent="0" marL="0">
              <a:buNone/>
            </a:pPr>
            <a:r>
              <a:rPr lang="en-US" sz="1250" b="1" dirty="0">
                <a:solidFill>
                  <a:srgbClr val="000000"/>
                </a:solidFill>
                <a:latin typeface="Arial" pitchFamily="34" charset="0"/>
                <a:ea typeface="Arial" pitchFamily="34" charset="-122"/>
                <a:cs typeface="Arial" pitchFamily="34" charset="-120"/>
              </a:rPr>
              <a:t>HARD TO EXPLAIN THE HAIRCUT</a:t>
            </a:r>
            <a:endParaRPr lang="en-US" sz="1250" dirty="0"/>
          </a:p>
          <a:p>
            <a:pPr indent="0" marL="0">
              <a:buNone/>
            </a:pPr>
            <a:r>
              <a:rPr lang="en-US" sz="1100" dirty="0">
                <a:solidFill>
                  <a:srgbClr val="333333"/>
                </a:solidFill>
                <a:latin typeface="Arial" pitchFamily="34" charset="0"/>
                <a:ea typeface="Arial" pitchFamily="34" charset="-122"/>
                <a:cs typeface="Arial" pitchFamily="34" charset="-120"/>
              </a:rPr>
              <a:t>"Semi-kalbo," "yung dati lang po." Nothing is written down.</a:t>
            </a:r>
            <a:endParaRPr lang="en-US" sz="1250" dirty="0"/>
          </a:p>
        </p:txBody>
      </p:sp>
      <p:sp>
        <p:nvSpPr>
          <p:cNvPr id="19" name="anim:2:float:3"/>
          <p:cNvSpPr/>
          <p:nvPr/>
        </p:nvSpPr>
        <p:spPr>
          <a:xfrm>
            <a:off x="6492240" y="4288536"/>
            <a:ext cx="5120640" cy="621792"/>
          </a:xfrm>
          <a:prstGeom prst="roundRect">
            <a:avLst>
              <a:gd name="adj" fmla="val 14706"/>
            </a:avLst>
          </a:prstGeom>
          <a:solidFill>
            <a:srgbClr val="FFFFFF"/>
          </a:solidFill>
          <a:ln w="28575">
            <a:solidFill>
              <a:srgbClr val="000000"/>
            </a:solidFill>
            <a:prstDash val="solid"/>
          </a:ln>
          <a:effectLst>
            <a:outerShdw sx="100000" sy="100000" kx="0" ky="0" algn="bl" rotWithShape="0" blurRad="101600" dist="50800" dir="2700000">
              <a:srgbClr val="000000">
                <a:alpha val="100000"/>
              </a:srgbClr>
            </a:outerShdw>
          </a:effectLst>
        </p:spPr>
      </p:sp>
      <p:sp>
        <p:nvSpPr>
          <p:cNvPr id="20" name="anim:2:float:3"/>
          <p:cNvSpPr/>
          <p:nvPr/>
        </p:nvSpPr>
        <p:spPr>
          <a:xfrm>
            <a:off x="6583680" y="4370832"/>
            <a:ext cx="457200" cy="457200"/>
          </a:xfrm>
          <a:prstGeom prst="ellipse">
            <a:avLst/>
          </a:prstGeom>
          <a:solidFill>
            <a:srgbClr val="FFE600"/>
          </a:solidFill>
          <a:ln w="25400">
            <a:solidFill>
              <a:srgbClr val="000000"/>
            </a:solidFill>
            <a:prstDash val="solid"/>
          </a:ln>
        </p:spPr>
      </p:sp>
      <p:pic>
        <p:nvPicPr>
          <p:cNvPr id="21" name="anim:2:float:3" descr="preencoded.png">    </p:cNvPr>
          <p:cNvPicPr>
            <a:picLocks noChangeAspect="1"/>
          </p:cNvPicPr>
          <p:nvPr/>
        </p:nvPicPr>
        <p:blipFill>
          <a:blip r:embed="rId5"/>
          <a:stretch>
            <a:fillRect/>
          </a:stretch>
        </p:blipFill>
        <p:spPr>
          <a:xfrm>
            <a:off x="6702552" y="4489704"/>
            <a:ext cx="219456" cy="219456"/>
          </a:xfrm>
          <a:prstGeom prst="rect">
            <a:avLst/>
          </a:prstGeom>
        </p:spPr>
      </p:pic>
      <p:sp>
        <p:nvSpPr>
          <p:cNvPr id="22" name="anim:2:float:3"/>
          <p:cNvSpPr txBox="1"/>
          <p:nvPr/>
        </p:nvSpPr>
        <p:spPr>
          <a:xfrm>
            <a:off x="7178040" y="4352544"/>
            <a:ext cx="4343400" cy="530352"/>
          </a:xfrm>
          <a:prstGeom prst="rect">
            <a:avLst/>
          </a:prstGeom>
          <a:noFill/>
          <a:ln/>
        </p:spPr>
        <p:txBody>
          <a:bodyPr wrap="square" lIns="0" tIns="0" rIns="0" bIns="0" rtlCol="0" anchor="t"/>
          <a:lstStyle/>
          <a:p>
            <a:pPr indent="0" marL="0">
              <a:buNone/>
            </a:pPr>
            <a:r>
              <a:rPr lang="en-US" sz="1250" b="1" dirty="0">
                <a:solidFill>
                  <a:srgbClr val="000000"/>
                </a:solidFill>
                <a:latin typeface="Arial" pitchFamily="34" charset="0"/>
                <a:ea typeface="Arial" pitchFamily="34" charset="-122"/>
                <a:cs typeface="Arial" pitchFamily="34" charset="-120"/>
              </a:rPr>
              <a:t>FORGOTTEN APPOINTMENTS</a:t>
            </a:r>
            <a:endParaRPr lang="en-US" sz="1250" dirty="0"/>
          </a:p>
          <a:p>
            <a:pPr indent="0" marL="0">
              <a:buNone/>
            </a:pPr>
            <a:r>
              <a:rPr lang="en-US" sz="1100" dirty="0">
                <a:solidFill>
                  <a:srgbClr val="333333"/>
                </a:solidFill>
                <a:latin typeface="Arial" pitchFamily="34" charset="0"/>
                <a:ea typeface="Arial" pitchFamily="34" charset="-122"/>
                <a:cs typeface="Arial" pitchFamily="34" charset="-120"/>
              </a:rPr>
              <a:t>No confirmation or reminder, so slots go to waste.</a:t>
            </a:r>
            <a:endParaRPr lang="en-US" sz="1250" dirty="0"/>
          </a:p>
        </p:txBody>
      </p:sp>
      <p:sp>
        <p:nvSpPr>
          <p:cNvPr id="23" name="anim:2:float:4"/>
          <p:cNvSpPr/>
          <p:nvPr/>
        </p:nvSpPr>
        <p:spPr>
          <a:xfrm>
            <a:off x="6492240" y="5047488"/>
            <a:ext cx="5120640" cy="621792"/>
          </a:xfrm>
          <a:prstGeom prst="roundRect">
            <a:avLst>
              <a:gd name="adj" fmla="val 14706"/>
            </a:avLst>
          </a:prstGeom>
          <a:solidFill>
            <a:srgbClr val="FFFFFF"/>
          </a:solidFill>
          <a:ln w="28575">
            <a:solidFill>
              <a:srgbClr val="000000"/>
            </a:solidFill>
            <a:prstDash val="solid"/>
          </a:ln>
          <a:effectLst>
            <a:outerShdw sx="100000" sy="100000" kx="0" ky="0" algn="bl" rotWithShape="0" blurRad="101600" dist="50800" dir="2700000">
              <a:srgbClr val="000000">
                <a:alpha val="100000"/>
              </a:srgbClr>
            </a:outerShdw>
          </a:effectLst>
        </p:spPr>
      </p:sp>
      <p:sp>
        <p:nvSpPr>
          <p:cNvPr id="24" name="anim:2:float:4"/>
          <p:cNvSpPr/>
          <p:nvPr/>
        </p:nvSpPr>
        <p:spPr>
          <a:xfrm>
            <a:off x="6583680" y="5129784"/>
            <a:ext cx="457200" cy="457200"/>
          </a:xfrm>
          <a:prstGeom prst="ellipse">
            <a:avLst/>
          </a:prstGeom>
          <a:solidFill>
            <a:srgbClr val="FFE600"/>
          </a:solidFill>
          <a:ln w="25400">
            <a:solidFill>
              <a:srgbClr val="000000"/>
            </a:solidFill>
            <a:prstDash val="solid"/>
          </a:ln>
        </p:spPr>
      </p:sp>
      <p:pic>
        <p:nvPicPr>
          <p:cNvPr id="25" name="anim:2:float:4" descr="preencoded.png">    </p:cNvPr>
          <p:cNvPicPr>
            <a:picLocks noChangeAspect="1"/>
          </p:cNvPicPr>
          <p:nvPr/>
        </p:nvPicPr>
        <p:blipFill>
          <a:blip r:embed="rId6"/>
          <a:stretch>
            <a:fillRect/>
          </a:stretch>
        </p:blipFill>
        <p:spPr>
          <a:xfrm>
            <a:off x="6702552" y="5248656"/>
            <a:ext cx="219456" cy="219456"/>
          </a:xfrm>
          <a:prstGeom prst="rect">
            <a:avLst/>
          </a:prstGeom>
        </p:spPr>
      </p:pic>
      <p:sp>
        <p:nvSpPr>
          <p:cNvPr id="26" name="anim:2:float:4"/>
          <p:cNvSpPr txBox="1"/>
          <p:nvPr/>
        </p:nvSpPr>
        <p:spPr>
          <a:xfrm>
            <a:off x="7178040" y="5111496"/>
            <a:ext cx="4343400" cy="530352"/>
          </a:xfrm>
          <a:prstGeom prst="rect">
            <a:avLst/>
          </a:prstGeom>
          <a:noFill/>
          <a:ln/>
        </p:spPr>
        <p:txBody>
          <a:bodyPr wrap="square" lIns="0" tIns="0" rIns="0" bIns="0" rtlCol="0" anchor="t"/>
          <a:lstStyle/>
          <a:p>
            <a:pPr indent="0" marL="0">
              <a:buNone/>
            </a:pPr>
            <a:r>
              <a:rPr lang="en-US" sz="1250" b="1" dirty="0">
                <a:solidFill>
                  <a:srgbClr val="000000"/>
                </a:solidFill>
                <a:latin typeface="Arial" pitchFamily="34" charset="0"/>
                <a:ea typeface="Arial" pitchFamily="34" charset="-122"/>
                <a:cs typeface="Arial" pitchFamily="34" charset="-120"/>
              </a:rPr>
              <a:t>NO ORGANIZED CUSTOMER RECORDS</a:t>
            </a:r>
            <a:endParaRPr lang="en-US" sz="1250" dirty="0"/>
          </a:p>
          <a:p>
            <a:pPr indent="0" marL="0">
              <a:buNone/>
            </a:pPr>
            <a:r>
              <a:rPr lang="en-US" sz="1100" dirty="0">
                <a:solidFill>
                  <a:srgbClr val="333333"/>
                </a:solidFill>
                <a:latin typeface="Arial" pitchFamily="34" charset="0"/>
                <a:ea typeface="Arial" pitchFamily="34" charset="-122"/>
                <a:cs typeface="Arial" pitchFamily="34" charset="-120"/>
              </a:rPr>
              <a:t>No easy view of regulars or the most requested barber.</a:t>
            </a:r>
            <a:endParaRPr lang="en-US" sz="1250" dirty="0"/>
          </a:p>
        </p:txBody>
      </p:sp>
      <p:sp>
        <p:nvSpPr>
          <p:cNvPr id="27" name="Text 19"/>
          <p:cNvSpPr txBox="1"/>
          <p:nvPr/>
        </p:nvSpPr>
        <p:spPr>
          <a:xfrm>
            <a:off x="548640" y="6400800"/>
            <a:ext cx="11064240" cy="274320"/>
          </a:xfrm>
          <a:prstGeom prst="rect">
            <a:avLst/>
          </a:prstGeom>
          <a:noFill/>
          <a:ln/>
        </p:spPr>
        <p:txBody>
          <a:bodyPr wrap="square" lIns="0" tIns="0" rIns="0" bIns="0" rtlCol="0" anchor="t"/>
          <a:lstStyle/>
          <a:p>
            <a:pPr indent="0" marL="0">
              <a:buNone/>
            </a:pPr>
            <a:r>
              <a:rPr lang="en-US" sz="950" i="1" dirty="0">
                <a:solidFill>
                  <a:srgbClr val="333333"/>
                </a:solidFill>
                <a:latin typeface="Arial" pitchFamily="34" charset="0"/>
                <a:ea typeface="Arial" pitchFamily="34" charset="-122"/>
                <a:cs typeface="Arial" pitchFamily="34" charset="-120"/>
              </a:rPr>
              <a:t>Based on the proponents' initial observation. Replace the waiting-time figure with your actual interview data from the partner barbershop.</a:t>
            </a:r>
            <a:endParaRPr lang="en-US" sz="950" dirty="0"/>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420" fill="hold"/>
                                        <p:tgtEl>
                                          <p:spTgt spid="2"/>
                                        </p:tgtEl>
                                        <p:attrNameLst>
                                          <p:attrName>ppt_w</p:attrName>
                                        </p:attrNameLst>
                                      </p:cBhvr>
                                      <p:tavLst>
                                        <p:tav tm="0">
                                          <p:val>
                                            <p:fltVal val="0"/>
                                          </p:val>
                                        </p:tav>
                                        <p:tav tm="100000">
                                          <p:val>
                                            <p:strVal val="#ppt_w"/>
                                          </p:val>
                                        </p:tav>
                                      </p:tavLst>
                                    </p:anim>
                                    <p:anim calcmode="lin" valueType="num">
                                      <p:cBhvr additive="base">
                                        <p:cTn id="8" dur="420" fill="hold"/>
                                        <p:tgtEl>
                                          <p:spTgt spid="2"/>
                                        </p:tgtEl>
                                        <p:attrNameLst>
                                          <p:attrName>ppt_h</p:attrName>
                                        </p:attrNameLst>
                                      </p:cBhvr>
                                      <p:tavLst>
                                        <p:tav tm="0">
                                          <p:val>
                                            <p:fltVal val="0"/>
                                          </p:val>
                                        </p:tav>
                                        <p:tav tm="100000">
                                          <p:val>
                                            <p:strVal val="#ppt_h"/>
                                          </p:val>
                                        </p:tav>
                                      </p:tavLst>
                                    </p:anim>
                                    <p:animEffect transition="in" filter="fade">
                                      <p:cBhvr>
                                        <p:cTn id="9" dur="420"/>
                                        <p:tgtEl>
                                          <p:spTgt spid="2"/>
                                        </p:tgtEl>
                                      </p:cBhvr>
                                    </p:animEffect>
                                  </p:childTnLst>
                                </p:cTn>
                              </p:par>
                              <p:par>
                                <p:cTn id="10" presetID="53" presetClass="entr" presetSubtype="16" fill="hold" nodeType="withEffect">
                                  <p:stCondLst>
                                    <p:cond delay="27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420" fill="hold"/>
                                        <p:tgtEl>
                                          <p:spTgt spid="5"/>
                                        </p:tgtEl>
                                        <p:attrNameLst>
                                          <p:attrName>ppt_w</p:attrName>
                                        </p:attrNameLst>
                                      </p:cBhvr>
                                      <p:tavLst>
                                        <p:tav tm="0">
                                          <p:val>
                                            <p:fltVal val="0"/>
                                          </p:val>
                                        </p:tav>
                                        <p:tav tm="100000">
                                          <p:val>
                                            <p:strVal val="#ppt_w"/>
                                          </p:val>
                                        </p:tav>
                                      </p:tavLst>
                                    </p:anim>
                                    <p:anim calcmode="lin" valueType="num">
                                      <p:cBhvr additive="base">
                                        <p:cTn id="13" dur="420" fill="hold"/>
                                        <p:tgtEl>
                                          <p:spTgt spid="5"/>
                                        </p:tgtEl>
                                        <p:attrNameLst>
                                          <p:attrName>ppt_h</p:attrName>
                                        </p:attrNameLst>
                                      </p:cBhvr>
                                      <p:tavLst>
                                        <p:tav tm="0">
                                          <p:val>
                                            <p:fltVal val="0"/>
                                          </p:val>
                                        </p:tav>
                                        <p:tav tm="100000">
                                          <p:val>
                                            <p:strVal val="#ppt_h"/>
                                          </p:val>
                                        </p:tav>
                                      </p:tavLst>
                                    </p:anim>
                                    <p:animEffect transition="in" filter="fade">
                                      <p:cBhvr>
                                        <p:cTn id="14" dur="420"/>
                                        <p:tgtEl>
                                          <p:spTgt spid="5"/>
                                        </p:tgtEl>
                                      </p:cBhvr>
                                    </p:animEffect>
                                  </p:childTnLst>
                                </p:cTn>
                              </p:par>
                              <p:par>
                                <p:cTn id="15" presetID="53" presetClass="entr" presetSubtype="16" fill="hold" nodeType="withEffect">
                                  <p:stCondLst>
                                    <p:cond delay="27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420" fill="hold"/>
                                        <p:tgtEl>
                                          <p:spTgt spid="6"/>
                                        </p:tgtEl>
                                        <p:attrNameLst>
                                          <p:attrName>ppt_w</p:attrName>
                                        </p:attrNameLst>
                                      </p:cBhvr>
                                      <p:tavLst>
                                        <p:tav tm="0">
                                          <p:val>
                                            <p:fltVal val="0"/>
                                          </p:val>
                                        </p:tav>
                                        <p:tav tm="100000">
                                          <p:val>
                                            <p:strVal val="#ppt_w"/>
                                          </p:val>
                                        </p:tav>
                                      </p:tavLst>
                                    </p:anim>
                                    <p:anim calcmode="lin" valueType="num">
                                      <p:cBhvr additive="base">
                                        <p:cTn id="18" dur="420" fill="hold"/>
                                        <p:tgtEl>
                                          <p:spTgt spid="6"/>
                                        </p:tgtEl>
                                        <p:attrNameLst>
                                          <p:attrName>ppt_h</p:attrName>
                                        </p:attrNameLst>
                                      </p:cBhvr>
                                      <p:tavLst>
                                        <p:tav tm="0">
                                          <p:val>
                                            <p:fltVal val="0"/>
                                          </p:val>
                                        </p:tav>
                                        <p:tav tm="100000">
                                          <p:val>
                                            <p:strVal val="#ppt_h"/>
                                          </p:val>
                                        </p:tav>
                                      </p:tavLst>
                                    </p:anim>
                                    <p:animEffect transition="in" filter="fade">
                                      <p:cBhvr>
                                        <p:cTn id="19" dur="420"/>
                                        <p:tgtEl>
                                          <p:spTgt spid="6"/>
                                        </p:tgtEl>
                                      </p:cBhvr>
                                    </p:animEffect>
                                  </p:childTnLst>
                                </p:cTn>
                              </p:par>
                              <p:par>
                                <p:cTn id="20" presetID="42" presetClass="entr" presetSubtype="0" fill="hold" nodeType="withEffect">
                                  <p:stCondLst>
                                    <p:cond delay="54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50"/>
                                        <p:tgtEl>
                                          <p:spTgt spid="7"/>
                                        </p:tgtEl>
                                      </p:cBhvr>
                                    </p:animEffect>
                                    <p:anim calcmode="lin" valueType="num">
                                      <p:cBhvr additive="base">
                                        <p:cTn id="23" dur="550" fill="hold"/>
                                        <p:tgtEl>
                                          <p:spTgt spid="7"/>
                                        </p:tgtEl>
                                        <p:attrNameLst>
                                          <p:attrName>ppt_x</p:attrName>
                                        </p:attrNameLst>
                                      </p:cBhvr>
                                      <p:tavLst>
                                        <p:tav tm="0">
                                          <p:val>
                                            <p:strVal val="#ppt_x"/>
                                          </p:val>
                                        </p:tav>
                                        <p:tav tm="100000">
                                          <p:val>
                                            <p:strVal val="#ppt_x"/>
                                          </p:val>
                                        </p:tav>
                                      </p:tavLst>
                                    </p:anim>
                                    <p:anim calcmode="lin" valueType="num">
                                      <p:cBhvr additive="base">
                                        <p:cTn id="24" dur="550" fill="hold"/>
                                        <p:tgtEl>
                                          <p:spTgt spid="7"/>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54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50"/>
                                        <p:tgtEl>
                                          <p:spTgt spid="8"/>
                                        </p:tgtEl>
                                      </p:cBhvr>
                                    </p:animEffect>
                                    <p:anim calcmode="lin" valueType="num">
                                      <p:cBhvr additive="base">
                                        <p:cTn id="28" dur="550" fill="hold"/>
                                        <p:tgtEl>
                                          <p:spTgt spid="8"/>
                                        </p:tgtEl>
                                        <p:attrNameLst>
                                          <p:attrName>ppt_x</p:attrName>
                                        </p:attrNameLst>
                                      </p:cBhvr>
                                      <p:tavLst>
                                        <p:tav tm="0">
                                          <p:val>
                                            <p:strVal val="#ppt_x"/>
                                          </p:val>
                                        </p:tav>
                                        <p:tav tm="100000">
                                          <p:val>
                                            <p:strVal val="#ppt_x"/>
                                          </p:val>
                                        </p:tav>
                                      </p:tavLst>
                                    </p:anim>
                                    <p:anim calcmode="lin" valueType="num">
                                      <p:cBhvr additive="base">
                                        <p:cTn id="29" dur="550" fill="hold"/>
                                        <p:tgtEl>
                                          <p:spTgt spid="8"/>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54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50"/>
                                        <p:tgtEl>
                                          <p:spTgt spid="9"/>
                                        </p:tgtEl>
                                      </p:cBhvr>
                                    </p:animEffect>
                                    <p:anim calcmode="lin" valueType="num">
                                      <p:cBhvr additive="base">
                                        <p:cTn id="33" dur="550" fill="hold"/>
                                        <p:tgtEl>
                                          <p:spTgt spid="9"/>
                                        </p:tgtEl>
                                        <p:attrNameLst>
                                          <p:attrName>ppt_x</p:attrName>
                                        </p:attrNameLst>
                                      </p:cBhvr>
                                      <p:tavLst>
                                        <p:tav tm="0">
                                          <p:val>
                                            <p:strVal val="#ppt_x"/>
                                          </p:val>
                                        </p:tav>
                                        <p:tav tm="100000">
                                          <p:val>
                                            <p:strVal val="#ppt_x"/>
                                          </p:val>
                                        </p:tav>
                                      </p:tavLst>
                                    </p:anim>
                                    <p:anim calcmode="lin" valueType="num">
                                      <p:cBhvr additive="base">
                                        <p:cTn id="34" dur="550" fill="hold"/>
                                        <p:tgtEl>
                                          <p:spTgt spid="9"/>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54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550"/>
                                        <p:tgtEl>
                                          <p:spTgt spid="10"/>
                                        </p:tgtEl>
                                      </p:cBhvr>
                                    </p:animEffect>
                                    <p:anim calcmode="lin" valueType="num">
                                      <p:cBhvr additive="base">
                                        <p:cTn id="38" dur="550" fill="hold"/>
                                        <p:tgtEl>
                                          <p:spTgt spid="10"/>
                                        </p:tgtEl>
                                        <p:attrNameLst>
                                          <p:attrName>ppt_x</p:attrName>
                                        </p:attrNameLst>
                                      </p:cBhvr>
                                      <p:tavLst>
                                        <p:tav tm="0">
                                          <p:val>
                                            <p:strVal val="#ppt_x"/>
                                          </p:val>
                                        </p:tav>
                                        <p:tav tm="100000">
                                          <p:val>
                                            <p:strVal val="#ppt_x"/>
                                          </p:val>
                                        </p:tav>
                                      </p:tavLst>
                                    </p:anim>
                                    <p:anim calcmode="lin" valueType="num">
                                      <p:cBhvr additive="base">
                                        <p:cTn id="39" dur="550" fill="hold"/>
                                        <p:tgtEl>
                                          <p:spTgt spid="10"/>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66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50"/>
                                        <p:tgtEl>
                                          <p:spTgt spid="11"/>
                                        </p:tgtEl>
                                      </p:cBhvr>
                                    </p:animEffect>
                                    <p:anim calcmode="lin" valueType="num">
                                      <p:cBhvr additive="base">
                                        <p:cTn id="43" dur="550" fill="hold"/>
                                        <p:tgtEl>
                                          <p:spTgt spid="11"/>
                                        </p:tgtEl>
                                        <p:attrNameLst>
                                          <p:attrName>ppt_x</p:attrName>
                                        </p:attrNameLst>
                                      </p:cBhvr>
                                      <p:tavLst>
                                        <p:tav tm="0">
                                          <p:val>
                                            <p:strVal val="#ppt_x"/>
                                          </p:val>
                                        </p:tav>
                                        <p:tav tm="100000">
                                          <p:val>
                                            <p:strVal val="#ppt_x"/>
                                          </p:val>
                                        </p:tav>
                                      </p:tavLst>
                                    </p:anim>
                                    <p:anim calcmode="lin" valueType="num">
                                      <p:cBhvr additive="base">
                                        <p:cTn id="44" dur="550" fill="hold"/>
                                        <p:tgtEl>
                                          <p:spTgt spid="11"/>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66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550"/>
                                        <p:tgtEl>
                                          <p:spTgt spid="12"/>
                                        </p:tgtEl>
                                      </p:cBhvr>
                                    </p:animEffect>
                                    <p:anim calcmode="lin" valueType="num">
                                      <p:cBhvr additive="base">
                                        <p:cTn id="48" dur="550" fill="hold"/>
                                        <p:tgtEl>
                                          <p:spTgt spid="12"/>
                                        </p:tgtEl>
                                        <p:attrNameLst>
                                          <p:attrName>ppt_x</p:attrName>
                                        </p:attrNameLst>
                                      </p:cBhvr>
                                      <p:tavLst>
                                        <p:tav tm="0">
                                          <p:val>
                                            <p:strVal val="#ppt_x"/>
                                          </p:val>
                                        </p:tav>
                                        <p:tav tm="100000">
                                          <p:val>
                                            <p:strVal val="#ppt_x"/>
                                          </p:val>
                                        </p:tav>
                                      </p:tavLst>
                                    </p:anim>
                                    <p:anim calcmode="lin" valueType="num">
                                      <p:cBhvr additive="base">
                                        <p:cTn id="49" dur="550" fill="hold"/>
                                        <p:tgtEl>
                                          <p:spTgt spid="12"/>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66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550"/>
                                        <p:tgtEl>
                                          <p:spTgt spid="13"/>
                                        </p:tgtEl>
                                      </p:cBhvr>
                                    </p:animEffect>
                                    <p:anim calcmode="lin" valueType="num">
                                      <p:cBhvr additive="base">
                                        <p:cTn id="53" dur="550" fill="hold"/>
                                        <p:tgtEl>
                                          <p:spTgt spid="13"/>
                                        </p:tgtEl>
                                        <p:attrNameLst>
                                          <p:attrName>ppt_x</p:attrName>
                                        </p:attrNameLst>
                                      </p:cBhvr>
                                      <p:tavLst>
                                        <p:tav tm="0">
                                          <p:val>
                                            <p:strVal val="#ppt_x"/>
                                          </p:val>
                                        </p:tav>
                                        <p:tav tm="100000">
                                          <p:val>
                                            <p:strVal val="#ppt_x"/>
                                          </p:val>
                                        </p:tav>
                                      </p:tavLst>
                                    </p:anim>
                                    <p:anim calcmode="lin" valueType="num">
                                      <p:cBhvr additive="base">
                                        <p:cTn id="54" dur="550" fill="hold"/>
                                        <p:tgtEl>
                                          <p:spTgt spid="13"/>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660"/>
                                  </p:stCondLst>
                                  <p:childTnLst>
                                    <p:set>
                                      <p:cBhvr>
                                        <p:cTn id="56" dur="1" fill="hold">
                                          <p:stCondLst>
                                            <p:cond delay="0"/>
                                          </p:stCondLst>
                                        </p:cTn>
                                        <p:tgtEl>
                                          <p:spTgt spid="14"/>
                                        </p:tgtEl>
                                        <p:attrNameLst>
                                          <p:attrName>style.visibility</p:attrName>
                                        </p:attrNameLst>
                                      </p:cBhvr>
                                      <p:to>
                                        <p:strVal val="visible"/>
                                      </p:to>
                                    </p:set>
                                    <p:animEffect transition="in" filter="fade">
                                      <p:cBhvr>
                                        <p:cTn id="57" dur="550"/>
                                        <p:tgtEl>
                                          <p:spTgt spid="14"/>
                                        </p:tgtEl>
                                      </p:cBhvr>
                                    </p:animEffect>
                                    <p:anim calcmode="lin" valueType="num">
                                      <p:cBhvr additive="base">
                                        <p:cTn id="58" dur="550" fill="hold"/>
                                        <p:tgtEl>
                                          <p:spTgt spid="14"/>
                                        </p:tgtEl>
                                        <p:attrNameLst>
                                          <p:attrName>ppt_x</p:attrName>
                                        </p:attrNameLst>
                                      </p:cBhvr>
                                      <p:tavLst>
                                        <p:tav tm="0">
                                          <p:val>
                                            <p:strVal val="#ppt_x"/>
                                          </p:val>
                                        </p:tav>
                                        <p:tav tm="100000">
                                          <p:val>
                                            <p:strVal val="#ppt_x"/>
                                          </p:val>
                                        </p:tav>
                                      </p:tavLst>
                                    </p:anim>
                                    <p:anim calcmode="lin" valueType="num">
                                      <p:cBhvr additive="base">
                                        <p:cTn id="59" dur="550" fill="hold"/>
                                        <p:tgtEl>
                                          <p:spTgt spid="14"/>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780"/>
                                  </p:stCondLst>
                                  <p:childTnLst>
                                    <p:set>
                                      <p:cBhvr>
                                        <p:cTn id="61" dur="1" fill="hold">
                                          <p:stCondLst>
                                            <p:cond delay="0"/>
                                          </p:stCondLst>
                                        </p:cTn>
                                        <p:tgtEl>
                                          <p:spTgt spid="15"/>
                                        </p:tgtEl>
                                        <p:attrNameLst>
                                          <p:attrName>style.visibility</p:attrName>
                                        </p:attrNameLst>
                                      </p:cBhvr>
                                      <p:to>
                                        <p:strVal val="visible"/>
                                      </p:to>
                                    </p:set>
                                    <p:animEffect transition="in" filter="fade">
                                      <p:cBhvr>
                                        <p:cTn id="62" dur="550"/>
                                        <p:tgtEl>
                                          <p:spTgt spid="15"/>
                                        </p:tgtEl>
                                      </p:cBhvr>
                                    </p:animEffect>
                                    <p:anim calcmode="lin" valueType="num">
                                      <p:cBhvr additive="base">
                                        <p:cTn id="63" dur="550" fill="hold"/>
                                        <p:tgtEl>
                                          <p:spTgt spid="15"/>
                                        </p:tgtEl>
                                        <p:attrNameLst>
                                          <p:attrName>ppt_x</p:attrName>
                                        </p:attrNameLst>
                                      </p:cBhvr>
                                      <p:tavLst>
                                        <p:tav tm="0">
                                          <p:val>
                                            <p:strVal val="#ppt_x"/>
                                          </p:val>
                                        </p:tav>
                                        <p:tav tm="100000">
                                          <p:val>
                                            <p:strVal val="#ppt_x"/>
                                          </p:val>
                                        </p:tav>
                                      </p:tavLst>
                                    </p:anim>
                                    <p:anim calcmode="lin" valueType="num">
                                      <p:cBhvr additive="base">
                                        <p:cTn id="64" dur="550" fill="hold"/>
                                        <p:tgtEl>
                                          <p:spTgt spid="15"/>
                                        </p:tgtEl>
                                        <p:attrNameLst>
                                          <p:attrName>ppt_y</p:attrName>
                                        </p:attrNameLst>
                                      </p:cBhvr>
                                      <p:tavLst>
                                        <p:tav tm="0">
                                          <p:val>
                                            <p:strVal val="#ppt_y+.1"/>
                                          </p:val>
                                        </p:tav>
                                        <p:tav tm="100000">
                                          <p:val>
                                            <p:strVal val="#ppt_y"/>
                                          </p:val>
                                        </p:tav>
                                      </p:tavLst>
                                    </p:anim>
                                  </p:childTnLst>
                                </p:cTn>
                              </p:par>
                              <p:par>
                                <p:cTn id="65" presetID="42" presetClass="entr" presetSubtype="0" fill="hold" nodeType="withEffect">
                                  <p:stCondLst>
                                    <p:cond delay="780"/>
                                  </p:stCondLst>
                                  <p:childTnLst>
                                    <p:set>
                                      <p:cBhvr>
                                        <p:cTn id="66" dur="1" fill="hold">
                                          <p:stCondLst>
                                            <p:cond delay="0"/>
                                          </p:stCondLst>
                                        </p:cTn>
                                        <p:tgtEl>
                                          <p:spTgt spid="16"/>
                                        </p:tgtEl>
                                        <p:attrNameLst>
                                          <p:attrName>style.visibility</p:attrName>
                                        </p:attrNameLst>
                                      </p:cBhvr>
                                      <p:to>
                                        <p:strVal val="visible"/>
                                      </p:to>
                                    </p:set>
                                    <p:animEffect transition="in" filter="fade">
                                      <p:cBhvr>
                                        <p:cTn id="67" dur="550"/>
                                        <p:tgtEl>
                                          <p:spTgt spid="16"/>
                                        </p:tgtEl>
                                      </p:cBhvr>
                                    </p:animEffect>
                                    <p:anim calcmode="lin" valueType="num">
                                      <p:cBhvr additive="base">
                                        <p:cTn id="68" dur="550" fill="hold"/>
                                        <p:tgtEl>
                                          <p:spTgt spid="16"/>
                                        </p:tgtEl>
                                        <p:attrNameLst>
                                          <p:attrName>ppt_x</p:attrName>
                                        </p:attrNameLst>
                                      </p:cBhvr>
                                      <p:tavLst>
                                        <p:tav tm="0">
                                          <p:val>
                                            <p:strVal val="#ppt_x"/>
                                          </p:val>
                                        </p:tav>
                                        <p:tav tm="100000">
                                          <p:val>
                                            <p:strVal val="#ppt_x"/>
                                          </p:val>
                                        </p:tav>
                                      </p:tavLst>
                                    </p:anim>
                                    <p:anim calcmode="lin" valueType="num">
                                      <p:cBhvr additive="base">
                                        <p:cTn id="69" dur="550" fill="hold"/>
                                        <p:tgtEl>
                                          <p:spTgt spid="16"/>
                                        </p:tgtEl>
                                        <p:attrNameLst>
                                          <p:attrName>ppt_y</p:attrName>
                                        </p:attrNameLst>
                                      </p:cBhvr>
                                      <p:tavLst>
                                        <p:tav tm="0">
                                          <p:val>
                                            <p:strVal val="#ppt_y+.1"/>
                                          </p:val>
                                        </p:tav>
                                        <p:tav tm="100000">
                                          <p:val>
                                            <p:strVal val="#ppt_y"/>
                                          </p:val>
                                        </p:tav>
                                      </p:tavLst>
                                    </p:anim>
                                  </p:childTnLst>
                                </p:cTn>
                              </p:par>
                              <p:par>
                                <p:cTn id="70" presetID="42" presetClass="entr" presetSubtype="0" fill="hold" nodeType="withEffect">
                                  <p:stCondLst>
                                    <p:cond delay="780"/>
                                  </p:stCondLst>
                                  <p:childTnLst>
                                    <p:set>
                                      <p:cBhvr>
                                        <p:cTn id="71" dur="1" fill="hold">
                                          <p:stCondLst>
                                            <p:cond delay="0"/>
                                          </p:stCondLst>
                                        </p:cTn>
                                        <p:tgtEl>
                                          <p:spTgt spid="17"/>
                                        </p:tgtEl>
                                        <p:attrNameLst>
                                          <p:attrName>style.visibility</p:attrName>
                                        </p:attrNameLst>
                                      </p:cBhvr>
                                      <p:to>
                                        <p:strVal val="visible"/>
                                      </p:to>
                                    </p:set>
                                    <p:animEffect transition="in" filter="fade">
                                      <p:cBhvr>
                                        <p:cTn id="72" dur="550"/>
                                        <p:tgtEl>
                                          <p:spTgt spid="17"/>
                                        </p:tgtEl>
                                      </p:cBhvr>
                                    </p:animEffect>
                                    <p:anim calcmode="lin" valueType="num">
                                      <p:cBhvr additive="base">
                                        <p:cTn id="73" dur="550" fill="hold"/>
                                        <p:tgtEl>
                                          <p:spTgt spid="17"/>
                                        </p:tgtEl>
                                        <p:attrNameLst>
                                          <p:attrName>ppt_x</p:attrName>
                                        </p:attrNameLst>
                                      </p:cBhvr>
                                      <p:tavLst>
                                        <p:tav tm="0">
                                          <p:val>
                                            <p:strVal val="#ppt_x"/>
                                          </p:val>
                                        </p:tav>
                                        <p:tav tm="100000">
                                          <p:val>
                                            <p:strVal val="#ppt_x"/>
                                          </p:val>
                                        </p:tav>
                                      </p:tavLst>
                                    </p:anim>
                                    <p:anim calcmode="lin" valueType="num">
                                      <p:cBhvr additive="base">
                                        <p:cTn id="74" dur="550" fill="hold"/>
                                        <p:tgtEl>
                                          <p:spTgt spid="17"/>
                                        </p:tgtEl>
                                        <p:attrNameLst>
                                          <p:attrName>ppt_y</p:attrName>
                                        </p:attrNameLst>
                                      </p:cBhvr>
                                      <p:tavLst>
                                        <p:tav tm="0">
                                          <p:val>
                                            <p:strVal val="#ppt_y+.1"/>
                                          </p:val>
                                        </p:tav>
                                        <p:tav tm="100000">
                                          <p:val>
                                            <p:strVal val="#ppt_y"/>
                                          </p:val>
                                        </p:tav>
                                      </p:tavLst>
                                    </p:anim>
                                  </p:childTnLst>
                                </p:cTn>
                              </p:par>
                              <p:par>
                                <p:cTn id="75" presetID="42" presetClass="entr" presetSubtype="0" fill="hold" nodeType="withEffect">
                                  <p:stCondLst>
                                    <p:cond delay="780"/>
                                  </p:stCondLst>
                                  <p:childTnLst>
                                    <p:set>
                                      <p:cBhvr>
                                        <p:cTn id="76" dur="1" fill="hold">
                                          <p:stCondLst>
                                            <p:cond delay="0"/>
                                          </p:stCondLst>
                                        </p:cTn>
                                        <p:tgtEl>
                                          <p:spTgt spid="18"/>
                                        </p:tgtEl>
                                        <p:attrNameLst>
                                          <p:attrName>style.visibility</p:attrName>
                                        </p:attrNameLst>
                                      </p:cBhvr>
                                      <p:to>
                                        <p:strVal val="visible"/>
                                      </p:to>
                                    </p:set>
                                    <p:animEffect transition="in" filter="fade">
                                      <p:cBhvr>
                                        <p:cTn id="77" dur="550"/>
                                        <p:tgtEl>
                                          <p:spTgt spid="18"/>
                                        </p:tgtEl>
                                      </p:cBhvr>
                                    </p:animEffect>
                                    <p:anim calcmode="lin" valueType="num">
                                      <p:cBhvr additive="base">
                                        <p:cTn id="78" dur="550" fill="hold"/>
                                        <p:tgtEl>
                                          <p:spTgt spid="18"/>
                                        </p:tgtEl>
                                        <p:attrNameLst>
                                          <p:attrName>ppt_x</p:attrName>
                                        </p:attrNameLst>
                                      </p:cBhvr>
                                      <p:tavLst>
                                        <p:tav tm="0">
                                          <p:val>
                                            <p:strVal val="#ppt_x"/>
                                          </p:val>
                                        </p:tav>
                                        <p:tav tm="100000">
                                          <p:val>
                                            <p:strVal val="#ppt_x"/>
                                          </p:val>
                                        </p:tav>
                                      </p:tavLst>
                                    </p:anim>
                                    <p:anim calcmode="lin" valueType="num">
                                      <p:cBhvr additive="base">
                                        <p:cTn id="79" dur="550" fill="hold"/>
                                        <p:tgtEl>
                                          <p:spTgt spid="18"/>
                                        </p:tgtEl>
                                        <p:attrNameLst>
                                          <p:attrName>ppt_y</p:attrName>
                                        </p:attrNameLst>
                                      </p:cBhvr>
                                      <p:tavLst>
                                        <p:tav tm="0">
                                          <p:val>
                                            <p:strVal val="#ppt_y+.1"/>
                                          </p:val>
                                        </p:tav>
                                        <p:tav tm="100000">
                                          <p:val>
                                            <p:strVal val="#ppt_y"/>
                                          </p:val>
                                        </p:tav>
                                      </p:tavLst>
                                    </p:anim>
                                  </p:childTnLst>
                                </p:cTn>
                              </p:par>
                              <p:par>
                                <p:cTn id="80" presetID="42" presetClass="entr" presetSubtype="0" fill="hold" nodeType="withEffect">
                                  <p:stCondLst>
                                    <p:cond delay="900"/>
                                  </p:stCondLst>
                                  <p:childTnLst>
                                    <p:set>
                                      <p:cBhvr>
                                        <p:cTn id="81" dur="1" fill="hold">
                                          <p:stCondLst>
                                            <p:cond delay="0"/>
                                          </p:stCondLst>
                                        </p:cTn>
                                        <p:tgtEl>
                                          <p:spTgt spid="19"/>
                                        </p:tgtEl>
                                        <p:attrNameLst>
                                          <p:attrName>style.visibility</p:attrName>
                                        </p:attrNameLst>
                                      </p:cBhvr>
                                      <p:to>
                                        <p:strVal val="visible"/>
                                      </p:to>
                                    </p:set>
                                    <p:animEffect transition="in" filter="fade">
                                      <p:cBhvr>
                                        <p:cTn id="82" dur="550"/>
                                        <p:tgtEl>
                                          <p:spTgt spid="19"/>
                                        </p:tgtEl>
                                      </p:cBhvr>
                                    </p:animEffect>
                                    <p:anim calcmode="lin" valueType="num">
                                      <p:cBhvr additive="base">
                                        <p:cTn id="83" dur="550" fill="hold"/>
                                        <p:tgtEl>
                                          <p:spTgt spid="19"/>
                                        </p:tgtEl>
                                        <p:attrNameLst>
                                          <p:attrName>ppt_x</p:attrName>
                                        </p:attrNameLst>
                                      </p:cBhvr>
                                      <p:tavLst>
                                        <p:tav tm="0">
                                          <p:val>
                                            <p:strVal val="#ppt_x"/>
                                          </p:val>
                                        </p:tav>
                                        <p:tav tm="100000">
                                          <p:val>
                                            <p:strVal val="#ppt_x"/>
                                          </p:val>
                                        </p:tav>
                                      </p:tavLst>
                                    </p:anim>
                                    <p:anim calcmode="lin" valueType="num">
                                      <p:cBhvr additive="base">
                                        <p:cTn id="84" dur="550" fill="hold"/>
                                        <p:tgtEl>
                                          <p:spTgt spid="19"/>
                                        </p:tgtEl>
                                        <p:attrNameLst>
                                          <p:attrName>ppt_y</p:attrName>
                                        </p:attrNameLst>
                                      </p:cBhvr>
                                      <p:tavLst>
                                        <p:tav tm="0">
                                          <p:val>
                                            <p:strVal val="#ppt_y+.1"/>
                                          </p:val>
                                        </p:tav>
                                        <p:tav tm="100000">
                                          <p:val>
                                            <p:strVal val="#ppt_y"/>
                                          </p:val>
                                        </p:tav>
                                      </p:tavLst>
                                    </p:anim>
                                  </p:childTnLst>
                                </p:cTn>
                              </p:par>
                              <p:par>
                                <p:cTn id="85" presetID="42" presetClass="entr" presetSubtype="0" fill="hold" nodeType="withEffect">
                                  <p:stCondLst>
                                    <p:cond delay="900"/>
                                  </p:stCondLst>
                                  <p:childTnLst>
                                    <p:set>
                                      <p:cBhvr>
                                        <p:cTn id="86" dur="1" fill="hold">
                                          <p:stCondLst>
                                            <p:cond delay="0"/>
                                          </p:stCondLst>
                                        </p:cTn>
                                        <p:tgtEl>
                                          <p:spTgt spid="20"/>
                                        </p:tgtEl>
                                        <p:attrNameLst>
                                          <p:attrName>style.visibility</p:attrName>
                                        </p:attrNameLst>
                                      </p:cBhvr>
                                      <p:to>
                                        <p:strVal val="visible"/>
                                      </p:to>
                                    </p:set>
                                    <p:animEffect transition="in" filter="fade">
                                      <p:cBhvr>
                                        <p:cTn id="87" dur="550"/>
                                        <p:tgtEl>
                                          <p:spTgt spid="20"/>
                                        </p:tgtEl>
                                      </p:cBhvr>
                                    </p:animEffect>
                                    <p:anim calcmode="lin" valueType="num">
                                      <p:cBhvr additive="base">
                                        <p:cTn id="88" dur="550" fill="hold"/>
                                        <p:tgtEl>
                                          <p:spTgt spid="20"/>
                                        </p:tgtEl>
                                        <p:attrNameLst>
                                          <p:attrName>ppt_x</p:attrName>
                                        </p:attrNameLst>
                                      </p:cBhvr>
                                      <p:tavLst>
                                        <p:tav tm="0">
                                          <p:val>
                                            <p:strVal val="#ppt_x"/>
                                          </p:val>
                                        </p:tav>
                                        <p:tav tm="100000">
                                          <p:val>
                                            <p:strVal val="#ppt_x"/>
                                          </p:val>
                                        </p:tav>
                                      </p:tavLst>
                                    </p:anim>
                                    <p:anim calcmode="lin" valueType="num">
                                      <p:cBhvr additive="base">
                                        <p:cTn id="89" dur="550" fill="hold"/>
                                        <p:tgtEl>
                                          <p:spTgt spid="20"/>
                                        </p:tgtEl>
                                        <p:attrNameLst>
                                          <p:attrName>ppt_y</p:attrName>
                                        </p:attrNameLst>
                                      </p:cBhvr>
                                      <p:tavLst>
                                        <p:tav tm="0">
                                          <p:val>
                                            <p:strVal val="#ppt_y+.1"/>
                                          </p:val>
                                        </p:tav>
                                        <p:tav tm="100000">
                                          <p:val>
                                            <p:strVal val="#ppt_y"/>
                                          </p:val>
                                        </p:tav>
                                      </p:tavLst>
                                    </p:anim>
                                  </p:childTnLst>
                                </p:cTn>
                              </p:par>
                              <p:par>
                                <p:cTn id="90" presetID="42" presetClass="entr" presetSubtype="0" fill="hold" nodeType="withEffect">
                                  <p:stCondLst>
                                    <p:cond delay="900"/>
                                  </p:stCondLst>
                                  <p:childTnLst>
                                    <p:set>
                                      <p:cBhvr>
                                        <p:cTn id="91" dur="1" fill="hold">
                                          <p:stCondLst>
                                            <p:cond delay="0"/>
                                          </p:stCondLst>
                                        </p:cTn>
                                        <p:tgtEl>
                                          <p:spTgt spid="21"/>
                                        </p:tgtEl>
                                        <p:attrNameLst>
                                          <p:attrName>style.visibility</p:attrName>
                                        </p:attrNameLst>
                                      </p:cBhvr>
                                      <p:to>
                                        <p:strVal val="visible"/>
                                      </p:to>
                                    </p:set>
                                    <p:animEffect transition="in" filter="fade">
                                      <p:cBhvr>
                                        <p:cTn id="92" dur="550"/>
                                        <p:tgtEl>
                                          <p:spTgt spid="21"/>
                                        </p:tgtEl>
                                      </p:cBhvr>
                                    </p:animEffect>
                                    <p:anim calcmode="lin" valueType="num">
                                      <p:cBhvr additive="base">
                                        <p:cTn id="93" dur="550" fill="hold"/>
                                        <p:tgtEl>
                                          <p:spTgt spid="21"/>
                                        </p:tgtEl>
                                        <p:attrNameLst>
                                          <p:attrName>ppt_x</p:attrName>
                                        </p:attrNameLst>
                                      </p:cBhvr>
                                      <p:tavLst>
                                        <p:tav tm="0">
                                          <p:val>
                                            <p:strVal val="#ppt_x"/>
                                          </p:val>
                                        </p:tav>
                                        <p:tav tm="100000">
                                          <p:val>
                                            <p:strVal val="#ppt_x"/>
                                          </p:val>
                                        </p:tav>
                                      </p:tavLst>
                                    </p:anim>
                                    <p:anim calcmode="lin" valueType="num">
                                      <p:cBhvr additive="base">
                                        <p:cTn id="94" dur="550" fill="hold"/>
                                        <p:tgtEl>
                                          <p:spTgt spid="21"/>
                                        </p:tgtEl>
                                        <p:attrNameLst>
                                          <p:attrName>ppt_y</p:attrName>
                                        </p:attrNameLst>
                                      </p:cBhvr>
                                      <p:tavLst>
                                        <p:tav tm="0">
                                          <p:val>
                                            <p:strVal val="#ppt_y+.1"/>
                                          </p:val>
                                        </p:tav>
                                        <p:tav tm="100000">
                                          <p:val>
                                            <p:strVal val="#ppt_y"/>
                                          </p:val>
                                        </p:tav>
                                      </p:tavLst>
                                    </p:anim>
                                  </p:childTnLst>
                                </p:cTn>
                              </p:par>
                              <p:par>
                                <p:cTn id="95" presetID="42" presetClass="entr" presetSubtype="0" fill="hold" nodeType="withEffect">
                                  <p:stCondLst>
                                    <p:cond delay="900"/>
                                  </p:stCondLst>
                                  <p:childTnLst>
                                    <p:set>
                                      <p:cBhvr>
                                        <p:cTn id="96" dur="1" fill="hold">
                                          <p:stCondLst>
                                            <p:cond delay="0"/>
                                          </p:stCondLst>
                                        </p:cTn>
                                        <p:tgtEl>
                                          <p:spTgt spid="22"/>
                                        </p:tgtEl>
                                        <p:attrNameLst>
                                          <p:attrName>style.visibility</p:attrName>
                                        </p:attrNameLst>
                                      </p:cBhvr>
                                      <p:to>
                                        <p:strVal val="visible"/>
                                      </p:to>
                                    </p:set>
                                    <p:animEffect transition="in" filter="fade">
                                      <p:cBhvr>
                                        <p:cTn id="97" dur="550"/>
                                        <p:tgtEl>
                                          <p:spTgt spid="22"/>
                                        </p:tgtEl>
                                      </p:cBhvr>
                                    </p:animEffect>
                                    <p:anim calcmode="lin" valueType="num">
                                      <p:cBhvr additive="base">
                                        <p:cTn id="98" dur="550" fill="hold"/>
                                        <p:tgtEl>
                                          <p:spTgt spid="22"/>
                                        </p:tgtEl>
                                        <p:attrNameLst>
                                          <p:attrName>ppt_x</p:attrName>
                                        </p:attrNameLst>
                                      </p:cBhvr>
                                      <p:tavLst>
                                        <p:tav tm="0">
                                          <p:val>
                                            <p:strVal val="#ppt_x"/>
                                          </p:val>
                                        </p:tav>
                                        <p:tav tm="100000">
                                          <p:val>
                                            <p:strVal val="#ppt_x"/>
                                          </p:val>
                                        </p:tav>
                                      </p:tavLst>
                                    </p:anim>
                                    <p:anim calcmode="lin" valueType="num">
                                      <p:cBhvr additive="base">
                                        <p:cTn id="99" dur="550" fill="hold"/>
                                        <p:tgtEl>
                                          <p:spTgt spid="22"/>
                                        </p:tgtEl>
                                        <p:attrNameLst>
                                          <p:attrName>ppt_y</p:attrName>
                                        </p:attrNameLst>
                                      </p:cBhvr>
                                      <p:tavLst>
                                        <p:tav tm="0">
                                          <p:val>
                                            <p:strVal val="#ppt_y+.1"/>
                                          </p:val>
                                        </p:tav>
                                        <p:tav tm="100000">
                                          <p:val>
                                            <p:strVal val="#ppt_y"/>
                                          </p:val>
                                        </p:tav>
                                      </p:tavLst>
                                    </p:anim>
                                  </p:childTnLst>
                                </p:cTn>
                              </p:par>
                              <p:par>
                                <p:cTn id="100" presetID="42" presetClass="entr" presetSubtype="0" fill="hold" nodeType="withEffect">
                                  <p:stCondLst>
                                    <p:cond delay="1020"/>
                                  </p:stCondLst>
                                  <p:childTnLst>
                                    <p:set>
                                      <p:cBhvr>
                                        <p:cTn id="101" dur="1" fill="hold">
                                          <p:stCondLst>
                                            <p:cond delay="0"/>
                                          </p:stCondLst>
                                        </p:cTn>
                                        <p:tgtEl>
                                          <p:spTgt spid="23"/>
                                        </p:tgtEl>
                                        <p:attrNameLst>
                                          <p:attrName>style.visibility</p:attrName>
                                        </p:attrNameLst>
                                      </p:cBhvr>
                                      <p:to>
                                        <p:strVal val="visible"/>
                                      </p:to>
                                    </p:set>
                                    <p:animEffect transition="in" filter="fade">
                                      <p:cBhvr>
                                        <p:cTn id="102" dur="550"/>
                                        <p:tgtEl>
                                          <p:spTgt spid="23"/>
                                        </p:tgtEl>
                                      </p:cBhvr>
                                    </p:animEffect>
                                    <p:anim calcmode="lin" valueType="num">
                                      <p:cBhvr additive="base">
                                        <p:cTn id="103" dur="550" fill="hold"/>
                                        <p:tgtEl>
                                          <p:spTgt spid="23"/>
                                        </p:tgtEl>
                                        <p:attrNameLst>
                                          <p:attrName>ppt_x</p:attrName>
                                        </p:attrNameLst>
                                      </p:cBhvr>
                                      <p:tavLst>
                                        <p:tav tm="0">
                                          <p:val>
                                            <p:strVal val="#ppt_x"/>
                                          </p:val>
                                        </p:tav>
                                        <p:tav tm="100000">
                                          <p:val>
                                            <p:strVal val="#ppt_x"/>
                                          </p:val>
                                        </p:tav>
                                      </p:tavLst>
                                    </p:anim>
                                    <p:anim calcmode="lin" valueType="num">
                                      <p:cBhvr additive="base">
                                        <p:cTn id="104" dur="550" fill="hold"/>
                                        <p:tgtEl>
                                          <p:spTgt spid="23"/>
                                        </p:tgtEl>
                                        <p:attrNameLst>
                                          <p:attrName>ppt_y</p:attrName>
                                        </p:attrNameLst>
                                      </p:cBhvr>
                                      <p:tavLst>
                                        <p:tav tm="0">
                                          <p:val>
                                            <p:strVal val="#ppt_y+.1"/>
                                          </p:val>
                                        </p:tav>
                                        <p:tav tm="100000">
                                          <p:val>
                                            <p:strVal val="#ppt_y"/>
                                          </p:val>
                                        </p:tav>
                                      </p:tavLst>
                                    </p:anim>
                                  </p:childTnLst>
                                </p:cTn>
                              </p:par>
                              <p:par>
                                <p:cTn id="105" presetID="42" presetClass="entr" presetSubtype="0" fill="hold" nodeType="withEffect">
                                  <p:stCondLst>
                                    <p:cond delay="1020"/>
                                  </p:stCondLst>
                                  <p:childTnLst>
                                    <p:set>
                                      <p:cBhvr>
                                        <p:cTn id="106" dur="1" fill="hold">
                                          <p:stCondLst>
                                            <p:cond delay="0"/>
                                          </p:stCondLst>
                                        </p:cTn>
                                        <p:tgtEl>
                                          <p:spTgt spid="24"/>
                                        </p:tgtEl>
                                        <p:attrNameLst>
                                          <p:attrName>style.visibility</p:attrName>
                                        </p:attrNameLst>
                                      </p:cBhvr>
                                      <p:to>
                                        <p:strVal val="visible"/>
                                      </p:to>
                                    </p:set>
                                    <p:animEffect transition="in" filter="fade">
                                      <p:cBhvr>
                                        <p:cTn id="107" dur="550"/>
                                        <p:tgtEl>
                                          <p:spTgt spid="24"/>
                                        </p:tgtEl>
                                      </p:cBhvr>
                                    </p:animEffect>
                                    <p:anim calcmode="lin" valueType="num">
                                      <p:cBhvr additive="base">
                                        <p:cTn id="108" dur="550" fill="hold"/>
                                        <p:tgtEl>
                                          <p:spTgt spid="24"/>
                                        </p:tgtEl>
                                        <p:attrNameLst>
                                          <p:attrName>ppt_x</p:attrName>
                                        </p:attrNameLst>
                                      </p:cBhvr>
                                      <p:tavLst>
                                        <p:tav tm="0">
                                          <p:val>
                                            <p:strVal val="#ppt_x"/>
                                          </p:val>
                                        </p:tav>
                                        <p:tav tm="100000">
                                          <p:val>
                                            <p:strVal val="#ppt_x"/>
                                          </p:val>
                                        </p:tav>
                                      </p:tavLst>
                                    </p:anim>
                                    <p:anim calcmode="lin" valueType="num">
                                      <p:cBhvr additive="base">
                                        <p:cTn id="109" dur="550" fill="hold"/>
                                        <p:tgtEl>
                                          <p:spTgt spid="24"/>
                                        </p:tgtEl>
                                        <p:attrNameLst>
                                          <p:attrName>ppt_y</p:attrName>
                                        </p:attrNameLst>
                                      </p:cBhvr>
                                      <p:tavLst>
                                        <p:tav tm="0">
                                          <p:val>
                                            <p:strVal val="#ppt_y+.1"/>
                                          </p:val>
                                        </p:tav>
                                        <p:tav tm="100000">
                                          <p:val>
                                            <p:strVal val="#ppt_y"/>
                                          </p:val>
                                        </p:tav>
                                      </p:tavLst>
                                    </p:anim>
                                  </p:childTnLst>
                                </p:cTn>
                              </p:par>
                              <p:par>
                                <p:cTn id="110" presetID="42" presetClass="entr" presetSubtype="0" fill="hold" nodeType="withEffect">
                                  <p:stCondLst>
                                    <p:cond delay="1020"/>
                                  </p:stCondLst>
                                  <p:childTnLst>
                                    <p:set>
                                      <p:cBhvr>
                                        <p:cTn id="111" dur="1" fill="hold">
                                          <p:stCondLst>
                                            <p:cond delay="0"/>
                                          </p:stCondLst>
                                        </p:cTn>
                                        <p:tgtEl>
                                          <p:spTgt spid="25"/>
                                        </p:tgtEl>
                                        <p:attrNameLst>
                                          <p:attrName>style.visibility</p:attrName>
                                        </p:attrNameLst>
                                      </p:cBhvr>
                                      <p:to>
                                        <p:strVal val="visible"/>
                                      </p:to>
                                    </p:set>
                                    <p:animEffect transition="in" filter="fade">
                                      <p:cBhvr>
                                        <p:cTn id="112" dur="550"/>
                                        <p:tgtEl>
                                          <p:spTgt spid="25"/>
                                        </p:tgtEl>
                                      </p:cBhvr>
                                    </p:animEffect>
                                    <p:anim calcmode="lin" valueType="num">
                                      <p:cBhvr additive="base">
                                        <p:cTn id="113" dur="550" fill="hold"/>
                                        <p:tgtEl>
                                          <p:spTgt spid="25"/>
                                        </p:tgtEl>
                                        <p:attrNameLst>
                                          <p:attrName>ppt_x</p:attrName>
                                        </p:attrNameLst>
                                      </p:cBhvr>
                                      <p:tavLst>
                                        <p:tav tm="0">
                                          <p:val>
                                            <p:strVal val="#ppt_x"/>
                                          </p:val>
                                        </p:tav>
                                        <p:tav tm="100000">
                                          <p:val>
                                            <p:strVal val="#ppt_x"/>
                                          </p:val>
                                        </p:tav>
                                      </p:tavLst>
                                    </p:anim>
                                    <p:anim calcmode="lin" valueType="num">
                                      <p:cBhvr additive="base">
                                        <p:cTn id="114" dur="550" fill="hold"/>
                                        <p:tgtEl>
                                          <p:spTgt spid="25"/>
                                        </p:tgtEl>
                                        <p:attrNameLst>
                                          <p:attrName>ppt_y</p:attrName>
                                        </p:attrNameLst>
                                      </p:cBhvr>
                                      <p:tavLst>
                                        <p:tav tm="0">
                                          <p:val>
                                            <p:strVal val="#ppt_y+.1"/>
                                          </p:val>
                                        </p:tav>
                                        <p:tav tm="100000">
                                          <p:val>
                                            <p:strVal val="#ppt_y"/>
                                          </p:val>
                                        </p:tav>
                                      </p:tavLst>
                                    </p:anim>
                                  </p:childTnLst>
                                </p:cTn>
                              </p:par>
                              <p:par>
                                <p:cTn id="115" presetID="42" presetClass="entr" presetSubtype="0" fill="hold" nodeType="withEffect">
                                  <p:stCondLst>
                                    <p:cond delay="1020"/>
                                  </p:stCondLst>
                                  <p:childTnLst>
                                    <p:set>
                                      <p:cBhvr>
                                        <p:cTn id="116" dur="1" fill="hold">
                                          <p:stCondLst>
                                            <p:cond delay="0"/>
                                          </p:stCondLst>
                                        </p:cTn>
                                        <p:tgtEl>
                                          <p:spTgt spid="26"/>
                                        </p:tgtEl>
                                        <p:attrNameLst>
                                          <p:attrName>style.visibility</p:attrName>
                                        </p:attrNameLst>
                                      </p:cBhvr>
                                      <p:to>
                                        <p:strVal val="visible"/>
                                      </p:to>
                                    </p:set>
                                    <p:animEffect transition="in" filter="fade">
                                      <p:cBhvr>
                                        <p:cTn id="117" dur="550"/>
                                        <p:tgtEl>
                                          <p:spTgt spid="26"/>
                                        </p:tgtEl>
                                      </p:cBhvr>
                                    </p:animEffect>
                                    <p:anim calcmode="lin" valueType="num">
                                      <p:cBhvr additive="base">
                                        <p:cTn id="118" dur="550" fill="hold"/>
                                        <p:tgtEl>
                                          <p:spTgt spid="26"/>
                                        </p:tgtEl>
                                        <p:attrNameLst>
                                          <p:attrName>ppt_x</p:attrName>
                                        </p:attrNameLst>
                                      </p:cBhvr>
                                      <p:tavLst>
                                        <p:tav tm="0">
                                          <p:val>
                                            <p:strVal val="#ppt_x"/>
                                          </p:val>
                                        </p:tav>
                                        <p:tav tm="100000">
                                          <p:val>
                                            <p:strVal val="#ppt_x"/>
                                          </p:val>
                                        </p:tav>
                                      </p:tavLst>
                                    </p:anim>
                                    <p:anim calcmode="lin" valueType="num">
                                      <p:cBhvr additive="base">
                                        <p:cTn id="119" dur="550" fill="hold"/>
                                        <p:tgtEl>
                                          <p:spTgt spid="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2F1F8"/>
        </a:solidFill>
      </p:bgPr>
    </p:bg>
    <p:spTree>
      <p:nvGrpSpPr>
        <p:cNvPr id="1" name=""/>
        <p:cNvGrpSpPr/>
        <p:nvPr/>
      </p:nvGrpSpPr>
      <p:grpSpPr>
        <a:xfrm>
          <a:off x="0" y="0"/>
          <a:ext cx="0" cy="0"/>
          <a:chOff x="0" y="0"/>
          <a:chExt cx="0" cy="0"/>
        </a:xfrm>
      </p:grpSpPr>
      <p:sp>
        <p:nvSpPr>
          <p:cNvPr id="2" name="anim:0:zoom:0"/>
          <p:cNvSpPr txBox="1"/>
          <p:nvPr/>
        </p:nvSpPr>
        <p:spPr>
          <a:xfrm rot="-180000">
            <a:off x="548640" y="320040"/>
            <a:ext cx="1463040" cy="384048"/>
          </a:xfrm>
          <a:prstGeom prst="roundRect">
            <a:avLst>
              <a:gd name="adj" fmla="val 19048"/>
            </a:avLst>
          </a:prstGeom>
          <a:solidFill>
            <a:srgbClr val="FFE600"/>
          </a:solidFill>
          <a:ln w="25400">
            <a:solidFill>
              <a:srgbClr val="000000"/>
            </a:solidFill>
          </a:ln>
          <a:effectLst>
            <a:outerShdw sx="100000" sy="100000" kx="0" ky="0" algn="bl" rotWithShape="0" blurRad="101600" dist="38100" dir="2700000">
              <a:srgbClr val="000000">
                <a:alpha val="100000"/>
              </a:srgbClr>
            </a:outerShdw>
          </a:effectLst>
        </p:spPr>
        <p:txBody>
          <a:bodyPr wrap="square" lIns="0" tIns="0" rIns="0" bIns="0"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WHY NOW</a:t>
            </a:r>
            <a:endParaRPr lang="en-US" sz="1200" dirty="0"/>
          </a:p>
        </p:txBody>
      </p:sp>
      <p:sp>
        <p:nvSpPr>
          <p:cNvPr id="3" name="Text 1"/>
          <p:cNvSpPr txBox="1"/>
          <p:nvPr/>
        </p:nvSpPr>
        <p:spPr>
          <a:xfrm>
            <a:off x="548640" y="822960"/>
            <a:ext cx="11064240" cy="685800"/>
          </a:xfrm>
          <a:prstGeom prst="rect">
            <a:avLst/>
          </a:prstGeom>
          <a:noFill/>
          <a:ln/>
        </p:spPr>
        <p:txBody>
          <a:bodyPr wrap="square" lIns="0" tIns="0" rIns="0" bIns="0" rtlCol="0" anchor="ctr"/>
          <a:lstStyle/>
          <a:p>
            <a:pPr indent="0" marL="0">
              <a:buNone/>
            </a:pPr>
            <a:r>
              <a:rPr lang="en-US" sz="3200" b="1" dirty="0">
                <a:solidFill>
                  <a:srgbClr val="000000"/>
                </a:solidFill>
                <a:latin typeface="Arial" pitchFamily="34" charset="0"/>
                <a:ea typeface="Arial" pitchFamily="34" charset="-122"/>
                <a:cs typeface="Arial" pitchFamily="34" charset="-120"/>
              </a:rPr>
              <a:t>WHY THIS MATTERS NOW</a:t>
            </a:r>
            <a:endParaRPr lang="en-US" sz="3200" dirty="0"/>
          </a:p>
        </p:txBody>
      </p:sp>
      <p:sp>
        <p:nvSpPr>
          <p:cNvPr id="4" name="Text 2"/>
          <p:cNvSpPr txBox="1"/>
          <p:nvPr/>
        </p:nvSpPr>
        <p:spPr>
          <a:xfrm>
            <a:off x="548640" y="1481328"/>
            <a:ext cx="11064240" cy="365760"/>
          </a:xfrm>
          <a:prstGeom prst="rect">
            <a:avLst/>
          </a:prstGeom>
          <a:noFill/>
          <a:ln/>
        </p:spPr>
        <p:txBody>
          <a:bodyPr wrap="square" lIns="0" tIns="0" rIns="0" bIns="0" rtlCol="0" anchor="t"/>
          <a:lstStyle/>
          <a:p>
            <a:pPr indent="0" marL="0">
              <a:buNone/>
            </a:pPr>
            <a:r>
              <a:rPr lang="en-US" sz="1500" dirty="0">
                <a:solidFill>
                  <a:srgbClr val="333333"/>
                </a:solidFill>
                <a:latin typeface="Arial" pitchFamily="34" charset="0"/>
                <a:ea typeface="Arial" pitchFamily="34" charset="-122"/>
                <a:cs typeface="Arial" pitchFamily="34" charset="-120"/>
              </a:rPr>
              <a:t>Customers are already online, and barbershops are part of the MSME backbone</a:t>
            </a:r>
            <a:endParaRPr lang="en-US" sz="1500" dirty="0"/>
          </a:p>
        </p:txBody>
      </p:sp>
      <p:sp>
        <p:nvSpPr>
          <p:cNvPr id="5" name="anim:1:zoom:0"/>
          <p:cNvSpPr/>
          <p:nvPr/>
        </p:nvSpPr>
        <p:spPr>
          <a:xfrm>
            <a:off x="548640" y="2057400"/>
            <a:ext cx="2560320" cy="2743200"/>
          </a:xfrm>
          <a:prstGeom prst="roundRect">
            <a:avLst>
              <a:gd name="adj" fmla="val 4286"/>
            </a:avLst>
          </a:prstGeom>
          <a:solidFill>
            <a:srgbClr val="FFE600"/>
          </a:solidFill>
          <a:ln w="28575">
            <a:solidFill>
              <a:srgbClr val="000000"/>
            </a:solidFill>
            <a:prstDash val="solid"/>
          </a:ln>
          <a:effectLst>
            <a:outerShdw sx="100000" sy="100000" kx="0" ky="0" algn="bl" rotWithShape="0" blurRad="101600" dist="76200" dir="2700000">
              <a:srgbClr val="000000">
                <a:alpha val="100000"/>
              </a:srgbClr>
            </a:outerShdw>
          </a:effectLst>
        </p:spPr>
      </p:sp>
      <p:sp>
        <p:nvSpPr>
          <p:cNvPr id="6" name="anim:1:zoom:0"/>
          <p:cNvSpPr txBox="1"/>
          <p:nvPr/>
        </p:nvSpPr>
        <p:spPr>
          <a:xfrm>
            <a:off x="749808" y="2240280"/>
            <a:ext cx="2194560" cy="868680"/>
          </a:xfrm>
          <a:prstGeom prst="rect">
            <a:avLst/>
          </a:prstGeom>
          <a:noFill/>
          <a:ln/>
        </p:spPr>
        <p:txBody>
          <a:bodyPr wrap="square" lIns="0" tIns="0" rIns="0" bIns="0" rtlCol="0" anchor="ctr"/>
          <a:lstStyle/>
          <a:p>
            <a:pPr indent="0" marL="0">
              <a:buNone/>
            </a:pPr>
            <a:r>
              <a:rPr lang="en-US" sz="4200" b="1" dirty="0">
                <a:solidFill>
                  <a:srgbClr val="000000"/>
                </a:solidFill>
                <a:latin typeface="Arial" pitchFamily="34" charset="0"/>
                <a:ea typeface="Arial" pitchFamily="34" charset="-122"/>
                <a:cs typeface="Arial" pitchFamily="34" charset="-120"/>
              </a:rPr>
              <a:t>98M</a:t>
            </a:r>
            <a:endParaRPr lang="en-US" sz="4200" dirty="0"/>
          </a:p>
        </p:txBody>
      </p:sp>
      <p:sp>
        <p:nvSpPr>
          <p:cNvPr id="7" name="anim:1:zoom:0"/>
          <p:cNvSpPr txBox="1"/>
          <p:nvPr/>
        </p:nvSpPr>
        <p:spPr>
          <a:xfrm>
            <a:off x="749808" y="3154680"/>
            <a:ext cx="2194560" cy="685800"/>
          </a:xfrm>
          <a:prstGeom prst="rect">
            <a:avLst/>
          </a:prstGeom>
          <a:noFill/>
          <a:ln/>
        </p:spPr>
        <p:txBody>
          <a:bodyPr wrap="square" lIns="0" tIns="0" rIns="0" bIns="0" rtlCol="0" anchor="t"/>
          <a:lstStyle/>
          <a:p>
            <a:pPr indent="0" marL="0">
              <a:buNone/>
            </a:pPr>
            <a:r>
              <a:rPr lang="en-US" sz="1300" b="1" dirty="0">
                <a:solidFill>
                  <a:srgbClr val="000000"/>
                </a:solidFill>
                <a:latin typeface="Arial" pitchFamily="34" charset="0"/>
                <a:ea typeface="Arial" pitchFamily="34" charset="-122"/>
                <a:cs typeface="Arial" pitchFamily="34" charset="-120"/>
              </a:rPr>
              <a:t>INTERNET USERS IN THE PHILIPPINES</a:t>
            </a:r>
            <a:endParaRPr lang="en-US" sz="1300" dirty="0"/>
          </a:p>
        </p:txBody>
      </p:sp>
      <p:sp>
        <p:nvSpPr>
          <p:cNvPr id="8" name="anim:1:zoom:0"/>
          <p:cNvSpPr txBox="1"/>
          <p:nvPr/>
        </p:nvSpPr>
        <p:spPr>
          <a:xfrm>
            <a:off x="749808" y="3840480"/>
            <a:ext cx="2194560" cy="502920"/>
          </a:xfrm>
          <a:prstGeom prst="rect">
            <a:avLst/>
          </a:prstGeom>
          <a:noFill/>
          <a:ln/>
        </p:spPr>
        <p:txBody>
          <a:bodyPr wrap="square" lIns="0" tIns="0" rIns="0" bIns="0" rtlCol="0" anchor="t"/>
          <a:lstStyle/>
          <a:p>
            <a:pPr indent="0" marL="0">
              <a:buNone/>
            </a:pPr>
            <a:r>
              <a:rPr lang="en-US" sz="1150" dirty="0">
                <a:solidFill>
                  <a:srgbClr val="333333"/>
                </a:solidFill>
                <a:latin typeface="Arial" pitchFamily="34" charset="0"/>
                <a:ea typeface="Arial" pitchFamily="34" charset="-122"/>
                <a:cs typeface="Arial" pitchFamily="34" charset="-120"/>
              </a:rPr>
              <a:t>83.8% of the population</a:t>
            </a:r>
            <a:endParaRPr lang="en-US" sz="1150" dirty="0"/>
          </a:p>
        </p:txBody>
      </p:sp>
      <p:sp>
        <p:nvSpPr>
          <p:cNvPr id="9" name="anim:1:zoom:0"/>
          <p:cNvSpPr txBox="1"/>
          <p:nvPr/>
        </p:nvSpPr>
        <p:spPr>
          <a:xfrm rot="180000">
            <a:off x="1645920" y="4526280"/>
            <a:ext cx="1325880" cy="329184"/>
          </a:xfrm>
          <a:prstGeom prst="roundRect">
            <a:avLst>
              <a:gd name="adj" fmla="val 22222"/>
            </a:avLst>
          </a:prstGeom>
          <a:solidFill>
            <a:srgbClr val="FFFFFF"/>
          </a:solidFill>
          <a:ln w="25400">
            <a:solidFill>
              <a:srgbClr val="000000"/>
            </a:solidFill>
          </a:ln>
          <a:effectLst>
            <a:outerShdw sx="100000" sy="100000" kx="0" ky="0" algn="bl" rotWithShape="0" blurRad="101600" dist="38100" dir="2700000">
              <a:srgbClr val="000000">
                <a:alpha val="100000"/>
              </a:srgbClr>
            </a:outerShdw>
          </a:effectLst>
        </p:spPr>
        <p:txBody>
          <a:bodyPr wrap="square" lIns="0" tIns="0" rIns="0" bIns="0" rtlCol="0" anchor="ctr"/>
          <a:lstStyle/>
          <a:p>
            <a:pPr algn="ctr" indent="0" marL="0">
              <a:buNone/>
            </a:pPr>
            <a:r>
              <a:rPr lang="en-US" sz="1000" b="1" dirty="0">
                <a:solidFill>
                  <a:srgbClr val="000000"/>
                </a:solidFill>
                <a:latin typeface="Arial" pitchFamily="34" charset="0"/>
                <a:ea typeface="Arial" pitchFamily="34" charset="-122"/>
                <a:cs typeface="Arial" pitchFamily="34" charset="-120"/>
              </a:rPr>
              <a:t>Kemp (2026)</a:t>
            </a:r>
            <a:endParaRPr lang="en-US" sz="1000" dirty="0"/>
          </a:p>
        </p:txBody>
      </p:sp>
      <p:sp>
        <p:nvSpPr>
          <p:cNvPr id="10" name="anim:1:zoom:1"/>
          <p:cNvSpPr/>
          <p:nvPr/>
        </p:nvSpPr>
        <p:spPr>
          <a:xfrm>
            <a:off x="3383280" y="2057400"/>
            <a:ext cx="2560320" cy="2743200"/>
          </a:xfrm>
          <a:prstGeom prst="roundRect">
            <a:avLst>
              <a:gd name="adj" fmla="val 4286"/>
            </a:avLst>
          </a:prstGeom>
          <a:solidFill>
            <a:srgbClr val="FFFFFF"/>
          </a:solidFill>
          <a:ln w="28575">
            <a:solidFill>
              <a:srgbClr val="000000"/>
            </a:solidFill>
            <a:prstDash val="solid"/>
          </a:ln>
          <a:effectLst>
            <a:outerShdw sx="100000" sy="100000" kx="0" ky="0" algn="bl" rotWithShape="0" blurRad="101600" dist="76200" dir="2700000">
              <a:srgbClr val="000000">
                <a:alpha val="100000"/>
              </a:srgbClr>
            </a:outerShdw>
          </a:effectLst>
        </p:spPr>
      </p:sp>
      <p:sp>
        <p:nvSpPr>
          <p:cNvPr id="11" name="anim:1:zoom:1"/>
          <p:cNvSpPr txBox="1"/>
          <p:nvPr/>
        </p:nvSpPr>
        <p:spPr>
          <a:xfrm>
            <a:off x="3584448" y="2240280"/>
            <a:ext cx="2194560" cy="868680"/>
          </a:xfrm>
          <a:prstGeom prst="rect">
            <a:avLst/>
          </a:prstGeom>
          <a:noFill/>
          <a:ln/>
        </p:spPr>
        <p:txBody>
          <a:bodyPr wrap="square" lIns="0" tIns="0" rIns="0" bIns="0" rtlCol="0" anchor="ctr"/>
          <a:lstStyle/>
          <a:p>
            <a:pPr indent="0" marL="0">
              <a:buNone/>
            </a:pPr>
            <a:r>
              <a:rPr lang="en-US" sz="4200" b="1" dirty="0">
                <a:solidFill>
                  <a:srgbClr val="000000"/>
                </a:solidFill>
                <a:latin typeface="Arial" pitchFamily="34" charset="0"/>
                <a:ea typeface="Arial" pitchFamily="34" charset="-122"/>
                <a:cs typeface="Arial" pitchFamily="34" charset="-120"/>
              </a:rPr>
              <a:t>137M</a:t>
            </a:r>
            <a:endParaRPr lang="en-US" sz="4200" dirty="0"/>
          </a:p>
        </p:txBody>
      </p:sp>
      <p:sp>
        <p:nvSpPr>
          <p:cNvPr id="12" name="anim:1:zoom:1"/>
          <p:cNvSpPr txBox="1"/>
          <p:nvPr/>
        </p:nvSpPr>
        <p:spPr>
          <a:xfrm>
            <a:off x="3584448" y="3154680"/>
            <a:ext cx="2194560" cy="685800"/>
          </a:xfrm>
          <a:prstGeom prst="rect">
            <a:avLst/>
          </a:prstGeom>
          <a:noFill/>
          <a:ln/>
        </p:spPr>
        <p:txBody>
          <a:bodyPr wrap="square" lIns="0" tIns="0" rIns="0" bIns="0" rtlCol="0" anchor="t"/>
          <a:lstStyle/>
          <a:p>
            <a:pPr indent="0" marL="0">
              <a:buNone/>
            </a:pPr>
            <a:r>
              <a:rPr lang="en-US" sz="1300" b="1" dirty="0">
                <a:solidFill>
                  <a:srgbClr val="000000"/>
                </a:solidFill>
                <a:latin typeface="Arial" pitchFamily="34" charset="0"/>
                <a:ea typeface="Arial" pitchFamily="34" charset="-122"/>
                <a:cs typeface="Arial" pitchFamily="34" charset="-120"/>
              </a:rPr>
              <a:t>CELLULAR MOBILE CONNECTIONS</a:t>
            </a:r>
            <a:endParaRPr lang="en-US" sz="1300" dirty="0"/>
          </a:p>
        </p:txBody>
      </p:sp>
      <p:sp>
        <p:nvSpPr>
          <p:cNvPr id="13" name="anim:1:zoom:1"/>
          <p:cNvSpPr txBox="1"/>
          <p:nvPr/>
        </p:nvSpPr>
        <p:spPr>
          <a:xfrm>
            <a:off x="3584448" y="3840480"/>
            <a:ext cx="2194560" cy="502920"/>
          </a:xfrm>
          <a:prstGeom prst="rect">
            <a:avLst/>
          </a:prstGeom>
          <a:noFill/>
          <a:ln/>
        </p:spPr>
        <p:txBody>
          <a:bodyPr wrap="square" lIns="0" tIns="0" rIns="0" bIns="0" rtlCol="0" anchor="t"/>
          <a:lstStyle/>
          <a:p>
            <a:pPr indent="0" marL="0">
              <a:buNone/>
            </a:pPr>
            <a:r>
              <a:rPr lang="en-US" sz="1150" dirty="0">
                <a:solidFill>
                  <a:srgbClr val="333333"/>
                </a:solidFill>
                <a:latin typeface="Arial" pitchFamily="34" charset="0"/>
                <a:ea typeface="Arial" pitchFamily="34" charset="-122"/>
                <a:cs typeface="Arial" pitchFamily="34" charset="-120"/>
              </a:rPr>
              <a:t>more connections than people</a:t>
            </a:r>
            <a:endParaRPr lang="en-US" sz="1150" dirty="0"/>
          </a:p>
        </p:txBody>
      </p:sp>
      <p:sp>
        <p:nvSpPr>
          <p:cNvPr id="14" name="anim:1:zoom:1"/>
          <p:cNvSpPr txBox="1"/>
          <p:nvPr/>
        </p:nvSpPr>
        <p:spPr>
          <a:xfrm rot="180000">
            <a:off x="4480560" y="4526280"/>
            <a:ext cx="1325880" cy="329184"/>
          </a:xfrm>
          <a:prstGeom prst="roundRect">
            <a:avLst>
              <a:gd name="adj" fmla="val 22222"/>
            </a:avLst>
          </a:prstGeom>
          <a:solidFill>
            <a:srgbClr val="FFFFFF"/>
          </a:solidFill>
          <a:ln w="25400">
            <a:solidFill>
              <a:srgbClr val="000000"/>
            </a:solidFill>
          </a:ln>
          <a:effectLst>
            <a:outerShdw sx="100000" sy="100000" kx="0" ky="0" algn="bl" rotWithShape="0" blurRad="101600" dist="38100" dir="2700000">
              <a:srgbClr val="000000">
                <a:alpha val="100000"/>
              </a:srgbClr>
            </a:outerShdw>
          </a:effectLst>
        </p:spPr>
        <p:txBody>
          <a:bodyPr wrap="square" lIns="0" tIns="0" rIns="0" bIns="0" rtlCol="0" anchor="ctr"/>
          <a:lstStyle/>
          <a:p>
            <a:pPr algn="ctr" indent="0" marL="0">
              <a:buNone/>
            </a:pPr>
            <a:r>
              <a:rPr lang="en-US" sz="1000" b="1" dirty="0">
                <a:solidFill>
                  <a:srgbClr val="000000"/>
                </a:solidFill>
                <a:latin typeface="Arial" pitchFamily="34" charset="0"/>
                <a:ea typeface="Arial" pitchFamily="34" charset="-122"/>
                <a:cs typeface="Arial" pitchFamily="34" charset="-120"/>
              </a:rPr>
              <a:t>Kemp (2026)</a:t>
            </a:r>
            <a:endParaRPr lang="en-US" sz="1000" dirty="0"/>
          </a:p>
        </p:txBody>
      </p:sp>
      <p:sp>
        <p:nvSpPr>
          <p:cNvPr id="15" name="anim:1:zoom:2"/>
          <p:cNvSpPr/>
          <p:nvPr/>
        </p:nvSpPr>
        <p:spPr>
          <a:xfrm>
            <a:off x="6217920" y="2057400"/>
            <a:ext cx="2560320" cy="2743200"/>
          </a:xfrm>
          <a:prstGeom prst="roundRect">
            <a:avLst>
              <a:gd name="adj" fmla="val 4286"/>
            </a:avLst>
          </a:prstGeom>
          <a:solidFill>
            <a:srgbClr val="FFFFFF"/>
          </a:solidFill>
          <a:ln w="28575">
            <a:solidFill>
              <a:srgbClr val="000000"/>
            </a:solidFill>
            <a:prstDash val="solid"/>
          </a:ln>
          <a:effectLst>
            <a:outerShdw sx="100000" sy="100000" kx="0" ky="0" algn="bl" rotWithShape="0" blurRad="101600" dist="76200" dir="2700000">
              <a:srgbClr val="000000">
                <a:alpha val="100000"/>
              </a:srgbClr>
            </a:outerShdw>
          </a:effectLst>
        </p:spPr>
      </p:sp>
      <p:sp>
        <p:nvSpPr>
          <p:cNvPr id="16" name="anim:1:zoom:2"/>
          <p:cNvSpPr txBox="1"/>
          <p:nvPr/>
        </p:nvSpPr>
        <p:spPr>
          <a:xfrm>
            <a:off x="6419088" y="2240280"/>
            <a:ext cx="2194560" cy="868680"/>
          </a:xfrm>
          <a:prstGeom prst="rect">
            <a:avLst/>
          </a:prstGeom>
          <a:noFill/>
          <a:ln/>
        </p:spPr>
        <p:txBody>
          <a:bodyPr wrap="square" lIns="0" tIns="0" rIns="0" bIns="0" rtlCol="0" anchor="ctr"/>
          <a:lstStyle/>
          <a:p>
            <a:pPr indent="0" marL="0">
              <a:buNone/>
            </a:pPr>
            <a:r>
              <a:rPr lang="en-US" sz="4200" b="1" dirty="0">
                <a:solidFill>
                  <a:srgbClr val="000000"/>
                </a:solidFill>
                <a:latin typeface="Arial" pitchFamily="34" charset="0"/>
                <a:ea typeface="Arial" pitchFamily="34" charset="-122"/>
                <a:cs typeface="Arial" pitchFamily="34" charset="-120"/>
              </a:rPr>
              <a:t>99.63%</a:t>
            </a:r>
            <a:endParaRPr lang="en-US" sz="4200" dirty="0"/>
          </a:p>
        </p:txBody>
      </p:sp>
      <p:sp>
        <p:nvSpPr>
          <p:cNvPr id="17" name="anim:1:zoom:2"/>
          <p:cNvSpPr txBox="1"/>
          <p:nvPr/>
        </p:nvSpPr>
        <p:spPr>
          <a:xfrm>
            <a:off x="6419088" y="3154680"/>
            <a:ext cx="2194560" cy="685800"/>
          </a:xfrm>
          <a:prstGeom prst="rect">
            <a:avLst/>
          </a:prstGeom>
          <a:noFill/>
          <a:ln/>
        </p:spPr>
        <p:txBody>
          <a:bodyPr wrap="square" lIns="0" tIns="0" rIns="0" bIns="0" rtlCol="0" anchor="t"/>
          <a:lstStyle/>
          <a:p>
            <a:pPr indent="0" marL="0">
              <a:buNone/>
            </a:pPr>
            <a:r>
              <a:rPr lang="en-US" sz="1300" b="1" dirty="0">
                <a:solidFill>
                  <a:srgbClr val="000000"/>
                </a:solidFill>
                <a:latin typeface="Arial" pitchFamily="34" charset="0"/>
                <a:ea typeface="Arial" pitchFamily="34" charset="-122"/>
                <a:cs typeface="Arial" pitchFamily="34" charset="-120"/>
              </a:rPr>
              <a:t>OF PH BUSINESSES ARE MSMES</a:t>
            </a:r>
            <a:endParaRPr lang="en-US" sz="1300" dirty="0"/>
          </a:p>
        </p:txBody>
      </p:sp>
      <p:sp>
        <p:nvSpPr>
          <p:cNvPr id="18" name="anim:1:zoom:2"/>
          <p:cNvSpPr txBox="1"/>
          <p:nvPr/>
        </p:nvSpPr>
        <p:spPr>
          <a:xfrm>
            <a:off x="6419088" y="3840480"/>
            <a:ext cx="2194560" cy="502920"/>
          </a:xfrm>
          <a:prstGeom prst="rect">
            <a:avLst/>
          </a:prstGeom>
          <a:noFill/>
          <a:ln/>
        </p:spPr>
        <p:txBody>
          <a:bodyPr wrap="square" lIns="0" tIns="0" rIns="0" bIns="0" rtlCol="0" anchor="t"/>
          <a:lstStyle/>
          <a:p>
            <a:pPr indent="0" marL="0">
              <a:buNone/>
            </a:pPr>
            <a:r>
              <a:rPr lang="en-US" sz="1150" dirty="0">
                <a:solidFill>
                  <a:srgbClr val="333333"/>
                </a:solidFill>
                <a:latin typeface="Arial" pitchFamily="34" charset="0"/>
                <a:ea typeface="Arial" pitchFamily="34" charset="-122"/>
                <a:cs typeface="Arial" pitchFamily="34" charset="-120"/>
              </a:rPr>
              <a:t>1,241,733 of 1,246,373 (2023)</a:t>
            </a:r>
            <a:endParaRPr lang="en-US" sz="1150" dirty="0"/>
          </a:p>
        </p:txBody>
      </p:sp>
      <p:sp>
        <p:nvSpPr>
          <p:cNvPr id="19" name="anim:1:zoom:2"/>
          <p:cNvSpPr txBox="1"/>
          <p:nvPr/>
        </p:nvSpPr>
        <p:spPr>
          <a:xfrm rot="180000">
            <a:off x="7315200" y="4526280"/>
            <a:ext cx="1325880" cy="329184"/>
          </a:xfrm>
          <a:prstGeom prst="roundRect">
            <a:avLst>
              <a:gd name="adj" fmla="val 22222"/>
            </a:avLst>
          </a:prstGeom>
          <a:solidFill>
            <a:srgbClr val="FFFFFF"/>
          </a:solidFill>
          <a:ln w="25400">
            <a:solidFill>
              <a:srgbClr val="000000"/>
            </a:solidFill>
          </a:ln>
          <a:effectLst>
            <a:outerShdw sx="100000" sy="100000" kx="0" ky="0" algn="bl" rotWithShape="0" blurRad="101600" dist="38100" dir="2700000">
              <a:srgbClr val="000000">
                <a:alpha val="100000"/>
              </a:srgbClr>
            </a:outerShdw>
          </a:effectLst>
        </p:spPr>
        <p:txBody>
          <a:bodyPr wrap="square" lIns="0" tIns="0" rIns="0" bIns="0" rtlCol="0" anchor="ctr"/>
          <a:lstStyle/>
          <a:p>
            <a:pPr algn="ctr" indent="0" marL="0">
              <a:buNone/>
            </a:pPr>
            <a:r>
              <a:rPr lang="en-US" sz="1000" b="1" dirty="0">
                <a:solidFill>
                  <a:srgbClr val="000000"/>
                </a:solidFill>
                <a:latin typeface="Arial" pitchFamily="34" charset="0"/>
                <a:ea typeface="Arial" pitchFamily="34" charset="-122"/>
                <a:cs typeface="Arial" pitchFamily="34" charset="-120"/>
              </a:rPr>
              <a:t>DTI (n.d.)</a:t>
            </a:r>
            <a:endParaRPr lang="en-US" sz="1000" dirty="0"/>
          </a:p>
        </p:txBody>
      </p:sp>
      <p:sp>
        <p:nvSpPr>
          <p:cNvPr id="20" name="anim:1:zoom:3"/>
          <p:cNvSpPr/>
          <p:nvPr/>
        </p:nvSpPr>
        <p:spPr>
          <a:xfrm>
            <a:off x="9052560" y="2057400"/>
            <a:ext cx="2560320" cy="2743200"/>
          </a:xfrm>
          <a:prstGeom prst="roundRect">
            <a:avLst>
              <a:gd name="adj" fmla="val 4286"/>
            </a:avLst>
          </a:prstGeom>
          <a:solidFill>
            <a:srgbClr val="FFE600"/>
          </a:solidFill>
          <a:ln w="28575">
            <a:solidFill>
              <a:srgbClr val="000000"/>
            </a:solidFill>
            <a:prstDash val="solid"/>
          </a:ln>
          <a:effectLst>
            <a:outerShdw sx="100000" sy="100000" kx="0" ky="0" algn="bl" rotWithShape="0" blurRad="101600" dist="76200" dir="2700000">
              <a:srgbClr val="000000">
                <a:alpha val="100000"/>
              </a:srgbClr>
            </a:outerShdw>
          </a:effectLst>
        </p:spPr>
      </p:sp>
      <p:sp>
        <p:nvSpPr>
          <p:cNvPr id="21" name="anim:1:zoom:3"/>
          <p:cNvSpPr txBox="1"/>
          <p:nvPr/>
        </p:nvSpPr>
        <p:spPr>
          <a:xfrm>
            <a:off x="9253728" y="2240280"/>
            <a:ext cx="2194560" cy="868680"/>
          </a:xfrm>
          <a:prstGeom prst="rect">
            <a:avLst/>
          </a:prstGeom>
          <a:noFill/>
          <a:ln/>
        </p:spPr>
        <p:txBody>
          <a:bodyPr wrap="square" lIns="0" tIns="0" rIns="0" bIns="0" rtlCol="0" anchor="ctr"/>
          <a:lstStyle/>
          <a:p>
            <a:pPr indent="0" marL="0">
              <a:buNone/>
            </a:pPr>
            <a:r>
              <a:rPr lang="en-US" sz="4200" b="1" dirty="0">
                <a:solidFill>
                  <a:srgbClr val="000000"/>
                </a:solidFill>
                <a:latin typeface="Arial" pitchFamily="34" charset="0"/>
                <a:ea typeface="Arial" pitchFamily="34" charset="-122"/>
                <a:cs typeface="Arial" pitchFamily="34" charset="-120"/>
              </a:rPr>
              <a:t>90.43%</a:t>
            </a:r>
            <a:endParaRPr lang="en-US" sz="4200" dirty="0"/>
          </a:p>
        </p:txBody>
      </p:sp>
      <p:sp>
        <p:nvSpPr>
          <p:cNvPr id="22" name="anim:1:zoom:3"/>
          <p:cNvSpPr txBox="1"/>
          <p:nvPr/>
        </p:nvSpPr>
        <p:spPr>
          <a:xfrm>
            <a:off x="9253728" y="3154680"/>
            <a:ext cx="2194560" cy="685800"/>
          </a:xfrm>
          <a:prstGeom prst="rect">
            <a:avLst/>
          </a:prstGeom>
          <a:noFill/>
          <a:ln/>
        </p:spPr>
        <p:txBody>
          <a:bodyPr wrap="square" lIns="0" tIns="0" rIns="0" bIns="0" rtlCol="0" anchor="t"/>
          <a:lstStyle/>
          <a:p>
            <a:pPr indent="0" marL="0">
              <a:buNone/>
            </a:pPr>
            <a:r>
              <a:rPr lang="en-US" sz="1300" b="1" dirty="0">
                <a:solidFill>
                  <a:srgbClr val="000000"/>
                </a:solidFill>
                <a:latin typeface="Arial" pitchFamily="34" charset="0"/>
                <a:ea typeface="Arial" pitchFamily="34" charset="-122"/>
                <a:cs typeface="Arial" pitchFamily="34" charset="-120"/>
              </a:rPr>
              <a:t>ARE MICRO ENTERPRISES</a:t>
            </a:r>
            <a:endParaRPr lang="en-US" sz="1300" dirty="0"/>
          </a:p>
        </p:txBody>
      </p:sp>
      <p:sp>
        <p:nvSpPr>
          <p:cNvPr id="23" name="anim:1:zoom:3"/>
          <p:cNvSpPr txBox="1"/>
          <p:nvPr/>
        </p:nvSpPr>
        <p:spPr>
          <a:xfrm>
            <a:off x="9253728" y="3840480"/>
            <a:ext cx="2194560" cy="502920"/>
          </a:xfrm>
          <a:prstGeom prst="rect">
            <a:avLst/>
          </a:prstGeom>
          <a:noFill/>
          <a:ln/>
        </p:spPr>
        <p:txBody>
          <a:bodyPr wrap="square" lIns="0" tIns="0" rIns="0" bIns="0" rtlCol="0" anchor="t"/>
          <a:lstStyle/>
          <a:p>
            <a:pPr indent="0" marL="0">
              <a:buNone/>
            </a:pPr>
            <a:r>
              <a:rPr lang="en-US" sz="1150" dirty="0">
                <a:solidFill>
                  <a:srgbClr val="333333"/>
                </a:solidFill>
                <a:latin typeface="Arial" pitchFamily="34" charset="0"/>
                <a:ea typeface="Arial" pitchFamily="34" charset="-122"/>
                <a:cs typeface="Arial" pitchFamily="34" charset="-120"/>
              </a:rPr>
              <a:t>small budgets, no room for paid software</a:t>
            </a:r>
            <a:endParaRPr lang="en-US" sz="1150" dirty="0"/>
          </a:p>
        </p:txBody>
      </p:sp>
      <p:sp>
        <p:nvSpPr>
          <p:cNvPr id="24" name="anim:1:zoom:3"/>
          <p:cNvSpPr txBox="1"/>
          <p:nvPr/>
        </p:nvSpPr>
        <p:spPr>
          <a:xfrm rot="180000">
            <a:off x="10149840" y="4526280"/>
            <a:ext cx="1325880" cy="329184"/>
          </a:xfrm>
          <a:prstGeom prst="roundRect">
            <a:avLst>
              <a:gd name="adj" fmla="val 22222"/>
            </a:avLst>
          </a:prstGeom>
          <a:solidFill>
            <a:srgbClr val="FFFFFF"/>
          </a:solidFill>
          <a:ln w="25400">
            <a:solidFill>
              <a:srgbClr val="000000"/>
            </a:solidFill>
          </a:ln>
          <a:effectLst>
            <a:outerShdw sx="100000" sy="100000" kx="0" ky="0" algn="bl" rotWithShape="0" blurRad="101600" dist="38100" dir="2700000">
              <a:srgbClr val="000000">
                <a:alpha val="100000"/>
              </a:srgbClr>
            </a:outerShdw>
          </a:effectLst>
        </p:spPr>
        <p:txBody>
          <a:bodyPr wrap="square" lIns="0" tIns="0" rIns="0" bIns="0" rtlCol="0" anchor="ctr"/>
          <a:lstStyle/>
          <a:p>
            <a:pPr algn="ctr" indent="0" marL="0">
              <a:buNone/>
            </a:pPr>
            <a:r>
              <a:rPr lang="en-US" sz="1000" b="1" dirty="0">
                <a:solidFill>
                  <a:srgbClr val="000000"/>
                </a:solidFill>
                <a:latin typeface="Arial" pitchFamily="34" charset="0"/>
                <a:ea typeface="Arial" pitchFamily="34" charset="-122"/>
                <a:cs typeface="Arial" pitchFamily="34" charset="-120"/>
              </a:rPr>
              <a:t>DTI (n.d.)</a:t>
            </a:r>
            <a:endParaRPr lang="en-US" sz="1000" dirty="0"/>
          </a:p>
        </p:txBody>
      </p:sp>
      <p:sp>
        <p:nvSpPr>
          <p:cNvPr id="25" name="anim:2:float:0"/>
          <p:cNvSpPr txBox="1"/>
          <p:nvPr/>
        </p:nvSpPr>
        <p:spPr>
          <a:xfrm>
            <a:off x="548640" y="5257800"/>
            <a:ext cx="11064240" cy="868680"/>
          </a:xfrm>
          <a:prstGeom prst="roundRect">
            <a:avLst>
              <a:gd name="adj" fmla="val 10526"/>
            </a:avLst>
          </a:prstGeom>
          <a:solidFill>
            <a:srgbClr val="1E50FF"/>
          </a:solidFill>
          <a:ln w="31750">
            <a:solidFill>
              <a:srgbClr val="000000"/>
            </a:solidFill>
          </a:ln>
          <a:effectLst>
            <a:outerShdw sx="100000" sy="100000" kx="0" ky="0" algn="bl" rotWithShape="0" blurRad="101600" dist="63500" dir="2700000">
              <a:srgbClr val="000000">
                <a:alpha val="100000"/>
              </a:srgbClr>
            </a:outerShdw>
          </a:effectLst>
        </p:spPr>
        <p:txBody>
          <a:bodyPr wrap="square" lIns="152400" tIns="152400" rIns="152400" bIns="152400" rtlCol="0" anchor="ctr"/>
          <a:lstStyle/>
          <a:p>
            <a:pPr indent="0" marL="0">
              <a:buNone/>
            </a:pPr>
            <a:r>
              <a:rPr lang="en-US" sz="1550" b="1" dirty="0">
                <a:solidFill>
                  <a:srgbClr val="FFE600"/>
                </a:solidFill>
                <a:latin typeface="Arial" pitchFamily="34" charset="0"/>
                <a:ea typeface="Arial" pitchFamily="34" charset="-122"/>
                <a:cs typeface="Arial" pitchFamily="34" charset="-120"/>
              </a:rPr>
              <a:t>SO WHAT?  </a:t>
            </a:r>
            <a:pPr indent="0" marL="0">
              <a:buNone/>
            </a:pPr>
            <a:r>
              <a:rPr lang="en-US" sz="1550" dirty="0">
                <a:solidFill>
                  <a:srgbClr val="FFFFFF"/>
                </a:solidFill>
                <a:latin typeface="Arial" pitchFamily="34" charset="0"/>
                <a:ea typeface="Arial" pitchFamily="34" charset="-122"/>
                <a:cs typeface="Arial" pitchFamily="34" charset="-120"/>
              </a:rPr>
              <a:t>Filipinos already book rides, food, and bills on their phones. A free, web-based booking tool fits both the customer's habits and the owner's budget.</a:t>
            </a:r>
            <a:endParaRPr lang="en-US" sz="1550" dirty="0"/>
          </a:p>
        </p:txBody>
      </p:sp>
      <p:sp>
        <p:nvSpPr>
          <p:cNvPr id="26" name="Text 24"/>
          <p:cNvSpPr txBox="1"/>
          <p:nvPr/>
        </p:nvSpPr>
        <p:spPr>
          <a:xfrm>
            <a:off x="548640" y="6400800"/>
            <a:ext cx="11064240" cy="274320"/>
          </a:xfrm>
          <a:prstGeom prst="rect">
            <a:avLst/>
          </a:prstGeom>
          <a:noFill/>
          <a:ln/>
        </p:spPr>
        <p:txBody>
          <a:bodyPr wrap="square" lIns="0" tIns="0" rIns="0" bIns="0" rtlCol="0" anchor="t"/>
          <a:lstStyle/>
          <a:p>
            <a:pPr indent="0" marL="0">
              <a:buNone/>
            </a:pPr>
            <a:r>
              <a:rPr lang="en-US" sz="950" i="1" dirty="0">
                <a:solidFill>
                  <a:srgbClr val="333333"/>
                </a:solidFill>
                <a:latin typeface="Arial" pitchFamily="34" charset="0"/>
                <a:ea typeface="Arial" pitchFamily="34" charset="-122"/>
                <a:cs typeface="Arial" pitchFamily="34" charset="-120"/>
              </a:rPr>
              <a:t>Sources: Kemp, S. (2026). Digital 2026: The Philippines. DataReportal. | Department of Trade and Industry. (n.d.). 2023 Philippine MSME statistics.</a:t>
            </a:r>
            <a:endParaRPr lang="en-US" sz="950" dirty="0"/>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420" fill="hold"/>
                                        <p:tgtEl>
                                          <p:spTgt spid="2"/>
                                        </p:tgtEl>
                                        <p:attrNameLst>
                                          <p:attrName>ppt_w</p:attrName>
                                        </p:attrNameLst>
                                      </p:cBhvr>
                                      <p:tavLst>
                                        <p:tav tm="0">
                                          <p:val>
                                            <p:fltVal val="0"/>
                                          </p:val>
                                        </p:tav>
                                        <p:tav tm="100000">
                                          <p:val>
                                            <p:strVal val="#ppt_w"/>
                                          </p:val>
                                        </p:tav>
                                      </p:tavLst>
                                    </p:anim>
                                    <p:anim calcmode="lin" valueType="num">
                                      <p:cBhvr additive="base">
                                        <p:cTn id="8" dur="420" fill="hold"/>
                                        <p:tgtEl>
                                          <p:spTgt spid="2"/>
                                        </p:tgtEl>
                                        <p:attrNameLst>
                                          <p:attrName>ppt_h</p:attrName>
                                        </p:attrNameLst>
                                      </p:cBhvr>
                                      <p:tavLst>
                                        <p:tav tm="0">
                                          <p:val>
                                            <p:fltVal val="0"/>
                                          </p:val>
                                        </p:tav>
                                        <p:tav tm="100000">
                                          <p:val>
                                            <p:strVal val="#ppt_h"/>
                                          </p:val>
                                        </p:tav>
                                      </p:tavLst>
                                    </p:anim>
                                    <p:animEffect transition="in" filter="fade">
                                      <p:cBhvr>
                                        <p:cTn id="9" dur="420"/>
                                        <p:tgtEl>
                                          <p:spTgt spid="2"/>
                                        </p:tgtEl>
                                      </p:cBhvr>
                                    </p:animEffect>
                                  </p:childTnLst>
                                </p:cTn>
                              </p:par>
                              <p:par>
                                <p:cTn id="10" presetID="53" presetClass="entr" presetSubtype="16" fill="hold" nodeType="withEffect">
                                  <p:stCondLst>
                                    <p:cond delay="27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420" fill="hold"/>
                                        <p:tgtEl>
                                          <p:spTgt spid="5"/>
                                        </p:tgtEl>
                                        <p:attrNameLst>
                                          <p:attrName>ppt_w</p:attrName>
                                        </p:attrNameLst>
                                      </p:cBhvr>
                                      <p:tavLst>
                                        <p:tav tm="0">
                                          <p:val>
                                            <p:fltVal val="0"/>
                                          </p:val>
                                        </p:tav>
                                        <p:tav tm="100000">
                                          <p:val>
                                            <p:strVal val="#ppt_w"/>
                                          </p:val>
                                        </p:tav>
                                      </p:tavLst>
                                    </p:anim>
                                    <p:anim calcmode="lin" valueType="num">
                                      <p:cBhvr additive="base">
                                        <p:cTn id="13" dur="420" fill="hold"/>
                                        <p:tgtEl>
                                          <p:spTgt spid="5"/>
                                        </p:tgtEl>
                                        <p:attrNameLst>
                                          <p:attrName>ppt_h</p:attrName>
                                        </p:attrNameLst>
                                      </p:cBhvr>
                                      <p:tavLst>
                                        <p:tav tm="0">
                                          <p:val>
                                            <p:fltVal val="0"/>
                                          </p:val>
                                        </p:tav>
                                        <p:tav tm="100000">
                                          <p:val>
                                            <p:strVal val="#ppt_h"/>
                                          </p:val>
                                        </p:tav>
                                      </p:tavLst>
                                    </p:anim>
                                    <p:animEffect transition="in" filter="fade">
                                      <p:cBhvr>
                                        <p:cTn id="14" dur="420"/>
                                        <p:tgtEl>
                                          <p:spTgt spid="5"/>
                                        </p:tgtEl>
                                      </p:cBhvr>
                                    </p:animEffect>
                                  </p:childTnLst>
                                </p:cTn>
                              </p:par>
                              <p:par>
                                <p:cTn id="15" presetID="53" presetClass="entr" presetSubtype="16" fill="hold" nodeType="withEffect">
                                  <p:stCondLst>
                                    <p:cond delay="27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420" fill="hold"/>
                                        <p:tgtEl>
                                          <p:spTgt spid="6"/>
                                        </p:tgtEl>
                                        <p:attrNameLst>
                                          <p:attrName>ppt_w</p:attrName>
                                        </p:attrNameLst>
                                      </p:cBhvr>
                                      <p:tavLst>
                                        <p:tav tm="0">
                                          <p:val>
                                            <p:fltVal val="0"/>
                                          </p:val>
                                        </p:tav>
                                        <p:tav tm="100000">
                                          <p:val>
                                            <p:strVal val="#ppt_w"/>
                                          </p:val>
                                        </p:tav>
                                      </p:tavLst>
                                    </p:anim>
                                    <p:anim calcmode="lin" valueType="num">
                                      <p:cBhvr additive="base">
                                        <p:cTn id="18" dur="420" fill="hold"/>
                                        <p:tgtEl>
                                          <p:spTgt spid="6"/>
                                        </p:tgtEl>
                                        <p:attrNameLst>
                                          <p:attrName>ppt_h</p:attrName>
                                        </p:attrNameLst>
                                      </p:cBhvr>
                                      <p:tavLst>
                                        <p:tav tm="0">
                                          <p:val>
                                            <p:fltVal val="0"/>
                                          </p:val>
                                        </p:tav>
                                        <p:tav tm="100000">
                                          <p:val>
                                            <p:strVal val="#ppt_h"/>
                                          </p:val>
                                        </p:tav>
                                      </p:tavLst>
                                    </p:anim>
                                    <p:animEffect transition="in" filter="fade">
                                      <p:cBhvr>
                                        <p:cTn id="19" dur="420"/>
                                        <p:tgtEl>
                                          <p:spTgt spid="6"/>
                                        </p:tgtEl>
                                      </p:cBhvr>
                                    </p:animEffect>
                                  </p:childTnLst>
                                </p:cTn>
                              </p:par>
                              <p:par>
                                <p:cTn id="20" presetID="53" presetClass="entr" presetSubtype="16" fill="hold" nodeType="withEffect">
                                  <p:stCondLst>
                                    <p:cond delay="270"/>
                                  </p:stCondLst>
                                  <p:childTnLst>
                                    <p:set>
                                      <p:cBhvr>
                                        <p:cTn id="21" dur="1" fill="hold">
                                          <p:stCondLst>
                                            <p:cond delay="0"/>
                                          </p:stCondLst>
                                        </p:cTn>
                                        <p:tgtEl>
                                          <p:spTgt spid="7"/>
                                        </p:tgtEl>
                                        <p:attrNameLst>
                                          <p:attrName>style.visibility</p:attrName>
                                        </p:attrNameLst>
                                      </p:cBhvr>
                                      <p:to>
                                        <p:strVal val="visible"/>
                                      </p:to>
                                    </p:set>
                                    <p:anim calcmode="lin" valueType="num">
                                      <p:cBhvr additive="base">
                                        <p:cTn id="22" dur="420" fill="hold"/>
                                        <p:tgtEl>
                                          <p:spTgt spid="7"/>
                                        </p:tgtEl>
                                        <p:attrNameLst>
                                          <p:attrName>ppt_w</p:attrName>
                                        </p:attrNameLst>
                                      </p:cBhvr>
                                      <p:tavLst>
                                        <p:tav tm="0">
                                          <p:val>
                                            <p:fltVal val="0"/>
                                          </p:val>
                                        </p:tav>
                                        <p:tav tm="100000">
                                          <p:val>
                                            <p:strVal val="#ppt_w"/>
                                          </p:val>
                                        </p:tav>
                                      </p:tavLst>
                                    </p:anim>
                                    <p:anim calcmode="lin" valueType="num">
                                      <p:cBhvr additive="base">
                                        <p:cTn id="23" dur="420" fill="hold"/>
                                        <p:tgtEl>
                                          <p:spTgt spid="7"/>
                                        </p:tgtEl>
                                        <p:attrNameLst>
                                          <p:attrName>ppt_h</p:attrName>
                                        </p:attrNameLst>
                                      </p:cBhvr>
                                      <p:tavLst>
                                        <p:tav tm="0">
                                          <p:val>
                                            <p:fltVal val="0"/>
                                          </p:val>
                                        </p:tav>
                                        <p:tav tm="100000">
                                          <p:val>
                                            <p:strVal val="#ppt_h"/>
                                          </p:val>
                                        </p:tav>
                                      </p:tavLst>
                                    </p:anim>
                                    <p:animEffect transition="in" filter="fade">
                                      <p:cBhvr>
                                        <p:cTn id="24" dur="420"/>
                                        <p:tgtEl>
                                          <p:spTgt spid="7"/>
                                        </p:tgtEl>
                                      </p:cBhvr>
                                    </p:animEffect>
                                  </p:childTnLst>
                                </p:cTn>
                              </p:par>
                              <p:par>
                                <p:cTn id="25" presetID="53" presetClass="entr" presetSubtype="16" fill="hold" nodeType="withEffect">
                                  <p:stCondLst>
                                    <p:cond delay="27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420" fill="hold"/>
                                        <p:tgtEl>
                                          <p:spTgt spid="8"/>
                                        </p:tgtEl>
                                        <p:attrNameLst>
                                          <p:attrName>ppt_w</p:attrName>
                                        </p:attrNameLst>
                                      </p:cBhvr>
                                      <p:tavLst>
                                        <p:tav tm="0">
                                          <p:val>
                                            <p:fltVal val="0"/>
                                          </p:val>
                                        </p:tav>
                                        <p:tav tm="100000">
                                          <p:val>
                                            <p:strVal val="#ppt_w"/>
                                          </p:val>
                                        </p:tav>
                                      </p:tavLst>
                                    </p:anim>
                                    <p:anim calcmode="lin" valueType="num">
                                      <p:cBhvr additive="base">
                                        <p:cTn id="28" dur="420" fill="hold"/>
                                        <p:tgtEl>
                                          <p:spTgt spid="8"/>
                                        </p:tgtEl>
                                        <p:attrNameLst>
                                          <p:attrName>ppt_h</p:attrName>
                                        </p:attrNameLst>
                                      </p:cBhvr>
                                      <p:tavLst>
                                        <p:tav tm="0">
                                          <p:val>
                                            <p:fltVal val="0"/>
                                          </p:val>
                                        </p:tav>
                                        <p:tav tm="100000">
                                          <p:val>
                                            <p:strVal val="#ppt_h"/>
                                          </p:val>
                                        </p:tav>
                                      </p:tavLst>
                                    </p:anim>
                                    <p:animEffect transition="in" filter="fade">
                                      <p:cBhvr>
                                        <p:cTn id="29" dur="420"/>
                                        <p:tgtEl>
                                          <p:spTgt spid="8"/>
                                        </p:tgtEl>
                                      </p:cBhvr>
                                    </p:animEffect>
                                  </p:childTnLst>
                                </p:cTn>
                              </p:par>
                              <p:par>
                                <p:cTn id="30" presetID="53" presetClass="entr" presetSubtype="16" fill="hold" nodeType="withEffect">
                                  <p:stCondLst>
                                    <p:cond delay="270"/>
                                  </p:stCondLst>
                                  <p:childTnLst>
                                    <p:set>
                                      <p:cBhvr>
                                        <p:cTn id="31" dur="1" fill="hold">
                                          <p:stCondLst>
                                            <p:cond delay="0"/>
                                          </p:stCondLst>
                                        </p:cTn>
                                        <p:tgtEl>
                                          <p:spTgt spid="9"/>
                                        </p:tgtEl>
                                        <p:attrNameLst>
                                          <p:attrName>style.visibility</p:attrName>
                                        </p:attrNameLst>
                                      </p:cBhvr>
                                      <p:to>
                                        <p:strVal val="visible"/>
                                      </p:to>
                                    </p:set>
                                    <p:anim calcmode="lin" valueType="num">
                                      <p:cBhvr additive="base">
                                        <p:cTn id="32" dur="420" fill="hold"/>
                                        <p:tgtEl>
                                          <p:spTgt spid="9"/>
                                        </p:tgtEl>
                                        <p:attrNameLst>
                                          <p:attrName>ppt_w</p:attrName>
                                        </p:attrNameLst>
                                      </p:cBhvr>
                                      <p:tavLst>
                                        <p:tav tm="0">
                                          <p:val>
                                            <p:fltVal val="0"/>
                                          </p:val>
                                        </p:tav>
                                        <p:tav tm="100000">
                                          <p:val>
                                            <p:strVal val="#ppt_w"/>
                                          </p:val>
                                        </p:tav>
                                      </p:tavLst>
                                    </p:anim>
                                    <p:anim calcmode="lin" valueType="num">
                                      <p:cBhvr additive="base">
                                        <p:cTn id="33" dur="420" fill="hold"/>
                                        <p:tgtEl>
                                          <p:spTgt spid="9"/>
                                        </p:tgtEl>
                                        <p:attrNameLst>
                                          <p:attrName>ppt_h</p:attrName>
                                        </p:attrNameLst>
                                      </p:cBhvr>
                                      <p:tavLst>
                                        <p:tav tm="0">
                                          <p:val>
                                            <p:fltVal val="0"/>
                                          </p:val>
                                        </p:tav>
                                        <p:tav tm="100000">
                                          <p:val>
                                            <p:strVal val="#ppt_h"/>
                                          </p:val>
                                        </p:tav>
                                      </p:tavLst>
                                    </p:anim>
                                    <p:animEffect transition="in" filter="fade">
                                      <p:cBhvr>
                                        <p:cTn id="34" dur="420"/>
                                        <p:tgtEl>
                                          <p:spTgt spid="9"/>
                                        </p:tgtEl>
                                      </p:cBhvr>
                                    </p:animEffect>
                                  </p:childTnLst>
                                </p:cTn>
                              </p:par>
                              <p:par>
                                <p:cTn id="35" presetID="53" presetClass="entr" presetSubtype="16" fill="hold" nodeType="withEffect">
                                  <p:stCondLst>
                                    <p:cond delay="390"/>
                                  </p:stCondLst>
                                  <p:childTnLst>
                                    <p:set>
                                      <p:cBhvr>
                                        <p:cTn id="36" dur="1" fill="hold">
                                          <p:stCondLst>
                                            <p:cond delay="0"/>
                                          </p:stCondLst>
                                        </p:cTn>
                                        <p:tgtEl>
                                          <p:spTgt spid="10"/>
                                        </p:tgtEl>
                                        <p:attrNameLst>
                                          <p:attrName>style.visibility</p:attrName>
                                        </p:attrNameLst>
                                      </p:cBhvr>
                                      <p:to>
                                        <p:strVal val="visible"/>
                                      </p:to>
                                    </p:set>
                                    <p:anim calcmode="lin" valueType="num">
                                      <p:cBhvr additive="base">
                                        <p:cTn id="37" dur="420" fill="hold"/>
                                        <p:tgtEl>
                                          <p:spTgt spid="10"/>
                                        </p:tgtEl>
                                        <p:attrNameLst>
                                          <p:attrName>ppt_w</p:attrName>
                                        </p:attrNameLst>
                                      </p:cBhvr>
                                      <p:tavLst>
                                        <p:tav tm="0">
                                          <p:val>
                                            <p:fltVal val="0"/>
                                          </p:val>
                                        </p:tav>
                                        <p:tav tm="100000">
                                          <p:val>
                                            <p:strVal val="#ppt_w"/>
                                          </p:val>
                                        </p:tav>
                                      </p:tavLst>
                                    </p:anim>
                                    <p:anim calcmode="lin" valueType="num">
                                      <p:cBhvr additive="base">
                                        <p:cTn id="38" dur="420" fill="hold"/>
                                        <p:tgtEl>
                                          <p:spTgt spid="10"/>
                                        </p:tgtEl>
                                        <p:attrNameLst>
                                          <p:attrName>ppt_h</p:attrName>
                                        </p:attrNameLst>
                                      </p:cBhvr>
                                      <p:tavLst>
                                        <p:tav tm="0">
                                          <p:val>
                                            <p:fltVal val="0"/>
                                          </p:val>
                                        </p:tav>
                                        <p:tav tm="100000">
                                          <p:val>
                                            <p:strVal val="#ppt_h"/>
                                          </p:val>
                                        </p:tav>
                                      </p:tavLst>
                                    </p:anim>
                                    <p:animEffect transition="in" filter="fade">
                                      <p:cBhvr>
                                        <p:cTn id="39" dur="420"/>
                                        <p:tgtEl>
                                          <p:spTgt spid="10"/>
                                        </p:tgtEl>
                                      </p:cBhvr>
                                    </p:animEffect>
                                  </p:childTnLst>
                                </p:cTn>
                              </p:par>
                              <p:par>
                                <p:cTn id="40" presetID="53" presetClass="entr" presetSubtype="16" fill="hold" nodeType="withEffect">
                                  <p:stCondLst>
                                    <p:cond delay="390"/>
                                  </p:stCondLst>
                                  <p:childTnLst>
                                    <p:set>
                                      <p:cBhvr>
                                        <p:cTn id="41" dur="1" fill="hold">
                                          <p:stCondLst>
                                            <p:cond delay="0"/>
                                          </p:stCondLst>
                                        </p:cTn>
                                        <p:tgtEl>
                                          <p:spTgt spid="11"/>
                                        </p:tgtEl>
                                        <p:attrNameLst>
                                          <p:attrName>style.visibility</p:attrName>
                                        </p:attrNameLst>
                                      </p:cBhvr>
                                      <p:to>
                                        <p:strVal val="visible"/>
                                      </p:to>
                                    </p:set>
                                    <p:anim calcmode="lin" valueType="num">
                                      <p:cBhvr additive="base">
                                        <p:cTn id="42" dur="420" fill="hold"/>
                                        <p:tgtEl>
                                          <p:spTgt spid="11"/>
                                        </p:tgtEl>
                                        <p:attrNameLst>
                                          <p:attrName>ppt_w</p:attrName>
                                        </p:attrNameLst>
                                      </p:cBhvr>
                                      <p:tavLst>
                                        <p:tav tm="0">
                                          <p:val>
                                            <p:fltVal val="0"/>
                                          </p:val>
                                        </p:tav>
                                        <p:tav tm="100000">
                                          <p:val>
                                            <p:strVal val="#ppt_w"/>
                                          </p:val>
                                        </p:tav>
                                      </p:tavLst>
                                    </p:anim>
                                    <p:anim calcmode="lin" valueType="num">
                                      <p:cBhvr additive="base">
                                        <p:cTn id="43" dur="420" fill="hold"/>
                                        <p:tgtEl>
                                          <p:spTgt spid="11"/>
                                        </p:tgtEl>
                                        <p:attrNameLst>
                                          <p:attrName>ppt_h</p:attrName>
                                        </p:attrNameLst>
                                      </p:cBhvr>
                                      <p:tavLst>
                                        <p:tav tm="0">
                                          <p:val>
                                            <p:fltVal val="0"/>
                                          </p:val>
                                        </p:tav>
                                        <p:tav tm="100000">
                                          <p:val>
                                            <p:strVal val="#ppt_h"/>
                                          </p:val>
                                        </p:tav>
                                      </p:tavLst>
                                    </p:anim>
                                    <p:animEffect transition="in" filter="fade">
                                      <p:cBhvr>
                                        <p:cTn id="44" dur="420"/>
                                        <p:tgtEl>
                                          <p:spTgt spid="11"/>
                                        </p:tgtEl>
                                      </p:cBhvr>
                                    </p:animEffect>
                                  </p:childTnLst>
                                </p:cTn>
                              </p:par>
                              <p:par>
                                <p:cTn id="45" presetID="53" presetClass="entr" presetSubtype="16" fill="hold" nodeType="withEffect">
                                  <p:stCondLst>
                                    <p:cond delay="390"/>
                                  </p:stCondLst>
                                  <p:childTnLst>
                                    <p:set>
                                      <p:cBhvr>
                                        <p:cTn id="46" dur="1" fill="hold">
                                          <p:stCondLst>
                                            <p:cond delay="0"/>
                                          </p:stCondLst>
                                        </p:cTn>
                                        <p:tgtEl>
                                          <p:spTgt spid="12"/>
                                        </p:tgtEl>
                                        <p:attrNameLst>
                                          <p:attrName>style.visibility</p:attrName>
                                        </p:attrNameLst>
                                      </p:cBhvr>
                                      <p:to>
                                        <p:strVal val="visible"/>
                                      </p:to>
                                    </p:set>
                                    <p:anim calcmode="lin" valueType="num">
                                      <p:cBhvr additive="base">
                                        <p:cTn id="47" dur="420" fill="hold"/>
                                        <p:tgtEl>
                                          <p:spTgt spid="12"/>
                                        </p:tgtEl>
                                        <p:attrNameLst>
                                          <p:attrName>ppt_w</p:attrName>
                                        </p:attrNameLst>
                                      </p:cBhvr>
                                      <p:tavLst>
                                        <p:tav tm="0">
                                          <p:val>
                                            <p:fltVal val="0"/>
                                          </p:val>
                                        </p:tav>
                                        <p:tav tm="100000">
                                          <p:val>
                                            <p:strVal val="#ppt_w"/>
                                          </p:val>
                                        </p:tav>
                                      </p:tavLst>
                                    </p:anim>
                                    <p:anim calcmode="lin" valueType="num">
                                      <p:cBhvr additive="base">
                                        <p:cTn id="48" dur="420" fill="hold"/>
                                        <p:tgtEl>
                                          <p:spTgt spid="12"/>
                                        </p:tgtEl>
                                        <p:attrNameLst>
                                          <p:attrName>ppt_h</p:attrName>
                                        </p:attrNameLst>
                                      </p:cBhvr>
                                      <p:tavLst>
                                        <p:tav tm="0">
                                          <p:val>
                                            <p:fltVal val="0"/>
                                          </p:val>
                                        </p:tav>
                                        <p:tav tm="100000">
                                          <p:val>
                                            <p:strVal val="#ppt_h"/>
                                          </p:val>
                                        </p:tav>
                                      </p:tavLst>
                                    </p:anim>
                                    <p:animEffect transition="in" filter="fade">
                                      <p:cBhvr>
                                        <p:cTn id="49" dur="420"/>
                                        <p:tgtEl>
                                          <p:spTgt spid="12"/>
                                        </p:tgtEl>
                                      </p:cBhvr>
                                    </p:animEffect>
                                  </p:childTnLst>
                                </p:cTn>
                              </p:par>
                              <p:par>
                                <p:cTn id="50" presetID="53" presetClass="entr" presetSubtype="16" fill="hold" nodeType="withEffect">
                                  <p:stCondLst>
                                    <p:cond delay="390"/>
                                  </p:stCondLst>
                                  <p:childTnLst>
                                    <p:set>
                                      <p:cBhvr>
                                        <p:cTn id="51" dur="1" fill="hold">
                                          <p:stCondLst>
                                            <p:cond delay="0"/>
                                          </p:stCondLst>
                                        </p:cTn>
                                        <p:tgtEl>
                                          <p:spTgt spid="13"/>
                                        </p:tgtEl>
                                        <p:attrNameLst>
                                          <p:attrName>style.visibility</p:attrName>
                                        </p:attrNameLst>
                                      </p:cBhvr>
                                      <p:to>
                                        <p:strVal val="visible"/>
                                      </p:to>
                                    </p:set>
                                    <p:anim calcmode="lin" valueType="num">
                                      <p:cBhvr additive="base">
                                        <p:cTn id="52" dur="420" fill="hold"/>
                                        <p:tgtEl>
                                          <p:spTgt spid="13"/>
                                        </p:tgtEl>
                                        <p:attrNameLst>
                                          <p:attrName>ppt_w</p:attrName>
                                        </p:attrNameLst>
                                      </p:cBhvr>
                                      <p:tavLst>
                                        <p:tav tm="0">
                                          <p:val>
                                            <p:fltVal val="0"/>
                                          </p:val>
                                        </p:tav>
                                        <p:tav tm="100000">
                                          <p:val>
                                            <p:strVal val="#ppt_w"/>
                                          </p:val>
                                        </p:tav>
                                      </p:tavLst>
                                    </p:anim>
                                    <p:anim calcmode="lin" valueType="num">
                                      <p:cBhvr additive="base">
                                        <p:cTn id="53" dur="420" fill="hold"/>
                                        <p:tgtEl>
                                          <p:spTgt spid="13"/>
                                        </p:tgtEl>
                                        <p:attrNameLst>
                                          <p:attrName>ppt_h</p:attrName>
                                        </p:attrNameLst>
                                      </p:cBhvr>
                                      <p:tavLst>
                                        <p:tav tm="0">
                                          <p:val>
                                            <p:fltVal val="0"/>
                                          </p:val>
                                        </p:tav>
                                        <p:tav tm="100000">
                                          <p:val>
                                            <p:strVal val="#ppt_h"/>
                                          </p:val>
                                        </p:tav>
                                      </p:tavLst>
                                    </p:anim>
                                    <p:animEffect transition="in" filter="fade">
                                      <p:cBhvr>
                                        <p:cTn id="54" dur="420"/>
                                        <p:tgtEl>
                                          <p:spTgt spid="13"/>
                                        </p:tgtEl>
                                      </p:cBhvr>
                                    </p:animEffect>
                                  </p:childTnLst>
                                </p:cTn>
                              </p:par>
                              <p:par>
                                <p:cTn id="55" presetID="53" presetClass="entr" presetSubtype="16" fill="hold" nodeType="withEffect">
                                  <p:stCondLst>
                                    <p:cond delay="390"/>
                                  </p:stCondLst>
                                  <p:childTnLst>
                                    <p:set>
                                      <p:cBhvr>
                                        <p:cTn id="56" dur="1" fill="hold">
                                          <p:stCondLst>
                                            <p:cond delay="0"/>
                                          </p:stCondLst>
                                        </p:cTn>
                                        <p:tgtEl>
                                          <p:spTgt spid="14"/>
                                        </p:tgtEl>
                                        <p:attrNameLst>
                                          <p:attrName>style.visibility</p:attrName>
                                        </p:attrNameLst>
                                      </p:cBhvr>
                                      <p:to>
                                        <p:strVal val="visible"/>
                                      </p:to>
                                    </p:set>
                                    <p:anim calcmode="lin" valueType="num">
                                      <p:cBhvr additive="base">
                                        <p:cTn id="57" dur="420" fill="hold"/>
                                        <p:tgtEl>
                                          <p:spTgt spid="14"/>
                                        </p:tgtEl>
                                        <p:attrNameLst>
                                          <p:attrName>ppt_w</p:attrName>
                                        </p:attrNameLst>
                                      </p:cBhvr>
                                      <p:tavLst>
                                        <p:tav tm="0">
                                          <p:val>
                                            <p:fltVal val="0"/>
                                          </p:val>
                                        </p:tav>
                                        <p:tav tm="100000">
                                          <p:val>
                                            <p:strVal val="#ppt_w"/>
                                          </p:val>
                                        </p:tav>
                                      </p:tavLst>
                                    </p:anim>
                                    <p:anim calcmode="lin" valueType="num">
                                      <p:cBhvr additive="base">
                                        <p:cTn id="58" dur="420" fill="hold"/>
                                        <p:tgtEl>
                                          <p:spTgt spid="14"/>
                                        </p:tgtEl>
                                        <p:attrNameLst>
                                          <p:attrName>ppt_h</p:attrName>
                                        </p:attrNameLst>
                                      </p:cBhvr>
                                      <p:tavLst>
                                        <p:tav tm="0">
                                          <p:val>
                                            <p:fltVal val="0"/>
                                          </p:val>
                                        </p:tav>
                                        <p:tav tm="100000">
                                          <p:val>
                                            <p:strVal val="#ppt_h"/>
                                          </p:val>
                                        </p:tav>
                                      </p:tavLst>
                                    </p:anim>
                                    <p:animEffect transition="in" filter="fade">
                                      <p:cBhvr>
                                        <p:cTn id="59" dur="420"/>
                                        <p:tgtEl>
                                          <p:spTgt spid="14"/>
                                        </p:tgtEl>
                                      </p:cBhvr>
                                    </p:animEffect>
                                  </p:childTnLst>
                                </p:cTn>
                              </p:par>
                              <p:par>
                                <p:cTn id="60" presetID="53" presetClass="entr" presetSubtype="16" fill="hold" nodeType="withEffect">
                                  <p:stCondLst>
                                    <p:cond delay="510"/>
                                  </p:stCondLst>
                                  <p:childTnLst>
                                    <p:set>
                                      <p:cBhvr>
                                        <p:cTn id="61" dur="1" fill="hold">
                                          <p:stCondLst>
                                            <p:cond delay="0"/>
                                          </p:stCondLst>
                                        </p:cTn>
                                        <p:tgtEl>
                                          <p:spTgt spid="15"/>
                                        </p:tgtEl>
                                        <p:attrNameLst>
                                          <p:attrName>style.visibility</p:attrName>
                                        </p:attrNameLst>
                                      </p:cBhvr>
                                      <p:to>
                                        <p:strVal val="visible"/>
                                      </p:to>
                                    </p:set>
                                    <p:anim calcmode="lin" valueType="num">
                                      <p:cBhvr additive="base">
                                        <p:cTn id="62" dur="420" fill="hold"/>
                                        <p:tgtEl>
                                          <p:spTgt spid="15"/>
                                        </p:tgtEl>
                                        <p:attrNameLst>
                                          <p:attrName>ppt_w</p:attrName>
                                        </p:attrNameLst>
                                      </p:cBhvr>
                                      <p:tavLst>
                                        <p:tav tm="0">
                                          <p:val>
                                            <p:fltVal val="0"/>
                                          </p:val>
                                        </p:tav>
                                        <p:tav tm="100000">
                                          <p:val>
                                            <p:strVal val="#ppt_w"/>
                                          </p:val>
                                        </p:tav>
                                      </p:tavLst>
                                    </p:anim>
                                    <p:anim calcmode="lin" valueType="num">
                                      <p:cBhvr additive="base">
                                        <p:cTn id="63" dur="420" fill="hold"/>
                                        <p:tgtEl>
                                          <p:spTgt spid="15"/>
                                        </p:tgtEl>
                                        <p:attrNameLst>
                                          <p:attrName>ppt_h</p:attrName>
                                        </p:attrNameLst>
                                      </p:cBhvr>
                                      <p:tavLst>
                                        <p:tav tm="0">
                                          <p:val>
                                            <p:fltVal val="0"/>
                                          </p:val>
                                        </p:tav>
                                        <p:tav tm="100000">
                                          <p:val>
                                            <p:strVal val="#ppt_h"/>
                                          </p:val>
                                        </p:tav>
                                      </p:tavLst>
                                    </p:anim>
                                    <p:animEffect transition="in" filter="fade">
                                      <p:cBhvr>
                                        <p:cTn id="64" dur="420"/>
                                        <p:tgtEl>
                                          <p:spTgt spid="15"/>
                                        </p:tgtEl>
                                      </p:cBhvr>
                                    </p:animEffect>
                                  </p:childTnLst>
                                </p:cTn>
                              </p:par>
                              <p:par>
                                <p:cTn id="65" presetID="53" presetClass="entr" presetSubtype="16" fill="hold" nodeType="withEffect">
                                  <p:stCondLst>
                                    <p:cond delay="510"/>
                                  </p:stCondLst>
                                  <p:childTnLst>
                                    <p:set>
                                      <p:cBhvr>
                                        <p:cTn id="66" dur="1" fill="hold">
                                          <p:stCondLst>
                                            <p:cond delay="0"/>
                                          </p:stCondLst>
                                        </p:cTn>
                                        <p:tgtEl>
                                          <p:spTgt spid="16"/>
                                        </p:tgtEl>
                                        <p:attrNameLst>
                                          <p:attrName>style.visibility</p:attrName>
                                        </p:attrNameLst>
                                      </p:cBhvr>
                                      <p:to>
                                        <p:strVal val="visible"/>
                                      </p:to>
                                    </p:set>
                                    <p:anim calcmode="lin" valueType="num">
                                      <p:cBhvr additive="base">
                                        <p:cTn id="67" dur="420" fill="hold"/>
                                        <p:tgtEl>
                                          <p:spTgt spid="16"/>
                                        </p:tgtEl>
                                        <p:attrNameLst>
                                          <p:attrName>ppt_w</p:attrName>
                                        </p:attrNameLst>
                                      </p:cBhvr>
                                      <p:tavLst>
                                        <p:tav tm="0">
                                          <p:val>
                                            <p:fltVal val="0"/>
                                          </p:val>
                                        </p:tav>
                                        <p:tav tm="100000">
                                          <p:val>
                                            <p:strVal val="#ppt_w"/>
                                          </p:val>
                                        </p:tav>
                                      </p:tavLst>
                                    </p:anim>
                                    <p:anim calcmode="lin" valueType="num">
                                      <p:cBhvr additive="base">
                                        <p:cTn id="68" dur="420" fill="hold"/>
                                        <p:tgtEl>
                                          <p:spTgt spid="16"/>
                                        </p:tgtEl>
                                        <p:attrNameLst>
                                          <p:attrName>ppt_h</p:attrName>
                                        </p:attrNameLst>
                                      </p:cBhvr>
                                      <p:tavLst>
                                        <p:tav tm="0">
                                          <p:val>
                                            <p:fltVal val="0"/>
                                          </p:val>
                                        </p:tav>
                                        <p:tav tm="100000">
                                          <p:val>
                                            <p:strVal val="#ppt_h"/>
                                          </p:val>
                                        </p:tav>
                                      </p:tavLst>
                                    </p:anim>
                                    <p:animEffect transition="in" filter="fade">
                                      <p:cBhvr>
                                        <p:cTn id="69" dur="420"/>
                                        <p:tgtEl>
                                          <p:spTgt spid="16"/>
                                        </p:tgtEl>
                                      </p:cBhvr>
                                    </p:animEffect>
                                  </p:childTnLst>
                                </p:cTn>
                              </p:par>
                              <p:par>
                                <p:cTn id="70" presetID="53" presetClass="entr" presetSubtype="16" fill="hold" nodeType="withEffect">
                                  <p:stCondLst>
                                    <p:cond delay="510"/>
                                  </p:stCondLst>
                                  <p:childTnLst>
                                    <p:set>
                                      <p:cBhvr>
                                        <p:cTn id="71" dur="1" fill="hold">
                                          <p:stCondLst>
                                            <p:cond delay="0"/>
                                          </p:stCondLst>
                                        </p:cTn>
                                        <p:tgtEl>
                                          <p:spTgt spid="17"/>
                                        </p:tgtEl>
                                        <p:attrNameLst>
                                          <p:attrName>style.visibility</p:attrName>
                                        </p:attrNameLst>
                                      </p:cBhvr>
                                      <p:to>
                                        <p:strVal val="visible"/>
                                      </p:to>
                                    </p:set>
                                    <p:anim calcmode="lin" valueType="num">
                                      <p:cBhvr additive="base">
                                        <p:cTn id="72" dur="420" fill="hold"/>
                                        <p:tgtEl>
                                          <p:spTgt spid="17"/>
                                        </p:tgtEl>
                                        <p:attrNameLst>
                                          <p:attrName>ppt_w</p:attrName>
                                        </p:attrNameLst>
                                      </p:cBhvr>
                                      <p:tavLst>
                                        <p:tav tm="0">
                                          <p:val>
                                            <p:fltVal val="0"/>
                                          </p:val>
                                        </p:tav>
                                        <p:tav tm="100000">
                                          <p:val>
                                            <p:strVal val="#ppt_w"/>
                                          </p:val>
                                        </p:tav>
                                      </p:tavLst>
                                    </p:anim>
                                    <p:anim calcmode="lin" valueType="num">
                                      <p:cBhvr additive="base">
                                        <p:cTn id="73" dur="420" fill="hold"/>
                                        <p:tgtEl>
                                          <p:spTgt spid="17"/>
                                        </p:tgtEl>
                                        <p:attrNameLst>
                                          <p:attrName>ppt_h</p:attrName>
                                        </p:attrNameLst>
                                      </p:cBhvr>
                                      <p:tavLst>
                                        <p:tav tm="0">
                                          <p:val>
                                            <p:fltVal val="0"/>
                                          </p:val>
                                        </p:tav>
                                        <p:tav tm="100000">
                                          <p:val>
                                            <p:strVal val="#ppt_h"/>
                                          </p:val>
                                        </p:tav>
                                      </p:tavLst>
                                    </p:anim>
                                    <p:animEffect transition="in" filter="fade">
                                      <p:cBhvr>
                                        <p:cTn id="74" dur="420"/>
                                        <p:tgtEl>
                                          <p:spTgt spid="17"/>
                                        </p:tgtEl>
                                      </p:cBhvr>
                                    </p:animEffect>
                                  </p:childTnLst>
                                </p:cTn>
                              </p:par>
                              <p:par>
                                <p:cTn id="75" presetID="53" presetClass="entr" presetSubtype="16" fill="hold" nodeType="withEffect">
                                  <p:stCondLst>
                                    <p:cond delay="510"/>
                                  </p:stCondLst>
                                  <p:childTnLst>
                                    <p:set>
                                      <p:cBhvr>
                                        <p:cTn id="76" dur="1" fill="hold">
                                          <p:stCondLst>
                                            <p:cond delay="0"/>
                                          </p:stCondLst>
                                        </p:cTn>
                                        <p:tgtEl>
                                          <p:spTgt spid="18"/>
                                        </p:tgtEl>
                                        <p:attrNameLst>
                                          <p:attrName>style.visibility</p:attrName>
                                        </p:attrNameLst>
                                      </p:cBhvr>
                                      <p:to>
                                        <p:strVal val="visible"/>
                                      </p:to>
                                    </p:set>
                                    <p:anim calcmode="lin" valueType="num">
                                      <p:cBhvr additive="base">
                                        <p:cTn id="77" dur="420" fill="hold"/>
                                        <p:tgtEl>
                                          <p:spTgt spid="18"/>
                                        </p:tgtEl>
                                        <p:attrNameLst>
                                          <p:attrName>ppt_w</p:attrName>
                                        </p:attrNameLst>
                                      </p:cBhvr>
                                      <p:tavLst>
                                        <p:tav tm="0">
                                          <p:val>
                                            <p:fltVal val="0"/>
                                          </p:val>
                                        </p:tav>
                                        <p:tav tm="100000">
                                          <p:val>
                                            <p:strVal val="#ppt_w"/>
                                          </p:val>
                                        </p:tav>
                                      </p:tavLst>
                                    </p:anim>
                                    <p:anim calcmode="lin" valueType="num">
                                      <p:cBhvr additive="base">
                                        <p:cTn id="78" dur="420" fill="hold"/>
                                        <p:tgtEl>
                                          <p:spTgt spid="18"/>
                                        </p:tgtEl>
                                        <p:attrNameLst>
                                          <p:attrName>ppt_h</p:attrName>
                                        </p:attrNameLst>
                                      </p:cBhvr>
                                      <p:tavLst>
                                        <p:tav tm="0">
                                          <p:val>
                                            <p:fltVal val="0"/>
                                          </p:val>
                                        </p:tav>
                                        <p:tav tm="100000">
                                          <p:val>
                                            <p:strVal val="#ppt_h"/>
                                          </p:val>
                                        </p:tav>
                                      </p:tavLst>
                                    </p:anim>
                                    <p:animEffect transition="in" filter="fade">
                                      <p:cBhvr>
                                        <p:cTn id="79" dur="420"/>
                                        <p:tgtEl>
                                          <p:spTgt spid="18"/>
                                        </p:tgtEl>
                                      </p:cBhvr>
                                    </p:animEffect>
                                  </p:childTnLst>
                                </p:cTn>
                              </p:par>
                              <p:par>
                                <p:cTn id="80" presetID="53" presetClass="entr" presetSubtype="16" fill="hold" nodeType="withEffect">
                                  <p:stCondLst>
                                    <p:cond delay="510"/>
                                  </p:stCondLst>
                                  <p:childTnLst>
                                    <p:set>
                                      <p:cBhvr>
                                        <p:cTn id="81" dur="1" fill="hold">
                                          <p:stCondLst>
                                            <p:cond delay="0"/>
                                          </p:stCondLst>
                                        </p:cTn>
                                        <p:tgtEl>
                                          <p:spTgt spid="19"/>
                                        </p:tgtEl>
                                        <p:attrNameLst>
                                          <p:attrName>style.visibility</p:attrName>
                                        </p:attrNameLst>
                                      </p:cBhvr>
                                      <p:to>
                                        <p:strVal val="visible"/>
                                      </p:to>
                                    </p:set>
                                    <p:anim calcmode="lin" valueType="num">
                                      <p:cBhvr additive="base">
                                        <p:cTn id="82" dur="420" fill="hold"/>
                                        <p:tgtEl>
                                          <p:spTgt spid="19"/>
                                        </p:tgtEl>
                                        <p:attrNameLst>
                                          <p:attrName>ppt_w</p:attrName>
                                        </p:attrNameLst>
                                      </p:cBhvr>
                                      <p:tavLst>
                                        <p:tav tm="0">
                                          <p:val>
                                            <p:fltVal val="0"/>
                                          </p:val>
                                        </p:tav>
                                        <p:tav tm="100000">
                                          <p:val>
                                            <p:strVal val="#ppt_w"/>
                                          </p:val>
                                        </p:tav>
                                      </p:tavLst>
                                    </p:anim>
                                    <p:anim calcmode="lin" valueType="num">
                                      <p:cBhvr additive="base">
                                        <p:cTn id="83" dur="420" fill="hold"/>
                                        <p:tgtEl>
                                          <p:spTgt spid="19"/>
                                        </p:tgtEl>
                                        <p:attrNameLst>
                                          <p:attrName>ppt_h</p:attrName>
                                        </p:attrNameLst>
                                      </p:cBhvr>
                                      <p:tavLst>
                                        <p:tav tm="0">
                                          <p:val>
                                            <p:fltVal val="0"/>
                                          </p:val>
                                        </p:tav>
                                        <p:tav tm="100000">
                                          <p:val>
                                            <p:strVal val="#ppt_h"/>
                                          </p:val>
                                        </p:tav>
                                      </p:tavLst>
                                    </p:anim>
                                    <p:animEffect transition="in" filter="fade">
                                      <p:cBhvr>
                                        <p:cTn id="84" dur="420"/>
                                        <p:tgtEl>
                                          <p:spTgt spid="19"/>
                                        </p:tgtEl>
                                      </p:cBhvr>
                                    </p:animEffect>
                                  </p:childTnLst>
                                </p:cTn>
                              </p:par>
                              <p:par>
                                <p:cTn id="85" presetID="53" presetClass="entr" presetSubtype="16" fill="hold" nodeType="withEffect">
                                  <p:stCondLst>
                                    <p:cond delay="630"/>
                                  </p:stCondLst>
                                  <p:childTnLst>
                                    <p:set>
                                      <p:cBhvr>
                                        <p:cTn id="86" dur="1" fill="hold">
                                          <p:stCondLst>
                                            <p:cond delay="0"/>
                                          </p:stCondLst>
                                        </p:cTn>
                                        <p:tgtEl>
                                          <p:spTgt spid="20"/>
                                        </p:tgtEl>
                                        <p:attrNameLst>
                                          <p:attrName>style.visibility</p:attrName>
                                        </p:attrNameLst>
                                      </p:cBhvr>
                                      <p:to>
                                        <p:strVal val="visible"/>
                                      </p:to>
                                    </p:set>
                                    <p:anim calcmode="lin" valueType="num">
                                      <p:cBhvr additive="base">
                                        <p:cTn id="87" dur="420" fill="hold"/>
                                        <p:tgtEl>
                                          <p:spTgt spid="20"/>
                                        </p:tgtEl>
                                        <p:attrNameLst>
                                          <p:attrName>ppt_w</p:attrName>
                                        </p:attrNameLst>
                                      </p:cBhvr>
                                      <p:tavLst>
                                        <p:tav tm="0">
                                          <p:val>
                                            <p:fltVal val="0"/>
                                          </p:val>
                                        </p:tav>
                                        <p:tav tm="100000">
                                          <p:val>
                                            <p:strVal val="#ppt_w"/>
                                          </p:val>
                                        </p:tav>
                                      </p:tavLst>
                                    </p:anim>
                                    <p:anim calcmode="lin" valueType="num">
                                      <p:cBhvr additive="base">
                                        <p:cTn id="88" dur="420" fill="hold"/>
                                        <p:tgtEl>
                                          <p:spTgt spid="20"/>
                                        </p:tgtEl>
                                        <p:attrNameLst>
                                          <p:attrName>ppt_h</p:attrName>
                                        </p:attrNameLst>
                                      </p:cBhvr>
                                      <p:tavLst>
                                        <p:tav tm="0">
                                          <p:val>
                                            <p:fltVal val="0"/>
                                          </p:val>
                                        </p:tav>
                                        <p:tav tm="100000">
                                          <p:val>
                                            <p:strVal val="#ppt_h"/>
                                          </p:val>
                                        </p:tav>
                                      </p:tavLst>
                                    </p:anim>
                                    <p:animEffect transition="in" filter="fade">
                                      <p:cBhvr>
                                        <p:cTn id="89" dur="420"/>
                                        <p:tgtEl>
                                          <p:spTgt spid="20"/>
                                        </p:tgtEl>
                                      </p:cBhvr>
                                    </p:animEffect>
                                  </p:childTnLst>
                                </p:cTn>
                              </p:par>
                              <p:par>
                                <p:cTn id="90" presetID="53" presetClass="entr" presetSubtype="16" fill="hold" nodeType="withEffect">
                                  <p:stCondLst>
                                    <p:cond delay="630"/>
                                  </p:stCondLst>
                                  <p:childTnLst>
                                    <p:set>
                                      <p:cBhvr>
                                        <p:cTn id="91" dur="1" fill="hold">
                                          <p:stCondLst>
                                            <p:cond delay="0"/>
                                          </p:stCondLst>
                                        </p:cTn>
                                        <p:tgtEl>
                                          <p:spTgt spid="21"/>
                                        </p:tgtEl>
                                        <p:attrNameLst>
                                          <p:attrName>style.visibility</p:attrName>
                                        </p:attrNameLst>
                                      </p:cBhvr>
                                      <p:to>
                                        <p:strVal val="visible"/>
                                      </p:to>
                                    </p:set>
                                    <p:anim calcmode="lin" valueType="num">
                                      <p:cBhvr additive="base">
                                        <p:cTn id="92" dur="420" fill="hold"/>
                                        <p:tgtEl>
                                          <p:spTgt spid="21"/>
                                        </p:tgtEl>
                                        <p:attrNameLst>
                                          <p:attrName>ppt_w</p:attrName>
                                        </p:attrNameLst>
                                      </p:cBhvr>
                                      <p:tavLst>
                                        <p:tav tm="0">
                                          <p:val>
                                            <p:fltVal val="0"/>
                                          </p:val>
                                        </p:tav>
                                        <p:tav tm="100000">
                                          <p:val>
                                            <p:strVal val="#ppt_w"/>
                                          </p:val>
                                        </p:tav>
                                      </p:tavLst>
                                    </p:anim>
                                    <p:anim calcmode="lin" valueType="num">
                                      <p:cBhvr additive="base">
                                        <p:cTn id="93" dur="420" fill="hold"/>
                                        <p:tgtEl>
                                          <p:spTgt spid="21"/>
                                        </p:tgtEl>
                                        <p:attrNameLst>
                                          <p:attrName>ppt_h</p:attrName>
                                        </p:attrNameLst>
                                      </p:cBhvr>
                                      <p:tavLst>
                                        <p:tav tm="0">
                                          <p:val>
                                            <p:fltVal val="0"/>
                                          </p:val>
                                        </p:tav>
                                        <p:tav tm="100000">
                                          <p:val>
                                            <p:strVal val="#ppt_h"/>
                                          </p:val>
                                        </p:tav>
                                      </p:tavLst>
                                    </p:anim>
                                    <p:animEffect transition="in" filter="fade">
                                      <p:cBhvr>
                                        <p:cTn id="94" dur="420"/>
                                        <p:tgtEl>
                                          <p:spTgt spid="21"/>
                                        </p:tgtEl>
                                      </p:cBhvr>
                                    </p:animEffect>
                                  </p:childTnLst>
                                </p:cTn>
                              </p:par>
                              <p:par>
                                <p:cTn id="95" presetID="53" presetClass="entr" presetSubtype="16" fill="hold" nodeType="withEffect">
                                  <p:stCondLst>
                                    <p:cond delay="630"/>
                                  </p:stCondLst>
                                  <p:childTnLst>
                                    <p:set>
                                      <p:cBhvr>
                                        <p:cTn id="96" dur="1" fill="hold">
                                          <p:stCondLst>
                                            <p:cond delay="0"/>
                                          </p:stCondLst>
                                        </p:cTn>
                                        <p:tgtEl>
                                          <p:spTgt spid="22"/>
                                        </p:tgtEl>
                                        <p:attrNameLst>
                                          <p:attrName>style.visibility</p:attrName>
                                        </p:attrNameLst>
                                      </p:cBhvr>
                                      <p:to>
                                        <p:strVal val="visible"/>
                                      </p:to>
                                    </p:set>
                                    <p:anim calcmode="lin" valueType="num">
                                      <p:cBhvr additive="base">
                                        <p:cTn id="97" dur="420" fill="hold"/>
                                        <p:tgtEl>
                                          <p:spTgt spid="22"/>
                                        </p:tgtEl>
                                        <p:attrNameLst>
                                          <p:attrName>ppt_w</p:attrName>
                                        </p:attrNameLst>
                                      </p:cBhvr>
                                      <p:tavLst>
                                        <p:tav tm="0">
                                          <p:val>
                                            <p:fltVal val="0"/>
                                          </p:val>
                                        </p:tav>
                                        <p:tav tm="100000">
                                          <p:val>
                                            <p:strVal val="#ppt_w"/>
                                          </p:val>
                                        </p:tav>
                                      </p:tavLst>
                                    </p:anim>
                                    <p:anim calcmode="lin" valueType="num">
                                      <p:cBhvr additive="base">
                                        <p:cTn id="98" dur="420" fill="hold"/>
                                        <p:tgtEl>
                                          <p:spTgt spid="22"/>
                                        </p:tgtEl>
                                        <p:attrNameLst>
                                          <p:attrName>ppt_h</p:attrName>
                                        </p:attrNameLst>
                                      </p:cBhvr>
                                      <p:tavLst>
                                        <p:tav tm="0">
                                          <p:val>
                                            <p:fltVal val="0"/>
                                          </p:val>
                                        </p:tav>
                                        <p:tav tm="100000">
                                          <p:val>
                                            <p:strVal val="#ppt_h"/>
                                          </p:val>
                                        </p:tav>
                                      </p:tavLst>
                                    </p:anim>
                                    <p:animEffect transition="in" filter="fade">
                                      <p:cBhvr>
                                        <p:cTn id="99" dur="420"/>
                                        <p:tgtEl>
                                          <p:spTgt spid="22"/>
                                        </p:tgtEl>
                                      </p:cBhvr>
                                    </p:animEffect>
                                  </p:childTnLst>
                                </p:cTn>
                              </p:par>
                              <p:par>
                                <p:cTn id="100" presetID="53" presetClass="entr" presetSubtype="16" fill="hold" nodeType="withEffect">
                                  <p:stCondLst>
                                    <p:cond delay="630"/>
                                  </p:stCondLst>
                                  <p:childTnLst>
                                    <p:set>
                                      <p:cBhvr>
                                        <p:cTn id="101" dur="1" fill="hold">
                                          <p:stCondLst>
                                            <p:cond delay="0"/>
                                          </p:stCondLst>
                                        </p:cTn>
                                        <p:tgtEl>
                                          <p:spTgt spid="23"/>
                                        </p:tgtEl>
                                        <p:attrNameLst>
                                          <p:attrName>style.visibility</p:attrName>
                                        </p:attrNameLst>
                                      </p:cBhvr>
                                      <p:to>
                                        <p:strVal val="visible"/>
                                      </p:to>
                                    </p:set>
                                    <p:anim calcmode="lin" valueType="num">
                                      <p:cBhvr additive="base">
                                        <p:cTn id="102" dur="420" fill="hold"/>
                                        <p:tgtEl>
                                          <p:spTgt spid="23"/>
                                        </p:tgtEl>
                                        <p:attrNameLst>
                                          <p:attrName>ppt_w</p:attrName>
                                        </p:attrNameLst>
                                      </p:cBhvr>
                                      <p:tavLst>
                                        <p:tav tm="0">
                                          <p:val>
                                            <p:fltVal val="0"/>
                                          </p:val>
                                        </p:tav>
                                        <p:tav tm="100000">
                                          <p:val>
                                            <p:strVal val="#ppt_w"/>
                                          </p:val>
                                        </p:tav>
                                      </p:tavLst>
                                    </p:anim>
                                    <p:anim calcmode="lin" valueType="num">
                                      <p:cBhvr additive="base">
                                        <p:cTn id="103" dur="420" fill="hold"/>
                                        <p:tgtEl>
                                          <p:spTgt spid="23"/>
                                        </p:tgtEl>
                                        <p:attrNameLst>
                                          <p:attrName>ppt_h</p:attrName>
                                        </p:attrNameLst>
                                      </p:cBhvr>
                                      <p:tavLst>
                                        <p:tav tm="0">
                                          <p:val>
                                            <p:fltVal val="0"/>
                                          </p:val>
                                        </p:tav>
                                        <p:tav tm="100000">
                                          <p:val>
                                            <p:strVal val="#ppt_h"/>
                                          </p:val>
                                        </p:tav>
                                      </p:tavLst>
                                    </p:anim>
                                    <p:animEffect transition="in" filter="fade">
                                      <p:cBhvr>
                                        <p:cTn id="104" dur="420"/>
                                        <p:tgtEl>
                                          <p:spTgt spid="23"/>
                                        </p:tgtEl>
                                      </p:cBhvr>
                                    </p:animEffect>
                                  </p:childTnLst>
                                </p:cTn>
                              </p:par>
                              <p:par>
                                <p:cTn id="105" presetID="53" presetClass="entr" presetSubtype="16" fill="hold" nodeType="withEffect">
                                  <p:stCondLst>
                                    <p:cond delay="630"/>
                                  </p:stCondLst>
                                  <p:childTnLst>
                                    <p:set>
                                      <p:cBhvr>
                                        <p:cTn id="106" dur="1" fill="hold">
                                          <p:stCondLst>
                                            <p:cond delay="0"/>
                                          </p:stCondLst>
                                        </p:cTn>
                                        <p:tgtEl>
                                          <p:spTgt spid="24"/>
                                        </p:tgtEl>
                                        <p:attrNameLst>
                                          <p:attrName>style.visibility</p:attrName>
                                        </p:attrNameLst>
                                      </p:cBhvr>
                                      <p:to>
                                        <p:strVal val="visible"/>
                                      </p:to>
                                    </p:set>
                                    <p:anim calcmode="lin" valueType="num">
                                      <p:cBhvr additive="base">
                                        <p:cTn id="107" dur="420" fill="hold"/>
                                        <p:tgtEl>
                                          <p:spTgt spid="24"/>
                                        </p:tgtEl>
                                        <p:attrNameLst>
                                          <p:attrName>ppt_w</p:attrName>
                                        </p:attrNameLst>
                                      </p:cBhvr>
                                      <p:tavLst>
                                        <p:tav tm="0">
                                          <p:val>
                                            <p:fltVal val="0"/>
                                          </p:val>
                                        </p:tav>
                                        <p:tav tm="100000">
                                          <p:val>
                                            <p:strVal val="#ppt_w"/>
                                          </p:val>
                                        </p:tav>
                                      </p:tavLst>
                                    </p:anim>
                                    <p:anim calcmode="lin" valueType="num">
                                      <p:cBhvr additive="base">
                                        <p:cTn id="108" dur="420" fill="hold"/>
                                        <p:tgtEl>
                                          <p:spTgt spid="24"/>
                                        </p:tgtEl>
                                        <p:attrNameLst>
                                          <p:attrName>ppt_h</p:attrName>
                                        </p:attrNameLst>
                                      </p:cBhvr>
                                      <p:tavLst>
                                        <p:tav tm="0">
                                          <p:val>
                                            <p:fltVal val="0"/>
                                          </p:val>
                                        </p:tav>
                                        <p:tav tm="100000">
                                          <p:val>
                                            <p:strVal val="#ppt_h"/>
                                          </p:val>
                                        </p:tav>
                                      </p:tavLst>
                                    </p:anim>
                                    <p:animEffect transition="in" filter="fade">
                                      <p:cBhvr>
                                        <p:cTn id="109" dur="420"/>
                                        <p:tgtEl>
                                          <p:spTgt spid="24"/>
                                        </p:tgtEl>
                                      </p:cBhvr>
                                    </p:animEffect>
                                  </p:childTnLst>
                                </p:cTn>
                              </p:par>
                              <p:par>
                                <p:cTn id="110" presetID="42" presetClass="entr" presetSubtype="0" fill="hold" nodeType="withEffect">
                                  <p:stCondLst>
                                    <p:cond delay="900"/>
                                  </p:stCondLst>
                                  <p:childTnLst>
                                    <p:set>
                                      <p:cBhvr>
                                        <p:cTn id="111" dur="1" fill="hold">
                                          <p:stCondLst>
                                            <p:cond delay="0"/>
                                          </p:stCondLst>
                                        </p:cTn>
                                        <p:tgtEl>
                                          <p:spTgt spid="25"/>
                                        </p:tgtEl>
                                        <p:attrNameLst>
                                          <p:attrName>style.visibility</p:attrName>
                                        </p:attrNameLst>
                                      </p:cBhvr>
                                      <p:to>
                                        <p:strVal val="visible"/>
                                      </p:to>
                                    </p:set>
                                    <p:animEffect transition="in" filter="fade">
                                      <p:cBhvr>
                                        <p:cTn id="112" dur="550"/>
                                        <p:tgtEl>
                                          <p:spTgt spid="25"/>
                                        </p:tgtEl>
                                      </p:cBhvr>
                                    </p:animEffect>
                                    <p:anim calcmode="lin" valueType="num">
                                      <p:cBhvr additive="base">
                                        <p:cTn id="113" dur="550" fill="hold"/>
                                        <p:tgtEl>
                                          <p:spTgt spid="25"/>
                                        </p:tgtEl>
                                        <p:attrNameLst>
                                          <p:attrName>ppt_x</p:attrName>
                                        </p:attrNameLst>
                                      </p:cBhvr>
                                      <p:tavLst>
                                        <p:tav tm="0">
                                          <p:val>
                                            <p:strVal val="#ppt_x"/>
                                          </p:val>
                                        </p:tav>
                                        <p:tav tm="100000">
                                          <p:val>
                                            <p:strVal val="#ppt_x"/>
                                          </p:val>
                                        </p:tav>
                                      </p:tavLst>
                                    </p:anim>
                                    <p:anim calcmode="lin" valueType="num">
                                      <p:cBhvr additive="base">
                                        <p:cTn id="114" dur="550" fill="hold"/>
                                        <p:tgtEl>
                                          <p:spTgt spid="2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E50FF"/>
        </a:solidFill>
      </p:bgPr>
    </p:bg>
    <p:spTree>
      <p:nvGrpSpPr>
        <p:cNvPr id="1" name=""/>
        <p:cNvGrpSpPr/>
        <p:nvPr/>
      </p:nvGrpSpPr>
      <p:grpSpPr>
        <a:xfrm>
          <a:off x="0" y="0"/>
          <a:ext cx="0" cy="0"/>
          <a:chOff x="0" y="0"/>
          <a:chExt cx="0" cy="0"/>
        </a:xfrm>
      </p:grpSpPr>
      <p:sp>
        <p:nvSpPr>
          <p:cNvPr id="2" name="anim:0:zoom:0"/>
          <p:cNvSpPr txBox="1"/>
          <p:nvPr/>
        </p:nvSpPr>
        <p:spPr>
          <a:xfrm rot="-180000">
            <a:off x="548640" y="320040"/>
            <a:ext cx="2240280" cy="384048"/>
          </a:xfrm>
          <a:prstGeom prst="roundRect">
            <a:avLst>
              <a:gd name="adj" fmla="val 19048"/>
            </a:avLst>
          </a:prstGeom>
          <a:solidFill>
            <a:srgbClr val="FFE600"/>
          </a:solidFill>
          <a:ln w="25400">
            <a:solidFill>
              <a:srgbClr val="000000"/>
            </a:solidFill>
          </a:ln>
          <a:effectLst>
            <a:outerShdw sx="100000" sy="100000" kx="0" ky="0" algn="bl" rotWithShape="0" blurRad="101600" dist="38100" dir="2700000">
              <a:srgbClr val="000000">
                <a:alpha val="100000"/>
              </a:srgbClr>
            </a:outerShdw>
          </a:effectLst>
        </p:spPr>
        <p:txBody>
          <a:bodyPr wrap="square" lIns="0" tIns="0" rIns="0" bIns="0"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MEET THE SYSTEM</a:t>
            </a:r>
            <a:endParaRPr lang="en-US" sz="1200" dirty="0"/>
          </a:p>
        </p:txBody>
      </p:sp>
      <p:sp>
        <p:nvSpPr>
          <p:cNvPr id="3" name="Text 1"/>
          <p:cNvSpPr txBox="1"/>
          <p:nvPr/>
        </p:nvSpPr>
        <p:spPr>
          <a:xfrm>
            <a:off x="548640" y="822960"/>
            <a:ext cx="11064240" cy="685800"/>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INTRODUCING BARBERBOOK PH</a:t>
            </a:r>
            <a:endParaRPr lang="en-US" sz="3200" dirty="0"/>
          </a:p>
        </p:txBody>
      </p:sp>
      <p:sp>
        <p:nvSpPr>
          <p:cNvPr id="4" name="anim:1:float:0"/>
          <p:cNvSpPr/>
          <p:nvPr/>
        </p:nvSpPr>
        <p:spPr>
          <a:xfrm>
            <a:off x="548640" y="1691640"/>
            <a:ext cx="5029200" cy="4572000"/>
          </a:xfrm>
          <a:prstGeom prst="roundRect">
            <a:avLst>
              <a:gd name="adj" fmla="val 2400"/>
            </a:avLst>
          </a:prstGeom>
          <a:solidFill>
            <a:srgbClr val="FFFFFF"/>
          </a:solidFill>
          <a:ln w="28575">
            <a:solidFill>
              <a:srgbClr val="000000"/>
            </a:solidFill>
            <a:prstDash val="solid"/>
          </a:ln>
          <a:effectLst>
            <a:outerShdw sx="100000" sy="100000" kx="0" ky="0" algn="bl" rotWithShape="0" blurRad="101600" dist="88900" dir="2700000">
              <a:srgbClr val="000000">
                <a:alpha val="100000"/>
              </a:srgbClr>
            </a:outerShdw>
          </a:effectLst>
        </p:spPr>
      </p:sp>
      <p:sp>
        <p:nvSpPr>
          <p:cNvPr id="5" name="anim:1:float:0"/>
          <p:cNvSpPr txBox="1"/>
          <p:nvPr/>
        </p:nvSpPr>
        <p:spPr>
          <a:xfrm>
            <a:off x="822960" y="1874520"/>
            <a:ext cx="4526280" cy="1051560"/>
          </a:xfrm>
          <a:prstGeom prst="rect">
            <a:avLst/>
          </a:prstGeom>
          <a:noFill/>
          <a:ln/>
        </p:spPr>
        <p:txBody>
          <a:bodyPr wrap="square" lIns="0" tIns="0" rIns="0" bIns="0" rtlCol="0" anchor="t"/>
          <a:lstStyle/>
          <a:p>
            <a:pPr indent="0" marL="0">
              <a:buNone/>
            </a:pPr>
            <a:r>
              <a:rPr lang="en-US" sz="1500" b="1" dirty="0">
                <a:solidFill>
                  <a:srgbClr val="000000"/>
                </a:solidFill>
                <a:latin typeface="Arial" pitchFamily="34" charset="0"/>
                <a:ea typeface="Arial" pitchFamily="34" charset="-122"/>
                <a:cs typeface="Arial" pitchFamily="34" charset="-120"/>
              </a:rPr>
              <a:t>A mobile-friendly website where customers book a slot, pick their barber, and save exactly how they want their hair cut, before they even arrive.</a:t>
            </a:r>
            <a:endParaRPr lang="en-US" sz="1500" dirty="0"/>
          </a:p>
        </p:txBody>
      </p:sp>
      <p:sp>
        <p:nvSpPr>
          <p:cNvPr id="6" name="anim:2:float:0"/>
          <p:cNvSpPr/>
          <p:nvPr/>
        </p:nvSpPr>
        <p:spPr>
          <a:xfrm>
            <a:off x="822960" y="3017520"/>
            <a:ext cx="502920" cy="502920"/>
          </a:xfrm>
          <a:prstGeom prst="ellipse">
            <a:avLst/>
          </a:prstGeom>
          <a:solidFill>
            <a:srgbClr val="FFE600"/>
          </a:solidFill>
          <a:ln w="25400">
            <a:solidFill>
              <a:srgbClr val="000000"/>
            </a:solidFill>
            <a:prstDash val="solid"/>
          </a:ln>
        </p:spPr>
      </p:sp>
      <p:pic>
        <p:nvPicPr>
          <p:cNvPr id="7" name="anim:2:float:0" descr="preencoded.png">    </p:cNvPr>
          <p:cNvPicPr>
            <a:picLocks noChangeAspect="1"/>
          </p:cNvPicPr>
          <p:nvPr/>
        </p:nvPicPr>
        <p:blipFill>
          <a:blip r:embed="rId1"/>
          <a:stretch>
            <a:fillRect/>
          </a:stretch>
        </p:blipFill>
        <p:spPr>
          <a:xfrm>
            <a:off x="953719" y="3148279"/>
            <a:ext cx="241402" cy="241402"/>
          </a:xfrm>
          <a:prstGeom prst="rect">
            <a:avLst/>
          </a:prstGeom>
        </p:spPr>
      </p:pic>
      <p:sp>
        <p:nvSpPr>
          <p:cNvPr id="8" name="anim:2:float:0"/>
          <p:cNvSpPr txBox="1"/>
          <p:nvPr/>
        </p:nvSpPr>
        <p:spPr>
          <a:xfrm>
            <a:off x="1463040" y="3035808"/>
            <a:ext cx="3931920" cy="685800"/>
          </a:xfrm>
          <a:prstGeom prst="rect">
            <a:avLst/>
          </a:prstGeom>
          <a:noFill/>
          <a:ln/>
        </p:spPr>
        <p:txBody>
          <a:bodyPr wrap="square" lIns="0" tIns="0" rIns="0" bIns="0" rtlCol="0" anchor="t"/>
          <a:lstStyle/>
          <a:p>
            <a:pPr indent="0" marL="0">
              <a:buNone/>
            </a:pPr>
            <a:r>
              <a:rPr lang="en-US" sz="1250" b="1" dirty="0">
                <a:solidFill>
                  <a:srgbClr val="000000"/>
                </a:solidFill>
                <a:latin typeface="Arial" pitchFamily="34" charset="0"/>
                <a:ea typeface="Arial" pitchFamily="34" charset="-122"/>
                <a:cs typeface="Arial" pitchFamily="34" charset="-120"/>
              </a:rPr>
              <a:t>BOOK A REAL TIME SLOT</a:t>
            </a:r>
            <a:endParaRPr lang="en-US" sz="1250" dirty="0"/>
          </a:p>
          <a:p>
            <a:pPr indent="0" marL="0">
              <a:buNone/>
            </a:pPr>
            <a:r>
              <a:rPr lang="en-US" sz="1150" dirty="0">
                <a:solidFill>
                  <a:srgbClr val="333333"/>
                </a:solidFill>
                <a:latin typeface="Arial" pitchFamily="34" charset="0"/>
                <a:ea typeface="Arial" pitchFamily="34" charset="-122"/>
                <a:cs typeface="Arial" pitchFamily="34" charset="-120"/>
              </a:rPr>
              <a:t>Taken slots are hidden. No double booking.</a:t>
            </a:r>
            <a:endParaRPr lang="en-US" sz="1250" dirty="0"/>
          </a:p>
        </p:txBody>
      </p:sp>
      <p:sp>
        <p:nvSpPr>
          <p:cNvPr id="9" name="anim:2:float:1"/>
          <p:cNvSpPr/>
          <p:nvPr/>
        </p:nvSpPr>
        <p:spPr>
          <a:xfrm>
            <a:off x="822960" y="3803904"/>
            <a:ext cx="502920" cy="502920"/>
          </a:xfrm>
          <a:prstGeom prst="ellipse">
            <a:avLst/>
          </a:prstGeom>
          <a:solidFill>
            <a:srgbClr val="FFE600"/>
          </a:solidFill>
          <a:ln w="25400">
            <a:solidFill>
              <a:srgbClr val="000000"/>
            </a:solidFill>
            <a:prstDash val="solid"/>
          </a:ln>
        </p:spPr>
      </p:sp>
      <p:pic>
        <p:nvPicPr>
          <p:cNvPr id="10" name="anim:2:float:1" descr="preencoded.png">    </p:cNvPr>
          <p:cNvPicPr>
            <a:picLocks noChangeAspect="1"/>
          </p:cNvPicPr>
          <p:nvPr/>
        </p:nvPicPr>
        <p:blipFill>
          <a:blip r:embed="rId2"/>
          <a:stretch>
            <a:fillRect/>
          </a:stretch>
        </p:blipFill>
        <p:spPr>
          <a:xfrm>
            <a:off x="953719" y="3934663"/>
            <a:ext cx="241402" cy="241402"/>
          </a:xfrm>
          <a:prstGeom prst="rect">
            <a:avLst/>
          </a:prstGeom>
        </p:spPr>
      </p:pic>
      <p:sp>
        <p:nvSpPr>
          <p:cNvPr id="11" name="anim:2:float:1"/>
          <p:cNvSpPr txBox="1"/>
          <p:nvPr/>
        </p:nvSpPr>
        <p:spPr>
          <a:xfrm>
            <a:off x="1463040" y="3822192"/>
            <a:ext cx="3931920" cy="685800"/>
          </a:xfrm>
          <a:prstGeom prst="rect">
            <a:avLst/>
          </a:prstGeom>
          <a:noFill/>
          <a:ln/>
        </p:spPr>
        <p:txBody>
          <a:bodyPr wrap="square" lIns="0" tIns="0" rIns="0" bIns="0" rtlCol="0" anchor="t"/>
          <a:lstStyle/>
          <a:p>
            <a:pPr indent="0" marL="0">
              <a:buNone/>
            </a:pPr>
            <a:r>
              <a:rPr lang="en-US" sz="1250" b="1" dirty="0">
                <a:solidFill>
                  <a:srgbClr val="000000"/>
                </a:solidFill>
                <a:latin typeface="Arial" pitchFamily="34" charset="0"/>
                <a:ea typeface="Arial" pitchFamily="34" charset="-122"/>
                <a:cs typeface="Arial" pitchFamily="34" charset="-120"/>
              </a:rPr>
              <a:t>CHOOSE A STYLE FROM PHOTOS</a:t>
            </a:r>
            <a:endParaRPr lang="en-US" sz="1250" dirty="0"/>
          </a:p>
          <a:p>
            <a:pPr indent="0" marL="0">
              <a:buNone/>
            </a:pPr>
            <a:r>
              <a:rPr lang="en-US" sz="1150" dirty="0">
                <a:solidFill>
                  <a:srgbClr val="333333"/>
                </a:solidFill>
                <a:latin typeface="Arial" pitchFamily="34" charset="0"/>
                <a:ea typeface="Arial" pitchFamily="34" charset="-122"/>
                <a:cs typeface="Arial" pitchFamily="34" charset="-120"/>
              </a:rPr>
              <a:t>Trending, fades, classic, textured, or upload.</a:t>
            </a:r>
            <a:endParaRPr lang="en-US" sz="1250" dirty="0"/>
          </a:p>
        </p:txBody>
      </p:sp>
      <p:sp>
        <p:nvSpPr>
          <p:cNvPr id="12" name="anim:2:float:2"/>
          <p:cNvSpPr/>
          <p:nvPr/>
        </p:nvSpPr>
        <p:spPr>
          <a:xfrm>
            <a:off x="822960" y="4590288"/>
            <a:ext cx="502920" cy="502920"/>
          </a:xfrm>
          <a:prstGeom prst="ellipse">
            <a:avLst/>
          </a:prstGeom>
          <a:solidFill>
            <a:srgbClr val="FFE600"/>
          </a:solidFill>
          <a:ln w="25400">
            <a:solidFill>
              <a:srgbClr val="000000"/>
            </a:solidFill>
            <a:prstDash val="solid"/>
          </a:ln>
        </p:spPr>
      </p:sp>
      <p:pic>
        <p:nvPicPr>
          <p:cNvPr id="13" name="anim:2:float:2" descr="preencoded.png">    </p:cNvPr>
          <p:cNvPicPr>
            <a:picLocks noChangeAspect="1"/>
          </p:cNvPicPr>
          <p:nvPr/>
        </p:nvPicPr>
        <p:blipFill>
          <a:blip r:embed="rId3"/>
          <a:stretch>
            <a:fillRect/>
          </a:stretch>
        </p:blipFill>
        <p:spPr>
          <a:xfrm>
            <a:off x="953719" y="4721047"/>
            <a:ext cx="241402" cy="241402"/>
          </a:xfrm>
          <a:prstGeom prst="rect">
            <a:avLst/>
          </a:prstGeom>
        </p:spPr>
      </p:pic>
      <p:sp>
        <p:nvSpPr>
          <p:cNvPr id="14" name="anim:2:float:2"/>
          <p:cNvSpPr txBox="1"/>
          <p:nvPr/>
        </p:nvSpPr>
        <p:spPr>
          <a:xfrm>
            <a:off x="1463040" y="4608576"/>
            <a:ext cx="3931920" cy="685800"/>
          </a:xfrm>
          <a:prstGeom prst="rect">
            <a:avLst/>
          </a:prstGeom>
          <a:noFill/>
          <a:ln/>
        </p:spPr>
        <p:txBody>
          <a:bodyPr wrap="square" lIns="0" tIns="0" rIns="0" bIns="0" rtlCol="0" anchor="t"/>
          <a:lstStyle/>
          <a:p>
            <a:pPr indent="0" marL="0">
              <a:buNone/>
            </a:pPr>
            <a:r>
              <a:rPr lang="en-US" sz="1250" b="1" dirty="0">
                <a:solidFill>
                  <a:srgbClr val="000000"/>
                </a:solidFill>
                <a:latin typeface="Arial" pitchFamily="34" charset="0"/>
                <a:ea typeface="Arial" pitchFamily="34" charset="-122"/>
                <a:cs typeface="Arial" pitchFamily="34" charset="-120"/>
              </a:rPr>
              <a:t>SAVE YOUR PREFERENCES</a:t>
            </a:r>
            <a:endParaRPr lang="en-US" sz="1250" dirty="0"/>
          </a:p>
          <a:p>
            <a:pPr indent="0" marL="0">
              <a:buNone/>
            </a:pPr>
            <a:r>
              <a:rPr lang="en-US" sz="1150" dirty="0">
                <a:solidFill>
                  <a:srgbClr val="333333"/>
                </a:solidFill>
                <a:latin typeface="Arial" pitchFamily="34" charset="0"/>
                <a:ea typeface="Arial" pitchFamily="34" charset="-122"/>
                <a:cs typeface="Arial" pitchFamily="34" charset="-120"/>
              </a:rPr>
              <a:t>Guard no., length on top, beard trim, notes.</a:t>
            </a:r>
            <a:endParaRPr lang="en-US" sz="1250" dirty="0"/>
          </a:p>
        </p:txBody>
      </p:sp>
      <p:sp>
        <p:nvSpPr>
          <p:cNvPr id="15" name="anim:2:float:3"/>
          <p:cNvSpPr/>
          <p:nvPr/>
        </p:nvSpPr>
        <p:spPr>
          <a:xfrm>
            <a:off x="822960" y="5376672"/>
            <a:ext cx="502920" cy="502920"/>
          </a:xfrm>
          <a:prstGeom prst="ellipse">
            <a:avLst/>
          </a:prstGeom>
          <a:solidFill>
            <a:srgbClr val="FFE600"/>
          </a:solidFill>
          <a:ln w="25400">
            <a:solidFill>
              <a:srgbClr val="000000"/>
            </a:solidFill>
            <a:prstDash val="solid"/>
          </a:ln>
        </p:spPr>
      </p:sp>
      <p:pic>
        <p:nvPicPr>
          <p:cNvPr id="16" name="anim:2:float:3" descr="preencoded.png">    </p:cNvPr>
          <p:cNvPicPr>
            <a:picLocks noChangeAspect="1"/>
          </p:cNvPicPr>
          <p:nvPr/>
        </p:nvPicPr>
        <p:blipFill>
          <a:blip r:embed="rId4"/>
          <a:stretch>
            <a:fillRect/>
          </a:stretch>
        </p:blipFill>
        <p:spPr>
          <a:xfrm>
            <a:off x="953719" y="5507431"/>
            <a:ext cx="241402" cy="241402"/>
          </a:xfrm>
          <a:prstGeom prst="rect">
            <a:avLst/>
          </a:prstGeom>
        </p:spPr>
      </p:pic>
      <p:sp>
        <p:nvSpPr>
          <p:cNvPr id="17" name="anim:2:float:3"/>
          <p:cNvSpPr txBox="1"/>
          <p:nvPr/>
        </p:nvSpPr>
        <p:spPr>
          <a:xfrm>
            <a:off x="1463040" y="5394960"/>
            <a:ext cx="3931920" cy="685800"/>
          </a:xfrm>
          <a:prstGeom prst="rect">
            <a:avLst/>
          </a:prstGeom>
          <a:noFill/>
          <a:ln/>
        </p:spPr>
        <p:txBody>
          <a:bodyPr wrap="square" lIns="0" tIns="0" rIns="0" bIns="0" rtlCol="0" anchor="t"/>
          <a:lstStyle/>
          <a:p>
            <a:pPr indent="0" marL="0">
              <a:buNone/>
            </a:pPr>
            <a:r>
              <a:rPr lang="en-US" sz="1250" b="1" dirty="0">
                <a:solidFill>
                  <a:srgbClr val="000000"/>
                </a:solidFill>
                <a:latin typeface="Arial" pitchFamily="34" charset="0"/>
                <a:ea typeface="Arial" pitchFamily="34" charset="-122"/>
                <a:cs typeface="Arial" pitchFamily="34" charset="-120"/>
              </a:rPr>
              <a:t>OWNER DASHBOARD</a:t>
            </a:r>
            <a:endParaRPr lang="en-US" sz="1250" dirty="0"/>
          </a:p>
          <a:p>
            <a:pPr indent="0" marL="0">
              <a:buNone/>
            </a:pPr>
            <a:r>
              <a:rPr lang="en-US" sz="1150" dirty="0">
                <a:solidFill>
                  <a:srgbClr val="333333"/>
                </a:solidFill>
                <a:latin typeface="Arial" pitchFamily="34" charset="0"/>
                <a:ea typeface="Arial" pitchFamily="34" charset="-122"/>
                <a:cs typeface="Arial" pitchFamily="34" charset="-120"/>
              </a:rPr>
              <a:t>Daily queue, schedules, booking reports.</a:t>
            </a:r>
            <a:endParaRPr lang="en-US" sz="1250" dirty="0"/>
          </a:p>
        </p:txBody>
      </p:sp>
      <p:pic>
        <p:nvPicPr>
          <p:cNvPr id="18" name="anim:3:float:0" descr="img/nb_screen1.png">    </p:cNvPr>
          <p:cNvPicPr>
            <a:picLocks noChangeAspect="1"/>
          </p:cNvPicPr>
          <p:nvPr/>
        </p:nvPicPr>
        <p:blipFill>
          <a:blip r:embed="rId5"/>
          <a:stretch>
            <a:fillRect/>
          </a:stretch>
        </p:blipFill>
        <p:spPr>
          <a:xfrm>
            <a:off x="5989320" y="1874520"/>
            <a:ext cx="2028779" cy="4343400"/>
          </a:xfrm>
          <a:prstGeom prst="rect">
            <a:avLst/>
          </a:prstGeom>
        </p:spPr>
      </p:pic>
      <p:pic>
        <p:nvPicPr>
          <p:cNvPr id="19" name="anim:3:float:1" descr="img/nb_screen2.png">    </p:cNvPr>
          <p:cNvPicPr>
            <a:picLocks noChangeAspect="1"/>
          </p:cNvPicPr>
          <p:nvPr/>
        </p:nvPicPr>
        <p:blipFill>
          <a:blip r:embed="rId6"/>
          <a:stretch>
            <a:fillRect/>
          </a:stretch>
        </p:blipFill>
        <p:spPr>
          <a:xfrm>
            <a:off x="7955280" y="1600200"/>
            <a:ext cx="2028779" cy="4343400"/>
          </a:xfrm>
          <a:prstGeom prst="rect">
            <a:avLst/>
          </a:prstGeom>
        </p:spPr>
      </p:pic>
      <p:pic>
        <p:nvPicPr>
          <p:cNvPr id="20" name="anim:3:float:2" descr="img/nb_screen6.png">    </p:cNvPr>
          <p:cNvPicPr>
            <a:picLocks noChangeAspect="1"/>
          </p:cNvPicPr>
          <p:nvPr/>
        </p:nvPicPr>
        <p:blipFill>
          <a:blip r:embed="rId7"/>
          <a:stretch>
            <a:fillRect/>
          </a:stretch>
        </p:blipFill>
        <p:spPr>
          <a:xfrm>
            <a:off x="9921240" y="1874520"/>
            <a:ext cx="2028779" cy="4343400"/>
          </a:xfrm>
          <a:prstGeom prst="rect">
            <a:avLst/>
          </a:prstGeom>
        </p:spPr>
      </p:pic>
      <p:sp>
        <p:nvSpPr>
          <p:cNvPr id="21" name="anim:4:zoom:0"/>
          <p:cNvSpPr txBox="1"/>
          <p:nvPr/>
        </p:nvSpPr>
        <p:spPr>
          <a:xfrm rot="240000">
            <a:off x="9464040" y="1234440"/>
            <a:ext cx="2286000" cy="384048"/>
          </a:xfrm>
          <a:prstGeom prst="roundRect">
            <a:avLst>
              <a:gd name="adj" fmla="val 19048"/>
            </a:avLst>
          </a:prstGeom>
          <a:solidFill>
            <a:srgbClr val="22C55E"/>
          </a:solidFill>
          <a:ln w="25400">
            <a:solidFill>
              <a:srgbClr val="000000"/>
            </a:solidFill>
          </a:ln>
          <a:effectLst>
            <a:outerShdw sx="100000" sy="100000" kx="0" ky="0" algn="bl" rotWithShape="0" blurRad="101600" dist="38100" dir="2700000">
              <a:srgbClr val="000000">
                <a:alpha val="100000"/>
              </a:srgbClr>
            </a:outerShdw>
          </a:effectLst>
        </p:spPr>
        <p:txBody>
          <a:bodyPr wrap="square" lIns="0" tIns="0" rIns="0" bIns="0"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NO DOWNLOAD NEEDED</a:t>
            </a:r>
            <a:endParaRPr lang="en-US" sz="1200" dirty="0"/>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420" fill="hold"/>
                                        <p:tgtEl>
                                          <p:spTgt spid="2"/>
                                        </p:tgtEl>
                                        <p:attrNameLst>
                                          <p:attrName>ppt_w</p:attrName>
                                        </p:attrNameLst>
                                      </p:cBhvr>
                                      <p:tavLst>
                                        <p:tav tm="0">
                                          <p:val>
                                            <p:fltVal val="0"/>
                                          </p:val>
                                        </p:tav>
                                        <p:tav tm="100000">
                                          <p:val>
                                            <p:strVal val="#ppt_w"/>
                                          </p:val>
                                        </p:tav>
                                      </p:tavLst>
                                    </p:anim>
                                    <p:anim calcmode="lin" valueType="num">
                                      <p:cBhvr additive="base">
                                        <p:cTn id="8" dur="420" fill="hold"/>
                                        <p:tgtEl>
                                          <p:spTgt spid="2"/>
                                        </p:tgtEl>
                                        <p:attrNameLst>
                                          <p:attrName>ppt_h</p:attrName>
                                        </p:attrNameLst>
                                      </p:cBhvr>
                                      <p:tavLst>
                                        <p:tav tm="0">
                                          <p:val>
                                            <p:fltVal val="0"/>
                                          </p:val>
                                        </p:tav>
                                        <p:tav tm="100000">
                                          <p:val>
                                            <p:strVal val="#ppt_h"/>
                                          </p:val>
                                        </p:tav>
                                      </p:tavLst>
                                    </p:anim>
                                    <p:animEffect transition="in" filter="fade">
                                      <p:cBhvr>
                                        <p:cTn id="9" dur="420"/>
                                        <p:tgtEl>
                                          <p:spTgt spid="2"/>
                                        </p:tgtEl>
                                      </p:cBhvr>
                                    </p:animEffect>
                                  </p:childTnLst>
                                </p:cTn>
                              </p:par>
                              <p:par>
                                <p:cTn id="10" presetID="42" presetClass="entr" presetSubtype="0" fill="hold" nodeType="withEffect">
                                  <p:stCondLst>
                                    <p:cond delay="27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50"/>
                                        <p:tgtEl>
                                          <p:spTgt spid="4"/>
                                        </p:tgtEl>
                                      </p:cBhvr>
                                    </p:animEffect>
                                    <p:anim calcmode="lin" valueType="num">
                                      <p:cBhvr additive="base">
                                        <p:cTn id="13" dur="550" fill="hold"/>
                                        <p:tgtEl>
                                          <p:spTgt spid="4"/>
                                        </p:tgtEl>
                                        <p:attrNameLst>
                                          <p:attrName>ppt_x</p:attrName>
                                        </p:attrNameLst>
                                      </p:cBhvr>
                                      <p:tavLst>
                                        <p:tav tm="0">
                                          <p:val>
                                            <p:strVal val="#ppt_x"/>
                                          </p:val>
                                        </p:tav>
                                        <p:tav tm="100000">
                                          <p:val>
                                            <p:strVal val="#ppt_x"/>
                                          </p:val>
                                        </p:tav>
                                      </p:tavLst>
                                    </p:anim>
                                    <p:anim calcmode="lin" valueType="num">
                                      <p:cBhvr additive="base">
                                        <p:cTn id="14" dur="550" fill="hold"/>
                                        <p:tgtEl>
                                          <p:spTgt spid="4"/>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27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50"/>
                                        <p:tgtEl>
                                          <p:spTgt spid="5"/>
                                        </p:tgtEl>
                                      </p:cBhvr>
                                    </p:animEffect>
                                    <p:anim calcmode="lin" valueType="num">
                                      <p:cBhvr additive="base">
                                        <p:cTn id="18" dur="550" fill="hold"/>
                                        <p:tgtEl>
                                          <p:spTgt spid="5"/>
                                        </p:tgtEl>
                                        <p:attrNameLst>
                                          <p:attrName>ppt_x</p:attrName>
                                        </p:attrNameLst>
                                      </p:cBhvr>
                                      <p:tavLst>
                                        <p:tav tm="0">
                                          <p:val>
                                            <p:strVal val="#ppt_x"/>
                                          </p:val>
                                        </p:tav>
                                        <p:tav tm="100000">
                                          <p:val>
                                            <p:strVal val="#ppt_x"/>
                                          </p:val>
                                        </p:tav>
                                      </p:tavLst>
                                    </p:anim>
                                    <p:anim calcmode="lin" valueType="num">
                                      <p:cBhvr additive="base">
                                        <p:cTn id="19" dur="550" fill="hold"/>
                                        <p:tgtEl>
                                          <p:spTgt spid="5"/>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67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50"/>
                                        <p:tgtEl>
                                          <p:spTgt spid="6"/>
                                        </p:tgtEl>
                                      </p:cBhvr>
                                    </p:animEffect>
                                    <p:anim calcmode="lin" valueType="num">
                                      <p:cBhvr additive="base">
                                        <p:cTn id="23" dur="550" fill="hold"/>
                                        <p:tgtEl>
                                          <p:spTgt spid="6"/>
                                        </p:tgtEl>
                                        <p:attrNameLst>
                                          <p:attrName>ppt_x</p:attrName>
                                        </p:attrNameLst>
                                      </p:cBhvr>
                                      <p:tavLst>
                                        <p:tav tm="0">
                                          <p:val>
                                            <p:strVal val="#ppt_x"/>
                                          </p:val>
                                        </p:tav>
                                        <p:tav tm="100000">
                                          <p:val>
                                            <p:strVal val="#ppt_x"/>
                                          </p:val>
                                        </p:tav>
                                      </p:tavLst>
                                    </p:anim>
                                    <p:anim calcmode="lin" valueType="num">
                                      <p:cBhvr additive="base">
                                        <p:cTn id="24" dur="550" fill="hold"/>
                                        <p:tgtEl>
                                          <p:spTgt spid="6"/>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67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50"/>
                                        <p:tgtEl>
                                          <p:spTgt spid="7"/>
                                        </p:tgtEl>
                                      </p:cBhvr>
                                    </p:animEffect>
                                    <p:anim calcmode="lin" valueType="num">
                                      <p:cBhvr additive="base">
                                        <p:cTn id="28" dur="550" fill="hold"/>
                                        <p:tgtEl>
                                          <p:spTgt spid="7"/>
                                        </p:tgtEl>
                                        <p:attrNameLst>
                                          <p:attrName>ppt_x</p:attrName>
                                        </p:attrNameLst>
                                      </p:cBhvr>
                                      <p:tavLst>
                                        <p:tav tm="0">
                                          <p:val>
                                            <p:strVal val="#ppt_x"/>
                                          </p:val>
                                        </p:tav>
                                        <p:tav tm="100000">
                                          <p:val>
                                            <p:strVal val="#ppt_x"/>
                                          </p:val>
                                        </p:tav>
                                      </p:tavLst>
                                    </p:anim>
                                    <p:anim calcmode="lin" valueType="num">
                                      <p:cBhvr additive="base">
                                        <p:cTn id="29" dur="550" fill="hold"/>
                                        <p:tgtEl>
                                          <p:spTgt spid="7"/>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67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50"/>
                                        <p:tgtEl>
                                          <p:spTgt spid="8"/>
                                        </p:tgtEl>
                                      </p:cBhvr>
                                    </p:animEffect>
                                    <p:anim calcmode="lin" valueType="num">
                                      <p:cBhvr additive="base">
                                        <p:cTn id="33" dur="550" fill="hold"/>
                                        <p:tgtEl>
                                          <p:spTgt spid="8"/>
                                        </p:tgtEl>
                                        <p:attrNameLst>
                                          <p:attrName>ppt_x</p:attrName>
                                        </p:attrNameLst>
                                      </p:cBhvr>
                                      <p:tavLst>
                                        <p:tav tm="0">
                                          <p:val>
                                            <p:strVal val="#ppt_x"/>
                                          </p:val>
                                        </p:tav>
                                        <p:tav tm="100000">
                                          <p:val>
                                            <p:strVal val="#ppt_x"/>
                                          </p:val>
                                        </p:tav>
                                      </p:tavLst>
                                    </p:anim>
                                    <p:anim calcmode="lin" valueType="num">
                                      <p:cBhvr additive="base">
                                        <p:cTn id="34" dur="550" fill="hold"/>
                                        <p:tgtEl>
                                          <p:spTgt spid="8"/>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79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550"/>
                                        <p:tgtEl>
                                          <p:spTgt spid="9"/>
                                        </p:tgtEl>
                                      </p:cBhvr>
                                    </p:animEffect>
                                    <p:anim calcmode="lin" valueType="num">
                                      <p:cBhvr additive="base">
                                        <p:cTn id="38" dur="550" fill="hold"/>
                                        <p:tgtEl>
                                          <p:spTgt spid="9"/>
                                        </p:tgtEl>
                                        <p:attrNameLst>
                                          <p:attrName>ppt_x</p:attrName>
                                        </p:attrNameLst>
                                      </p:cBhvr>
                                      <p:tavLst>
                                        <p:tav tm="0">
                                          <p:val>
                                            <p:strVal val="#ppt_x"/>
                                          </p:val>
                                        </p:tav>
                                        <p:tav tm="100000">
                                          <p:val>
                                            <p:strVal val="#ppt_x"/>
                                          </p:val>
                                        </p:tav>
                                      </p:tavLst>
                                    </p:anim>
                                    <p:anim calcmode="lin" valueType="num">
                                      <p:cBhvr additive="base">
                                        <p:cTn id="39" dur="550" fill="hold"/>
                                        <p:tgtEl>
                                          <p:spTgt spid="9"/>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79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550"/>
                                        <p:tgtEl>
                                          <p:spTgt spid="10"/>
                                        </p:tgtEl>
                                      </p:cBhvr>
                                    </p:animEffect>
                                    <p:anim calcmode="lin" valueType="num">
                                      <p:cBhvr additive="base">
                                        <p:cTn id="43" dur="550" fill="hold"/>
                                        <p:tgtEl>
                                          <p:spTgt spid="10"/>
                                        </p:tgtEl>
                                        <p:attrNameLst>
                                          <p:attrName>ppt_x</p:attrName>
                                        </p:attrNameLst>
                                      </p:cBhvr>
                                      <p:tavLst>
                                        <p:tav tm="0">
                                          <p:val>
                                            <p:strVal val="#ppt_x"/>
                                          </p:val>
                                        </p:tav>
                                        <p:tav tm="100000">
                                          <p:val>
                                            <p:strVal val="#ppt_x"/>
                                          </p:val>
                                        </p:tav>
                                      </p:tavLst>
                                    </p:anim>
                                    <p:anim calcmode="lin" valueType="num">
                                      <p:cBhvr additive="base">
                                        <p:cTn id="44" dur="550" fill="hold"/>
                                        <p:tgtEl>
                                          <p:spTgt spid="10"/>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790"/>
                                  </p:stCondLst>
                                  <p:childTnLst>
                                    <p:set>
                                      <p:cBhvr>
                                        <p:cTn id="46" dur="1" fill="hold">
                                          <p:stCondLst>
                                            <p:cond delay="0"/>
                                          </p:stCondLst>
                                        </p:cTn>
                                        <p:tgtEl>
                                          <p:spTgt spid="11"/>
                                        </p:tgtEl>
                                        <p:attrNameLst>
                                          <p:attrName>style.visibility</p:attrName>
                                        </p:attrNameLst>
                                      </p:cBhvr>
                                      <p:to>
                                        <p:strVal val="visible"/>
                                      </p:to>
                                    </p:set>
                                    <p:animEffect transition="in" filter="fade">
                                      <p:cBhvr>
                                        <p:cTn id="47" dur="550"/>
                                        <p:tgtEl>
                                          <p:spTgt spid="11"/>
                                        </p:tgtEl>
                                      </p:cBhvr>
                                    </p:animEffect>
                                    <p:anim calcmode="lin" valueType="num">
                                      <p:cBhvr additive="base">
                                        <p:cTn id="48" dur="550" fill="hold"/>
                                        <p:tgtEl>
                                          <p:spTgt spid="11"/>
                                        </p:tgtEl>
                                        <p:attrNameLst>
                                          <p:attrName>ppt_x</p:attrName>
                                        </p:attrNameLst>
                                      </p:cBhvr>
                                      <p:tavLst>
                                        <p:tav tm="0">
                                          <p:val>
                                            <p:strVal val="#ppt_x"/>
                                          </p:val>
                                        </p:tav>
                                        <p:tav tm="100000">
                                          <p:val>
                                            <p:strVal val="#ppt_x"/>
                                          </p:val>
                                        </p:tav>
                                      </p:tavLst>
                                    </p:anim>
                                    <p:anim calcmode="lin" valueType="num">
                                      <p:cBhvr additive="base">
                                        <p:cTn id="49" dur="550" fill="hold"/>
                                        <p:tgtEl>
                                          <p:spTgt spid="11"/>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910"/>
                                  </p:stCondLst>
                                  <p:childTnLst>
                                    <p:set>
                                      <p:cBhvr>
                                        <p:cTn id="51" dur="1" fill="hold">
                                          <p:stCondLst>
                                            <p:cond delay="0"/>
                                          </p:stCondLst>
                                        </p:cTn>
                                        <p:tgtEl>
                                          <p:spTgt spid="12"/>
                                        </p:tgtEl>
                                        <p:attrNameLst>
                                          <p:attrName>style.visibility</p:attrName>
                                        </p:attrNameLst>
                                      </p:cBhvr>
                                      <p:to>
                                        <p:strVal val="visible"/>
                                      </p:to>
                                    </p:set>
                                    <p:animEffect transition="in" filter="fade">
                                      <p:cBhvr>
                                        <p:cTn id="52" dur="550"/>
                                        <p:tgtEl>
                                          <p:spTgt spid="12"/>
                                        </p:tgtEl>
                                      </p:cBhvr>
                                    </p:animEffect>
                                    <p:anim calcmode="lin" valueType="num">
                                      <p:cBhvr additive="base">
                                        <p:cTn id="53" dur="550" fill="hold"/>
                                        <p:tgtEl>
                                          <p:spTgt spid="12"/>
                                        </p:tgtEl>
                                        <p:attrNameLst>
                                          <p:attrName>ppt_x</p:attrName>
                                        </p:attrNameLst>
                                      </p:cBhvr>
                                      <p:tavLst>
                                        <p:tav tm="0">
                                          <p:val>
                                            <p:strVal val="#ppt_x"/>
                                          </p:val>
                                        </p:tav>
                                        <p:tav tm="100000">
                                          <p:val>
                                            <p:strVal val="#ppt_x"/>
                                          </p:val>
                                        </p:tav>
                                      </p:tavLst>
                                    </p:anim>
                                    <p:anim calcmode="lin" valueType="num">
                                      <p:cBhvr additive="base">
                                        <p:cTn id="54" dur="550" fill="hold"/>
                                        <p:tgtEl>
                                          <p:spTgt spid="12"/>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910"/>
                                  </p:stCondLst>
                                  <p:childTnLst>
                                    <p:set>
                                      <p:cBhvr>
                                        <p:cTn id="56" dur="1" fill="hold">
                                          <p:stCondLst>
                                            <p:cond delay="0"/>
                                          </p:stCondLst>
                                        </p:cTn>
                                        <p:tgtEl>
                                          <p:spTgt spid="13"/>
                                        </p:tgtEl>
                                        <p:attrNameLst>
                                          <p:attrName>style.visibility</p:attrName>
                                        </p:attrNameLst>
                                      </p:cBhvr>
                                      <p:to>
                                        <p:strVal val="visible"/>
                                      </p:to>
                                    </p:set>
                                    <p:animEffect transition="in" filter="fade">
                                      <p:cBhvr>
                                        <p:cTn id="57" dur="550"/>
                                        <p:tgtEl>
                                          <p:spTgt spid="13"/>
                                        </p:tgtEl>
                                      </p:cBhvr>
                                    </p:animEffect>
                                    <p:anim calcmode="lin" valueType="num">
                                      <p:cBhvr additive="base">
                                        <p:cTn id="58" dur="550" fill="hold"/>
                                        <p:tgtEl>
                                          <p:spTgt spid="13"/>
                                        </p:tgtEl>
                                        <p:attrNameLst>
                                          <p:attrName>ppt_x</p:attrName>
                                        </p:attrNameLst>
                                      </p:cBhvr>
                                      <p:tavLst>
                                        <p:tav tm="0">
                                          <p:val>
                                            <p:strVal val="#ppt_x"/>
                                          </p:val>
                                        </p:tav>
                                        <p:tav tm="100000">
                                          <p:val>
                                            <p:strVal val="#ppt_x"/>
                                          </p:val>
                                        </p:tav>
                                      </p:tavLst>
                                    </p:anim>
                                    <p:anim calcmode="lin" valueType="num">
                                      <p:cBhvr additive="base">
                                        <p:cTn id="59" dur="550" fill="hold"/>
                                        <p:tgtEl>
                                          <p:spTgt spid="13"/>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910"/>
                                  </p:stCondLst>
                                  <p:childTnLst>
                                    <p:set>
                                      <p:cBhvr>
                                        <p:cTn id="61" dur="1" fill="hold">
                                          <p:stCondLst>
                                            <p:cond delay="0"/>
                                          </p:stCondLst>
                                        </p:cTn>
                                        <p:tgtEl>
                                          <p:spTgt spid="14"/>
                                        </p:tgtEl>
                                        <p:attrNameLst>
                                          <p:attrName>style.visibility</p:attrName>
                                        </p:attrNameLst>
                                      </p:cBhvr>
                                      <p:to>
                                        <p:strVal val="visible"/>
                                      </p:to>
                                    </p:set>
                                    <p:animEffect transition="in" filter="fade">
                                      <p:cBhvr>
                                        <p:cTn id="62" dur="550"/>
                                        <p:tgtEl>
                                          <p:spTgt spid="14"/>
                                        </p:tgtEl>
                                      </p:cBhvr>
                                    </p:animEffect>
                                    <p:anim calcmode="lin" valueType="num">
                                      <p:cBhvr additive="base">
                                        <p:cTn id="63" dur="550" fill="hold"/>
                                        <p:tgtEl>
                                          <p:spTgt spid="14"/>
                                        </p:tgtEl>
                                        <p:attrNameLst>
                                          <p:attrName>ppt_x</p:attrName>
                                        </p:attrNameLst>
                                      </p:cBhvr>
                                      <p:tavLst>
                                        <p:tav tm="0">
                                          <p:val>
                                            <p:strVal val="#ppt_x"/>
                                          </p:val>
                                        </p:tav>
                                        <p:tav tm="100000">
                                          <p:val>
                                            <p:strVal val="#ppt_x"/>
                                          </p:val>
                                        </p:tav>
                                      </p:tavLst>
                                    </p:anim>
                                    <p:anim calcmode="lin" valueType="num">
                                      <p:cBhvr additive="base">
                                        <p:cTn id="64" dur="550" fill="hold"/>
                                        <p:tgtEl>
                                          <p:spTgt spid="14"/>
                                        </p:tgtEl>
                                        <p:attrNameLst>
                                          <p:attrName>ppt_y</p:attrName>
                                        </p:attrNameLst>
                                      </p:cBhvr>
                                      <p:tavLst>
                                        <p:tav tm="0">
                                          <p:val>
                                            <p:strVal val="#ppt_y+.1"/>
                                          </p:val>
                                        </p:tav>
                                        <p:tav tm="100000">
                                          <p:val>
                                            <p:strVal val="#ppt_y"/>
                                          </p:val>
                                        </p:tav>
                                      </p:tavLst>
                                    </p:anim>
                                  </p:childTnLst>
                                </p:cTn>
                              </p:par>
                              <p:par>
                                <p:cTn id="65" presetID="42" presetClass="entr" presetSubtype="0" fill="hold" nodeType="withEffect">
                                  <p:stCondLst>
                                    <p:cond delay="1030"/>
                                  </p:stCondLst>
                                  <p:childTnLst>
                                    <p:set>
                                      <p:cBhvr>
                                        <p:cTn id="66" dur="1" fill="hold">
                                          <p:stCondLst>
                                            <p:cond delay="0"/>
                                          </p:stCondLst>
                                        </p:cTn>
                                        <p:tgtEl>
                                          <p:spTgt spid="15"/>
                                        </p:tgtEl>
                                        <p:attrNameLst>
                                          <p:attrName>style.visibility</p:attrName>
                                        </p:attrNameLst>
                                      </p:cBhvr>
                                      <p:to>
                                        <p:strVal val="visible"/>
                                      </p:to>
                                    </p:set>
                                    <p:animEffect transition="in" filter="fade">
                                      <p:cBhvr>
                                        <p:cTn id="67" dur="550"/>
                                        <p:tgtEl>
                                          <p:spTgt spid="15"/>
                                        </p:tgtEl>
                                      </p:cBhvr>
                                    </p:animEffect>
                                    <p:anim calcmode="lin" valueType="num">
                                      <p:cBhvr additive="base">
                                        <p:cTn id="68" dur="550" fill="hold"/>
                                        <p:tgtEl>
                                          <p:spTgt spid="15"/>
                                        </p:tgtEl>
                                        <p:attrNameLst>
                                          <p:attrName>ppt_x</p:attrName>
                                        </p:attrNameLst>
                                      </p:cBhvr>
                                      <p:tavLst>
                                        <p:tav tm="0">
                                          <p:val>
                                            <p:strVal val="#ppt_x"/>
                                          </p:val>
                                        </p:tav>
                                        <p:tav tm="100000">
                                          <p:val>
                                            <p:strVal val="#ppt_x"/>
                                          </p:val>
                                        </p:tav>
                                      </p:tavLst>
                                    </p:anim>
                                    <p:anim calcmode="lin" valueType="num">
                                      <p:cBhvr additive="base">
                                        <p:cTn id="69" dur="550" fill="hold"/>
                                        <p:tgtEl>
                                          <p:spTgt spid="15"/>
                                        </p:tgtEl>
                                        <p:attrNameLst>
                                          <p:attrName>ppt_y</p:attrName>
                                        </p:attrNameLst>
                                      </p:cBhvr>
                                      <p:tavLst>
                                        <p:tav tm="0">
                                          <p:val>
                                            <p:strVal val="#ppt_y+.1"/>
                                          </p:val>
                                        </p:tav>
                                        <p:tav tm="100000">
                                          <p:val>
                                            <p:strVal val="#ppt_y"/>
                                          </p:val>
                                        </p:tav>
                                      </p:tavLst>
                                    </p:anim>
                                  </p:childTnLst>
                                </p:cTn>
                              </p:par>
                              <p:par>
                                <p:cTn id="70" presetID="42" presetClass="entr" presetSubtype="0" fill="hold" nodeType="withEffect">
                                  <p:stCondLst>
                                    <p:cond delay="1030"/>
                                  </p:stCondLst>
                                  <p:childTnLst>
                                    <p:set>
                                      <p:cBhvr>
                                        <p:cTn id="71" dur="1" fill="hold">
                                          <p:stCondLst>
                                            <p:cond delay="0"/>
                                          </p:stCondLst>
                                        </p:cTn>
                                        <p:tgtEl>
                                          <p:spTgt spid="16"/>
                                        </p:tgtEl>
                                        <p:attrNameLst>
                                          <p:attrName>style.visibility</p:attrName>
                                        </p:attrNameLst>
                                      </p:cBhvr>
                                      <p:to>
                                        <p:strVal val="visible"/>
                                      </p:to>
                                    </p:set>
                                    <p:animEffect transition="in" filter="fade">
                                      <p:cBhvr>
                                        <p:cTn id="72" dur="550"/>
                                        <p:tgtEl>
                                          <p:spTgt spid="16"/>
                                        </p:tgtEl>
                                      </p:cBhvr>
                                    </p:animEffect>
                                    <p:anim calcmode="lin" valueType="num">
                                      <p:cBhvr additive="base">
                                        <p:cTn id="73" dur="550" fill="hold"/>
                                        <p:tgtEl>
                                          <p:spTgt spid="16"/>
                                        </p:tgtEl>
                                        <p:attrNameLst>
                                          <p:attrName>ppt_x</p:attrName>
                                        </p:attrNameLst>
                                      </p:cBhvr>
                                      <p:tavLst>
                                        <p:tav tm="0">
                                          <p:val>
                                            <p:strVal val="#ppt_x"/>
                                          </p:val>
                                        </p:tav>
                                        <p:tav tm="100000">
                                          <p:val>
                                            <p:strVal val="#ppt_x"/>
                                          </p:val>
                                        </p:tav>
                                      </p:tavLst>
                                    </p:anim>
                                    <p:anim calcmode="lin" valueType="num">
                                      <p:cBhvr additive="base">
                                        <p:cTn id="74" dur="550" fill="hold"/>
                                        <p:tgtEl>
                                          <p:spTgt spid="16"/>
                                        </p:tgtEl>
                                        <p:attrNameLst>
                                          <p:attrName>ppt_y</p:attrName>
                                        </p:attrNameLst>
                                      </p:cBhvr>
                                      <p:tavLst>
                                        <p:tav tm="0">
                                          <p:val>
                                            <p:strVal val="#ppt_y+.1"/>
                                          </p:val>
                                        </p:tav>
                                        <p:tav tm="100000">
                                          <p:val>
                                            <p:strVal val="#ppt_y"/>
                                          </p:val>
                                        </p:tav>
                                      </p:tavLst>
                                    </p:anim>
                                  </p:childTnLst>
                                </p:cTn>
                              </p:par>
                              <p:par>
                                <p:cTn id="75" presetID="42" presetClass="entr" presetSubtype="0" fill="hold" nodeType="withEffect">
                                  <p:stCondLst>
                                    <p:cond delay="1030"/>
                                  </p:stCondLst>
                                  <p:childTnLst>
                                    <p:set>
                                      <p:cBhvr>
                                        <p:cTn id="76" dur="1" fill="hold">
                                          <p:stCondLst>
                                            <p:cond delay="0"/>
                                          </p:stCondLst>
                                        </p:cTn>
                                        <p:tgtEl>
                                          <p:spTgt spid="17"/>
                                        </p:tgtEl>
                                        <p:attrNameLst>
                                          <p:attrName>style.visibility</p:attrName>
                                        </p:attrNameLst>
                                      </p:cBhvr>
                                      <p:to>
                                        <p:strVal val="visible"/>
                                      </p:to>
                                    </p:set>
                                    <p:animEffect transition="in" filter="fade">
                                      <p:cBhvr>
                                        <p:cTn id="77" dur="550"/>
                                        <p:tgtEl>
                                          <p:spTgt spid="17"/>
                                        </p:tgtEl>
                                      </p:cBhvr>
                                    </p:animEffect>
                                    <p:anim calcmode="lin" valueType="num">
                                      <p:cBhvr additive="base">
                                        <p:cTn id="78" dur="550" fill="hold"/>
                                        <p:tgtEl>
                                          <p:spTgt spid="17"/>
                                        </p:tgtEl>
                                        <p:attrNameLst>
                                          <p:attrName>ppt_x</p:attrName>
                                        </p:attrNameLst>
                                      </p:cBhvr>
                                      <p:tavLst>
                                        <p:tav tm="0">
                                          <p:val>
                                            <p:strVal val="#ppt_x"/>
                                          </p:val>
                                        </p:tav>
                                        <p:tav tm="100000">
                                          <p:val>
                                            <p:strVal val="#ppt_x"/>
                                          </p:val>
                                        </p:tav>
                                      </p:tavLst>
                                    </p:anim>
                                    <p:anim calcmode="lin" valueType="num">
                                      <p:cBhvr additive="base">
                                        <p:cTn id="79" dur="550" fill="hold"/>
                                        <p:tgtEl>
                                          <p:spTgt spid="17"/>
                                        </p:tgtEl>
                                        <p:attrNameLst>
                                          <p:attrName>ppt_y</p:attrName>
                                        </p:attrNameLst>
                                      </p:cBhvr>
                                      <p:tavLst>
                                        <p:tav tm="0">
                                          <p:val>
                                            <p:strVal val="#ppt_y+.1"/>
                                          </p:val>
                                        </p:tav>
                                        <p:tav tm="100000">
                                          <p:val>
                                            <p:strVal val="#ppt_y"/>
                                          </p:val>
                                        </p:tav>
                                      </p:tavLst>
                                    </p:anim>
                                  </p:childTnLst>
                                </p:cTn>
                              </p:par>
                              <p:par>
                                <p:cTn id="80" presetID="42" presetClass="entr" presetSubtype="0" fill="hold" nodeType="withEffect">
                                  <p:stCondLst>
                                    <p:cond delay="1430"/>
                                  </p:stCondLst>
                                  <p:childTnLst>
                                    <p:set>
                                      <p:cBhvr>
                                        <p:cTn id="81" dur="1" fill="hold">
                                          <p:stCondLst>
                                            <p:cond delay="0"/>
                                          </p:stCondLst>
                                        </p:cTn>
                                        <p:tgtEl>
                                          <p:spTgt spid="18"/>
                                        </p:tgtEl>
                                        <p:attrNameLst>
                                          <p:attrName>style.visibility</p:attrName>
                                        </p:attrNameLst>
                                      </p:cBhvr>
                                      <p:to>
                                        <p:strVal val="visible"/>
                                      </p:to>
                                    </p:set>
                                    <p:animEffect transition="in" filter="fade">
                                      <p:cBhvr>
                                        <p:cTn id="82" dur="550"/>
                                        <p:tgtEl>
                                          <p:spTgt spid="18"/>
                                        </p:tgtEl>
                                      </p:cBhvr>
                                    </p:animEffect>
                                    <p:anim calcmode="lin" valueType="num">
                                      <p:cBhvr additive="base">
                                        <p:cTn id="83" dur="550" fill="hold"/>
                                        <p:tgtEl>
                                          <p:spTgt spid="18"/>
                                        </p:tgtEl>
                                        <p:attrNameLst>
                                          <p:attrName>ppt_x</p:attrName>
                                        </p:attrNameLst>
                                      </p:cBhvr>
                                      <p:tavLst>
                                        <p:tav tm="0">
                                          <p:val>
                                            <p:strVal val="#ppt_x"/>
                                          </p:val>
                                        </p:tav>
                                        <p:tav tm="100000">
                                          <p:val>
                                            <p:strVal val="#ppt_x"/>
                                          </p:val>
                                        </p:tav>
                                      </p:tavLst>
                                    </p:anim>
                                    <p:anim calcmode="lin" valueType="num">
                                      <p:cBhvr additive="base">
                                        <p:cTn id="84" dur="550" fill="hold"/>
                                        <p:tgtEl>
                                          <p:spTgt spid="18"/>
                                        </p:tgtEl>
                                        <p:attrNameLst>
                                          <p:attrName>ppt_y</p:attrName>
                                        </p:attrNameLst>
                                      </p:cBhvr>
                                      <p:tavLst>
                                        <p:tav tm="0">
                                          <p:val>
                                            <p:strVal val="#ppt_y+.1"/>
                                          </p:val>
                                        </p:tav>
                                        <p:tav tm="100000">
                                          <p:val>
                                            <p:strVal val="#ppt_y"/>
                                          </p:val>
                                        </p:tav>
                                      </p:tavLst>
                                    </p:anim>
                                  </p:childTnLst>
                                </p:cTn>
                              </p:par>
                              <p:par>
                                <p:cTn id="85" presetID="42" presetClass="entr" presetSubtype="0" fill="hold" nodeType="withEffect">
                                  <p:stCondLst>
                                    <p:cond delay="1550"/>
                                  </p:stCondLst>
                                  <p:childTnLst>
                                    <p:set>
                                      <p:cBhvr>
                                        <p:cTn id="86" dur="1" fill="hold">
                                          <p:stCondLst>
                                            <p:cond delay="0"/>
                                          </p:stCondLst>
                                        </p:cTn>
                                        <p:tgtEl>
                                          <p:spTgt spid="19"/>
                                        </p:tgtEl>
                                        <p:attrNameLst>
                                          <p:attrName>style.visibility</p:attrName>
                                        </p:attrNameLst>
                                      </p:cBhvr>
                                      <p:to>
                                        <p:strVal val="visible"/>
                                      </p:to>
                                    </p:set>
                                    <p:animEffect transition="in" filter="fade">
                                      <p:cBhvr>
                                        <p:cTn id="87" dur="550"/>
                                        <p:tgtEl>
                                          <p:spTgt spid="19"/>
                                        </p:tgtEl>
                                      </p:cBhvr>
                                    </p:animEffect>
                                    <p:anim calcmode="lin" valueType="num">
                                      <p:cBhvr additive="base">
                                        <p:cTn id="88" dur="550" fill="hold"/>
                                        <p:tgtEl>
                                          <p:spTgt spid="19"/>
                                        </p:tgtEl>
                                        <p:attrNameLst>
                                          <p:attrName>ppt_x</p:attrName>
                                        </p:attrNameLst>
                                      </p:cBhvr>
                                      <p:tavLst>
                                        <p:tav tm="0">
                                          <p:val>
                                            <p:strVal val="#ppt_x"/>
                                          </p:val>
                                        </p:tav>
                                        <p:tav tm="100000">
                                          <p:val>
                                            <p:strVal val="#ppt_x"/>
                                          </p:val>
                                        </p:tav>
                                      </p:tavLst>
                                    </p:anim>
                                    <p:anim calcmode="lin" valueType="num">
                                      <p:cBhvr additive="base">
                                        <p:cTn id="89" dur="550" fill="hold"/>
                                        <p:tgtEl>
                                          <p:spTgt spid="19"/>
                                        </p:tgtEl>
                                        <p:attrNameLst>
                                          <p:attrName>ppt_y</p:attrName>
                                        </p:attrNameLst>
                                      </p:cBhvr>
                                      <p:tavLst>
                                        <p:tav tm="0">
                                          <p:val>
                                            <p:strVal val="#ppt_y+.1"/>
                                          </p:val>
                                        </p:tav>
                                        <p:tav tm="100000">
                                          <p:val>
                                            <p:strVal val="#ppt_y"/>
                                          </p:val>
                                        </p:tav>
                                      </p:tavLst>
                                    </p:anim>
                                  </p:childTnLst>
                                </p:cTn>
                              </p:par>
                              <p:par>
                                <p:cTn id="90" presetID="42" presetClass="entr" presetSubtype="0" fill="hold" nodeType="withEffect">
                                  <p:stCondLst>
                                    <p:cond delay="1670"/>
                                  </p:stCondLst>
                                  <p:childTnLst>
                                    <p:set>
                                      <p:cBhvr>
                                        <p:cTn id="91" dur="1" fill="hold">
                                          <p:stCondLst>
                                            <p:cond delay="0"/>
                                          </p:stCondLst>
                                        </p:cTn>
                                        <p:tgtEl>
                                          <p:spTgt spid="20"/>
                                        </p:tgtEl>
                                        <p:attrNameLst>
                                          <p:attrName>style.visibility</p:attrName>
                                        </p:attrNameLst>
                                      </p:cBhvr>
                                      <p:to>
                                        <p:strVal val="visible"/>
                                      </p:to>
                                    </p:set>
                                    <p:animEffect transition="in" filter="fade">
                                      <p:cBhvr>
                                        <p:cTn id="92" dur="550"/>
                                        <p:tgtEl>
                                          <p:spTgt spid="20"/>
                                        </p:tgtEl>
                                      </p:cBhvr>
                                    </p:animEffect>
                                    <p:anim calcmode="lin" valueType="num">
                                      <p:cBhvr additive="base">
                                        <p:cTn id="93" dur="550" fill="hold"/>
                                        <p:tgtEl>
                                          <p:spTgt spid="20"/>
                                        </p:tgtEl>
                                        <p:attrNameLst>
                                          <p:attrName>ppt_x</p:attrName>
                                        </p:attrNameLst>
                                      </p:cBhvr>
                                      <p:tavLst>
                                        <p:tav tm="0">
                                          <p:val>
                                            <p:strVal val="#ppt_x"/>
                                          </p:val>
                                        </p:tav>
                                        <p:tav tm="100000">
                                          <p:val>
                                            <p:strVal val="#ppt_x"/>
                                          </p:val>
                                        </p:tav>
                                      </p:tavLst>
                                    </p:anim>
                                    <p:anim calcmode="lin" valueType="num">
                                      <p:cBhvr additive="base">
                                        <p:cTn id="94" dur="550" fill="hold"/>
                                        <p:tgtEl>
                                          <p:spTgt spid="20"/>
                                        </p:tgtEl>
                                        <p:attrNameLst>
                                          <p:attrName>ppt_y</p:attrName>
                                        </p:attrNameLst>
                                      </p:cBhvr>
                                      <p:tavLst>
                                        <p:tav tm="0">
                                          <p:val>
                                            <p:strVal val="#ppt_y+.1"/>
                                          </p:val>
                                        </p:tav>
                                        <p:tav tm="100000">
                                          <p:val>
                                            <p:strVal val="#ppt_y"/>
                                          </p:val>
                                        </p:tav>
                                      </p:tavLst>
                                    </p:anim>
                                  </p:childTnLst>
                                </p:cTn>
                              </p:par>
                              <p:par>
                                <p:cTn id="95" presetID="53" presetClass="entr" presetSubtype="16" fill="hold" nodeType="withEffect">
                                  <p:stCondLst>
                                    <p:cond delay="2070"/>
                                  </p:stCondLst>
                                  <p:childTnLst>
                                    <p:set>
                                      <p:cBhvr>
                                        <p:cTn id="96" dur="1" fill="hold">
                                          <p:stCondLst>
                                            <p:cond delay="0"/>
                                          </p:stCondLst>
                                        </p:cTn>
                                        <p:tgtEl>
                                          <p:spTgt spid="21"/>
                                        </p:tgtEl>
                                        <p:attrNameLst>
                                          <p:attrName>style.visibility</p:attrName>
                                        </p:attrNameLst>
                                      </p:cBhvr>
                                      <p:to>
                                        <p:strVal val="visible"/>
                                      </p:to>
                                    </p:set>
                                    <p:anim calcmode="lin" valueType="num">
                                      <p:cBhvr additive="base">
                                        <p:cTn id="97" dur="420" fill="hold"/>
                                        <p:tgtEl>
                                          <p:spTgt spid="21"/>
                                        </p:tgtEl>
                                        <p:attrNameLst>
                                          <p:attrName>ppt_w</p:attrName>
                                        </p:attrNameLst>
                                      </p:cBhvr>
                                      <p:tavLst>
                                        <p:tav tm="0">
                                          <p:val>
                                            <p:fltVal val="0"/>
                                          </p:val>
                                        </p:tav>
                                        <p:tav tm="100000">
                                          <p:val>
                                            <p:strVal val="#ppt_w"/>
                                          </p:val>
                                        </p:tav>
                                      </p:tavLst>
                                    </p:anim>
                                    <p:anim calcmode="lin" valueType="num">
                                      <p:cBhvr additive="base">
                                        <p:cTn id="98" dur="420" fill="hold"/>
                                        <p:tgtEl>
                                          <p:spTgt spid="21"/>
                                        </p:tgtEl>
                                        <p:attrNameLst>
                                          <p:attrName>ppt_h</p:attrName>
                                        </p:attrNameLst>
                                      </p:cBhvr>
                                      <p:tavLst>
                                        <p:tav tm="0">
                                          <p:val>
                                            <p:fltVal val="0"/>
                                          </p:val>
                                        </p:tav>
                                        <p:tav tm="100000">
                                          <p:val>
                                            <p:strVal val="#ppt_h"/>
                                          </p:val>
                                        </p:tav>
                                      </p:tavLst>
                                    </p:anim>
                                    <p:animEffect transition="in" filter="fade">
                                      <p:cBhvr>
                                        <p:cTn id="99" dur="42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2F1F8"/>
        </a:solidFill>
      </p:bgPr>
    </p:bg>
    <p:spTree>
      <p:nvGrpSpPr>
        <p:cNvPr id="1" name=""/>
        <p:cNvGrpSpPr/>
        <p:nvPr/>
      </p:nvGrpSpPr>
      <p:grpSpPr>
        <a:xfrm>
          <a:off x="0" y="0"/>
          <a:ext cx="0" cy="0"/>
          <a:chOff x="0" y="0"/>
          <a:chExt cx="0" cy="0"/>
        </a:xfrm>
      </p:grpSpPr>
      <p:sp>
        <p:nvSpPr>
          <p:cNvPr id="2" name="anim:0:zoom:0"/>
          <p:cNvSpPr txBox="1"/>
          <p:nvPr/>
        </p:nvSpPr>
        <p:spPr>
          <a:xfrm rot="-180000">
            <a:off x="548640" y="320040"/>
            <a:ext cx="1527048" cy="384048"/>
          </a:xfrm>
          <a:prstGeom prst="roundRect">
            <a:avLst>
              <a:gd name="adj" fmla="val 19048"/>
            </a:avLst>
          </a:prstGeom>
          <a:solidFill>
            <a:srgbClr val="FFE600"/>
          </a:solidFill>
          <a:ln w="25400">
            <a:solidFill>
              <a:srgbClr val="000000"/>
            </a:solidFill>
          </a:ln>
          <a:effectLst>
            <a:outerShdw sx="100000" sy="100000" kx="0" ky="0" algn="bl" rotWithShape="0" blurRad="101600" dist="38100" dir="2700000">
              <a:srgbClr val="000000">
                <a:alpha val="100000"/>
              </a:srgbClr>
            </a:outerShdw>
          </a:effectLst>
        </p:spPr>
        <p:txBody>
          <a:bodyPr wrap="square" lIns="0" tIns="0" rIns="0" bIns="0"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CHAPTER 1</a:t>
            </a:r>
            <a:endParaRPr lang="en-US" sz="1200" dirty="0"/>
          </a:p>
        </p:txBody>
      </p:sp>
      <p:sp>
        <p:nvSpPr>
          <p:cNvPr id="3" name="Text 1"/>
          <p:cNvSpPr txBox="1"/>
          <p:nvPr/>
        </p:nvSpPr>
        <p:spPr>
          <a:xfrm>
            <a:off x="548640" y="822960"/>
            <a:ext cx="11064240" cy="685800"/>
          </a:xfrm>
          <a:prstGeom prst="rect">
            <a:avLst/>
          </a:prstGeom>
          <a:noFill/>
          <a:ln/>
        </p:spPr>
        <p:txBody>
          <a:bodyPr wrap="square" lIns="0" tIns="0" rIns="0" bIns="0" rtlCol="0" anchor="ctr"/>
          <a:lstStyle/>
          <a:p>
            <a:pPr indent="0" marL="0">
              <a:buNone/>
            </a:pPr>
            <a:r>
              <a:rPr lang="en-US" sz="3200" b="1" dirty="0">
                <a:solidFill>
                  <a:srgbClr val="000000"/>
                </a:solidFill>
                <a:latin typeface="Arial" pitchFamily="34" charset="0"/>
                <a:ea typeface="Arial" pitchFamily="34" charset="-122"/>
                <a:cs typeface="Arial" pitchFamily="34" charset="-120"/>
              </a:rPr>
              <a:t>STATEMENT OF THE PROBLEM</a:t>
            </a:r>
            <a:endParaRPr lang="en-US" sz="3200" dirty="0"/>
          </a:p>
        </p:txBody>
      </p:sp>
      <p:sp>
        <p:nvSpPr>
          <p:cNvPr id="4" name="Text 2"/>
          <p:cNvSpPr txBox="1"/>
          <p:nvPr/>
        </p:nvSpPr>
        <p:spPr>
          <a:xfrm>
            <a:off x="548640" y="1481328"/>
            <a:ext cx="11064240" cy="365760"/>
          </a:xfrm>
          <a:prstGeom prst="rect">
            <a:avLst/>
          </a:prstGeom>
          <a:noFill/>
          <a:ln/>
        </p:spPr>
        <p:txBody>
          <a:bodyPr wrap="square" lIns="0" tIns="0" rIns="0" bIns="0" rtlCol="0" anchor="t"/>
          <a:lstStyle/>
          <a:p>
            <a:pPr indent="0" marL="0">
              <a:buNone/>
            </a:pPr>
            <a:r>
              <a:rPr lang="en-US" sz="1500" dirty="0">
                <a:solidFill>
                  <a:srgbClr val="333333"/>
                </a:solidFill>
                <a:latin typeface="Arial" pitchFamily="34" charset="0"/>
                <a:ea typeface="Arial" pitchFamily="34" charset="-122"/>
                <a:cs typeface="Arial" pitchFamily="34" charset="-120"/>
              </a:rPr>
              <a:t>Six questions this study will answer</a:t>
            </a:r>
            <a:endParaRPr lang="en-US" sz="1500" dirty="0"/>
          </a:p>
        </p:txBody>
      </p:sp>
      <p:sp>
        <p:nvSpPr>
          <p:cNvPr id="5" name="anim:1:zoom:0"/>
          <p:cNvSpPr/>
          <p:nvPr/>
        </p:nvSpPr>
        <p:spPr>
          <a:xfrm>
            <a:off x="548640" y="2057400"/>
            <a:ext cx="3474720" cy="1920240"/>
          </a:xfrm>
          <a:prstGeom prst="roundRect">
            <a:avLst>
              <a:gd name="adj" fmla="val 5714"/>
            </a:avLst>
          </a:prstGeom>
          <a:solidFill>
            <a:srgbClr val="FFFFFF"/>
          </a:solidFill>
          <a:ln w="28575">
            <a:solidFill>
              <a:srgbClr val="000000"/>
            </a:solidFill>
            <a:prstDash val="solid"/>
          </a:ln>
          <a:effectLst>
            <a:outerShdw sx="100000" sy="100000" kx="0" ky="0" algn="bl" rotWithShape="0" blurRad="101600" dist="63500" dir="2700000">
              <a:srgbClr val="000000">
                <a:alpha val="100000"/>
              </a:srgbClr>
            </a:outerShdw>
          </a:effectLst>
        </p:spPr>
      </p:sp>
      <p:sp>
        <p:nvSpPr>
          <p:cNvPr id="6" name="anim:1:zoom:0"/>
          <p:cNvSpPr txBox="1"/>
          <p:nvPr/>
        </p:nvSpPr>
        <p:spPr>
          <a:xfrm>
            <a:off x="777240" y="2286000"/>
            <a:ext cx="594360" cy="594360"/>
          </a:xfrm>
          <a:prstGeom prst="roundRect">
            <a:avLst>
              <a:gd name="adj" fmla="val 12308"/>
            </a:avLst>
          </a:prstGeom>
          <a:solidFill>
            <a:srgbClr val="FFE600"/>
          </a:solidFill>
          <a:ln w="25400">
            <a:solidFill>
              <a:srgbClr val="000000"/>
            </a:solidFill>
          </a:ln>
        </p:spPr>
        <p:txBody>
          <a:bodyPr wrap="square" lIns="0" tIns="0" rIns="0" bIns="0" rtlCol="0" anchor="ctr"/>
          <a:lstStyle/>
          <a:p>
            <a:pPr algn="ctr" indent="0" marL="0">
              <a:buNone/>
            </a:pPr>
            <a:r>
              <a:rPr lang="en-US" sz="2400" b="1" dirty="0">
                <a:solidFill>
                  <a:srgbClr val="000000"/>
                </a:solidFill>
                <a:latin typeface="Arial" pitchFamily="34" charset="0"/>
                <a:ea typeface="Arial" pitchFamily="34" charset="-122"/>
                <a:cs typeface="Arial" pitchFamily="34" charset="-120"/>
              </a:rPr>
              <a:t>1</a:t>
            </a:r>
            <a:endParaRPr lang="en-US" sz="2400" dirty="0"/>
          </a:p>
        </p:txBody>
      </p:sp>
      <p:sp>
        <p:nvSpPr>
          <p:cNvPr id="7" name="anim:1:zoom:0"/>
          <p:cNvSpPr txBox="1"/>
          <p:nvPr/>
        </p:nvSpPr>
        <p:spPr>
          <a:xfrm>
            <a:off x="1508760" y="2286000"/>
            <a:ext cx="2377440" cy="594360"/>
          </a:xfrm>
          <a:prstGeom prst="rect">
            <a:avLst/>
          </a:prstGeom>
          <a:noFill/>
          <a:ln/>
        </p:spPr>
        <p:txBody>
          <a:bodyPr wrap="square" lIns="0" tIns="0" rIns="0" bIns="0" rtlCol="0" anchor="ctr"/>
          <a:lstStyle/>
          <a:p>
            <a:pPr indent="0" marL="0">
              <a:buNone/>
            </a:pPr>
            <a:r>
              <a:rPr lang="en-US" sz="1400" b="1" dirty="0">
                <a:solidFill>
                  <a:srgbClr val="000000"/>
                </a:solidFill>
                <a:latin typeface="Arial" pitchFamily="34" charset="0"/>
                <a:ea typeface="Arial" pitchFamily="34" charset="-122"/>
                <a:cs typeface="Arial" pitchFamily="34" charset="-120"/>
              </a:rPr>
              <a:t>EXISTING PRACTICES</a:t>
            </a:r>
            <a:endParaRPr lang="en-US" sz="1400" dirty="0"/>
          </a:p>
        </p:txBody>
      </p:sp>
      <p:sp>
        <p:nvSpPr>
          <p:cNvPr id="8" name="anim:1:zoom:0"/>
          <p:cNvSpPr txBox="1"/>
          <p:nvPr/>
        </p:nvSpPr>
        <p:spPr>
          <a:xfrm>
            <a:off x="777240" y="3017520"/>
            <a:ext cx="3063240" cy="868680"/>
          </a:xfrm>
          <a:prstGeom prst="rect">
            <a:avLst/>
          </a:prstGeom>
          <a:noFill/>
          <a:ln/>
        </p:spPr>
        <p:txBody>
          <a:bodyPr wrap="square" lIns="0" tIns="0" rIns="0" bIns="0" rtlCol="0" anchor="t"/>
          <a:lstStyle/>
          <a:p>
            <a:pPr indent="0" marL="0">
              <a:buNone/>
            </a:pPr>
            <a:r>
              <a:rPr lang="en-US" sz="1150" dirty="0">
                <a:solidFill>
                  <a:srgbClr val="333333"/>
                </a:solidFill>
                <a:latin typeface="Arial" pitchFamily="34" charset="0"/>
                <a:ea typeface="Arial" pitchFamily="34" charset="-122"/>
                <a:cs typeface="Arial" pitchFamily="34" charset="-120"/>
              </a:rPr>
              <a:t>Scheduling, customer info, barber availability, preference records, confirmation and tracking</a:t>
            </a:r>
            <a:endParaRPr lang="en-US" sz="1150" dirty="0"/>
          </a:p>
        </p:txBody>
      </p:sp>
      <p:sp>
        <p:nvSpPr>
          <p:cNvPr id="9" name="anim:1:zoom:1"/>
          <p:cNvSpPr/>
          <p:nvPr/>
        </p:nvSpPr>
        <p:spPr>
          <a:xfrm>
            <a:off x="4297680" y="2057400"/>
            <a:ext cx="3474720" cy="1920240"/>
          </a:xfrm>
          <a:prstGeom prst="roundRect">
            <a:avLst>
              <a:gd name="adj" fmla="val 5714"/>
            </a:avLst>
          </a:prstGeom>
          <a:solidFill>
            <a:srgbClr val="FFFFFF"/>
          </a:solidFill>
          <a:ln w="28575">
            <a:solidFill>
              <a:srgbClr val="000000"/>
            </a:solidFill>
            <a:prstDash val="solid"/>
          </a:ln>
          <a:effectLst>
            <a:outerShdw sx="100000" sy="100000" kx="0" ky="0" algn="bl" rotWithShape="0" blurRad="101600" dist="63500" dir="2700000">
              <a:srgbClr val="000000">
                <a:alpha val="100000"/>
              </a:srgbClr>
            </a:outerShdw>
          </a:effectLst>
        </p:spPr>
      </p:sp>
      <p:sp>
        <p:nvSpPr>
          <p:cNvPr id="10" name="anim:1:zoom:1"/>
          <p:cNvSpPr txBox="1"/>
          <p:nvPr/>
        </p:nvSpPr>
        <p:spPr>
          <a:xfrm>
            <a:off x="4526280" y="2286000"/>
            <a:ext cx="594360" cy="594360"/>
          </a:xfrm>
          <a:prstGeom prst="roundRect">
            <a:avLst>
              <a:gd name="adj" fmla="val 12308"/>
            </a:avLst>
          </a:prstGeom>
          <a:solidFill>
            <a:srgbClr val="FFE600"/>
          </a:solidFill>
          <a:ln w="25400">
            <a:solidFill>
              <a:srgbClr val="000000"/>
            </a:solidFill>
          </a:ln>
        </p:spPr>
        <p:txBody>
          <a:bodyPr wrap="square" lIns="0" tIns="0" rIns="0" bIns="0" rtlCol="0" anchor="ctr"/>
          <a:lstStyle/>
          <a:p>
            <a:pPr algn="ctr" indent="0" marL="0">
              <a:buNone/>
            </a:pPr>
            <a:r>
              <a:rPr lang="en-US" sz="2400" b="1" dirty="0">
                <a:solidFill>
                  <a:srgbClr val="000000"/>
                </a:solidFill>
                <a:latin typeface="Arial" pitchFamily="34" charset="0"/>
                <a:ea typeface="Arial" pitchFamily="34" charset="-122"/>
                <a:cs typeface="Arial" pitchFamily="34" charset="-120"/>
              </a:rPr>
              <a:t>2</a:t>
            </a:r>
            <a:endParaRPr lang="en-US" sz="2400" dirty="0"/>
          </a:p>
        </p:txBody>
      </p:sp>
      <p:sp>
        <p:nvSpPr>
          <p:cNvPr id="11" name="anim:1:zoom:1"/>
          <p:cNvSpPr txBox="1"/>
          <p:nvPr/>
        </p:nvSpPr>
        <p:spPr>
          <a:xfrm>
            <a:off x="5257800" y="2286000"/>
            <a:ext cx="2377440" cy="594360"/>
          </a:xfrm>
          <a:prstGeom prst="rect">
            <a:avLst/>
          </a:prstGeom>
          <a:noFill/>
          <a:ln/>
        </p:spPr>
        <p:txBody>
          <a:bodyPr wrap="square" lIns="0" tIns="0" rIns="0" bIns="0" rtlCol="0" anchor="ctr"/>
          <a:lstStyle/>
          <a:p>
            <a:pPr indent="0" marL="0">
              <a:buNone/>
            </a:pPr>
            <a:r>
              <a:rPr lang="en-US" sz="1400" b="1" dirty="0">
                <a:solidFill>
                  <a:srgbClr val="000000"/>
                </a:solidFill>
                <a:latin typeface="Arial" pitchFamily="34" charset="0"/>
                <a:ea typeface="Arial" pitchFamily="34" charset="-122"/>
                <a:cs typeface="Arial" pitchFamily="34" charset="-120"/>
              </a:rPr>
              <a:t>PROBLEMS ENCOUNTERED</a:t>
            </a:r>
            <a:endParaRPr lang="en-US" sz="1400" dirty="0"/>
          </a:p>
        </p:txBody>
      </p:sp>
      <p:sp>
        <p:nvSpPr>
          <p:cNvPr id="12" name="anim:1:zoom:1"/>
          <p:cNvSpPr txBox="1"/>
          <p:nvPr/>
        </p:nvSpPr>
        <p:spPr>
          <a:xfrm>
            <a:off x="4526280" y="3017520"/>
            <a:ext cx="3063240" cy="868680"/>
          </a:xfrm>
          <a:prstGeom prst="rect">
            <a:avLst/>
          </a:prstGeom>
          <a:noFill/>
          <a:ln/>
        </p:spPr>
        <p:txBody>
          <a:bodyPr wrap="square" lIns="0" tIns="0" rIns="0" bIns="0" rtlCol="0" anchor="t"/>
          <a:lstStyle/>
          <a:p>
            <a:pPr indent="0" marL="0">
              <a:buNone/>
            </a:pPr>
            <a:r>
              <a:rPr lang="en-US" sz="1150" dirty="0">
                <a:solidFill>
                  <a:srgbClr val="333333"/>
                </a:solidFill>
                <a:latin typeface="Arial" pitchFamily="34" charset="0"/>
                <a:ea typeface="Arial" pitchFamily="34" charset="-122"/>
                <a:cs typeface="Arial" pitchFamily="34" charset="-120"/>
              </a:rPr>
              <a:t>Waiting time, scheduling conflicts, communicating preferences, missed appointments, records</a:t>
            </a:r>
            <a:endParaRPr lang="en-US" sz="1150" dirty="0"/>
          </a:p>
        </p:txBody>
      </p:sp>
      <p:sp>
        <p:nvSpPr>
          <p:cNvPr id="13" name="anim:1:zoom:2"/>
          <p:cNvSpPr/>
          <p:nvPr/>
        </p:nvSpPr>
        <p:spPr>
          <a:xfrm>
            <a:off x="8046720" y="2057400"/>
            <a:ext cx="3474720" cy="1920240"/>
          </a:xfrm>
          <a:prstGeom prst="roundRect">
            <a:avLst>
              <a:gd name="adj" fmla="val 5714"/>
            </a:avLst>
          </a:prstGeom>
          <a:solidFill>
            <a:srgbClr val="FFFFFF"/>
          </a:solidFill>
          <a:ln w="28575">
            <a:solidFill>
              <a:srgbClr val="000000"/>
            </a:solidFill>
            <a:prstDash val="solid"/>
          </a:ln>
          <a:effectLst>
            <a:outerShdw sx="100000" sy="100000" kx="0" ky="0" algn="bl" rotWithShape="0" blurRad="101600" dist="63500" dir="2700000">
              <a:srgbClr val="000000">
                <a:alpha val="100000"/>
              </a:srgbClr>
            </a:outerShdw>
          </a:effectLst>
        </p:spPr>
      </p:sp>
      <p:sp>
        <p:nvSpPr>
          <p:cNvPr id="14" name="anim:1:zoom:2"/>
          <p:cNvSpPr txBox="1"/>
          <p:nvPr/>
        </p:nvSpPr>
        <p:spPr>
          <a:xfrm>
            <a:off x="8275320" y="2286000"/>
            <a:ext cx="594360" cy="594360"/>
          </a:xfrm>
          <a:prstGeom prst="roundRect">
            <a:avLst>
              <a:gd name="adj" fmla="val 12308"/>
            </a:avLst>
          </a:prstGeom>
          <a:solidFill>
            <a:srgbClr val="FFE600"/>
          </a:solidFill>
          <a:ln w="25400">
            <a:solidFill>
              <a:srgbClr val="000000"/>
            </a:solidFill>
          </a:ln>
        </p:spPr>
        <p:txBody>
          <a:bodyPr wrap="square" lIns="0" tIns="0" rIns="0" bIns="0" rtlCol="0" anchor="ctr"/>
          <a:lstStyle/>
          <a:p>
            <a:pPr algn="ctr" indent="0" marL="0">
              <a:buNone/>
            </a:pPr>
            <a:r>
              <a:rPr lang="en-US" sz="2400" b="1" dirty="0">
                <a:solidFill>
                  <a:srgbClr val="000000"/>
                </a:solidFill>
                <a:latin typeface="Arial" pitchFamily="34" charset="0"/>
                <a:ea typeface="Arial" pitchFamily="34" charset="-122"/>
                <a:cs typeface="Arial" pitchFamily="34" charset="-120"/>
              </a:rPr>
              <a:t>3</a:t>
            </a:r>
            <a:endParaRPr lang="en-US" sz="2400" dirty="0"/>
          </a:p>
        </p:txBody>
      </p:sp>
      <p:sp>
        <p:nvSpPr>
          <p:cNvPr id="15" name="anim:1:zoom:2"/>
          <p:cNvSpPr txBox="1"/>
          <p:nvPr/>
        </p:nvSpPr>
        <p:spPr>
          <a:xfrm>
            <a:off x="9006840" y="2286000"/>
            <a:ext cx="2377440" cy="594360"/>
          </a:xfrm>
          <a:prstGeom prst="rect">
            <a:avLst/>
          </a:prstGeom>
          <a:noFill/>
          <a:ln/>
        </p:spPr>
        <p:txBody>
          <a:bodyPr wrap="square" lIns="0" tIns="0" rIns="0" bIns="0" rtlCol="0" anchor="ctr"/>
          <a:lstStyle/>
          <a:p>
            <a:pPr indent="0" marL="0">
              <a:buNone/>
            </a:pPr>
            <a:r>
              <a:rPr lang="en-US" sz="1400" b="1" dirty="0">
                <a:solidFill>
                  <a:srgbClr val="000000"/>
                </a:solidFill>
                <a:latin typeface="Arial" pitchFamily="34" charset="0"/>
                <a:ea typeface="Arial" pitchFamily="34" charset="-122"/>
                <a:cs typeface="Arial" pitchFamily="34" charset="-120"/>
              </a:rPr>
              <a:t>NEEDED FEATURES</a:t>
            </a:r>
            <a:endParaRPr lang="en-US" sz="1400" dirty="0"/>
          </a:p>
        </p:txBody>
      </p:sp>
      <p:sp>
        <p:nvSpPr>
          <p:cNvPr id="16" name="anim:1:zoom:2"/>
          <p:cNvSpPr txBox="1"/>
          <p:nvPr/>
        </p:nvSpPr>
        <p:spPr>
          <a:xfrm>
            <a:off x="8275320" y="3017520"/>
            <a:ext cx="3063240" cy="868680"/>
          </a:xfrm>
          <a:prstGeom prst="rect">
            <a:avLst/>
          </a:prstGeom>
          <a:noFill/>
          <a:ln/>
        </p:spPr>
        <p:txBody>
          <a:bodyPr wrap="square" lIns="0" tIns="0" rIns="0" bIns="0" rtlCol="0" anchor="t"/>
          <a:lstStyle/>
          <a:p>
            <a:pPr indent="0" marL="0">
              <a:buNone/>
            </a:pPr>
            <a:r>
              <a:rPr lang="en-US" sz="1150" dirty="0">
                <a:solidFill>
                  <a:srgbClr val="333333"/>
                </a:solidFill>
                <a:latin typeface="Arial" pitchFamily="34" charset="0"/>
                <a:ea typeface="Arial" pitchFamily="34" charset="-122"/>
                <a:cs typeface="Arial" pitchFamily="34" charset="-120"/>
              </a:rPr>
              <a:t>Online scheduling, availability, preference selection, notifications, profile, shop management</a:t>
            </a:r>
            <a:endParaRPr lang="en-US" sz="1150" dirty="0"/>
          </a:p>
        </p:txBody>
      </p:sp>
      <p:sp>
        <p:nvSpPr>
          <p:cNvPr id="17" name="anim:1:zoom:3"/>
          <p:cNvSpPr/>
          <p:nvPr/>
        </p:nvSpPr>
        <p:spPr>
          <a:xfrm>
            <a:off x="548640" y="4251960"/>
            <a:ext cx="3474720" cy="1920240"/>
          </a:xfrm>
          <a:prstGeom prst="roundRect">
            <a:avLst>
              <a:gd name="adj" fmla="val 5714"/>
            </a:avLst>
          </a:prstGeom>
          <a:solidFill>
            <a:srgbClr val="FFFFFF"/>
          </a:solidFill>
          <a:ln w="28575">
            <a:solidFill>
              <a:srgbClr val="000000"/>
            </a:solidFill>
            <a:prstDash val="solid"/>
          </a:ln>
          <a:effectLst>
            <a:outerShdw sx="100000" sy="100000" kx="0" ky="0" algn="bl" rotWithShape="0" blurRad="101600" dist="63500" dir="2700000">
              <a:srgbClr val="000000">
                <a:alpha val="100000"/>
              </a:srgbClr>
            </a:outerShdw>
          </a:effectLst>
        </p:spPr>
      </p:sp>
      <p:sp>
        <p:nvSpPr>
          <p:cNvPr id="18" name="anim:1:zoom:3"/>
          <p:cNvSpPr txBox="1"/>
          <p:nvPr/>
        </p:nvSpPr>
        <p:spPr>
          <a:xfrm>
            <a:off x="777240" y="4480560"/>
            <a:ext cx="594360" cy="594360"/>
          </a:xfrm>
          <a:prstGeom prst="roundRect">
            <a:avLst>
              <a:gd name="adj" fmla="val 12308"/>
            </a:avLst>
          </a:prstGeom>
          <a:solidFill>
            <a:srgbClr val="FFE600"/>
          </a:solidFill>
          <a:ln w="25400">
            <a:solidFill>
              <a:srgbClr val="000000"/>
            </a:solidFill>
          </a:ln>
        </p:spPr>
        <p:txBody>
          <a:bodyPr wrap="square" lIns="0" tIns="0" rIns="0" bIns="0" rtlCol="0" anchor="ctr"/>
          <a:lstStyle/>
          <a:p>
            <a:pPr algn="ctr" indent="0" marL="0">
              <a:buNone/>
            </a:pPr>
            <a:r>
              <a:rPr lang="en-US" sz="2400" b="1" dirty="0">
                <a:solidFill>
                  <a:srgbClr val="000000"/>
                </a:solidFill>
                <a:latin typeface="Arial" pitchFamily="34" charset="0"/>
                <a:ea typeface="Arial" pitchFamily="34" charset="-122"/>
                <a:cs typeface="Arial" pitchFamily="34" charset="-120"/>
              </a:rPr>
              <a:t>4</a:t>
            </a:r>
            <a:endParaRPr lang="en-US" sz="2400" dirty="0"/>
          </a:p>
        </p:txBody>
      </p:sp>
      <p:sp>
        <p:nvSpPr>
          <p:cNvPr id="19" name="anim:1:zoom:3"/>
          <p:cNvSpPr txBox="1"/>
          <p:nvPr/>
        </p:nvSpPr>
        <p:spPr>
          <a:xfrm>
            <a:off x="1508760" y="4480560"/>
            <a:ext cx="2377440" cy="594360"/>
          </a:xfrm>
          <a:prstGeom prst="rect">
            <a:avLst/>
          </a:prstGeom>
          <a:noFill/>
          <a:ln/>
        </p:spPr>
        <p:txBody>
          <a:bodyPr wrap="square" lIns="0" tIns="0" rIns="0" bIns="0" rtlCol="0" anchor="ctr"/>
          <a:lstStyle/>
          <a:p>
            <a:pPr indent="0" marL="0">
              <a:buNone/>
            </a:pPr>
            <a:r>
              <a:rPr lang="en-US" sz="1400" b="1" dirty="0">
                <a:solidFill>
                  <a:srgbClr val="000000"/>
                </a:solidFill>
                <a:latin typeface="Arial" pitchFamily="34" charset="0"/>
                <a:ea typeface="Arial" pitchFamily="34" charset="-122"/>
                <a:cs typeface="Arial" pitchFamily="34" charset="-120"/>
              </a:rPr>
              <a:t>HOW IT IMPROVES</a:t>
            </a:r>
            <a:endParaRPr lang="en-US" sz="1400" dirty="0"/>
          </a:p>
        </p:txBody>
      </p:sp>
      <p:sp>
        <p:nvSpPr>
          <p:cNvPr id="20" name="anim:1:zoom:3"/>
          <p:cNvSpPr txBox="1"/>
          <p:nvPr/>
        </p:nvSpPr>
        <p:spPr>
          <a:xfrm>
            <a:off x="777240" y="5212080"/>
            <a:ext cx="3063240" cy="868680"/>
          </a:xfrm>
          <a:prstGeom prst="rect">
            <a:avLst/>
          </a:prstGeom>
          <a:noFill/>
          <a:ln/>
        </p:spPr>
        <p:txBody>
          <a:bodyPr wrap="square" lIns="0" tIns="0" rIns="0" bIns="0" rtlCol="0" anchor="t"/>
          <a:lstStyle/>
          <a:p>
            <a:pPr indent="0" marL="0">
              <a:buNone/>
            </a:pPr>
            <a:r>
              <a:rPr lang="en-US" sz="1150" dirty="0">
                <a:solidFill>
                  <a:srgbClr val="333333"/>
                </a:solidFill>
                <a:latin typeface="Arial" pitchFamily="34" charset="0"/>
                <a:ea typeface="Arial" pitchFamily="34" charset="-122"/>
                <a:cs typeface="Arial" pitchFamily="34" charset="-120"/>
              </a:rPr>
              <a:t>Booking appointments and communicating haircut preferences between customers and shops</a:t>
            </a:r>
            <a:endParaRPr lang="en-US" sz="1150" dirty="0"/>
          </a:p>
        </p:txBody>
      </p:sp>
      <p:sp>
        <p:nvSpPr>
          <p:cNvPr id="21" name="anim:1:zoom:4"/>
          <p:cNvSpPr/>
          <p:nvPr/>
        </p:nvSpPr>
        <p:spPr>
          <a:xfrm>
            <a:off x="4297680" y="4251960"/>
            <a:ext cx="3474720" cy="1920240"/>
          </a:xfrm>
          <a:prstGeom prst="roundRect">
            <a:avLst>
              <a:gd name="adj" fmla="val 5714"/>
            </a:avLst>
          </a:prstGeom>
          <a:solidFill>
            <a:srgbClr val="FFFFFF"/>
          </a:solidFill>
          <a:ln w="28575">
            <a:solidFill>
              <a:srgbClr val="000000"/>
            </a:solidFill>
            <a:prstDash val="solid"/>
          </a:ln>
          <a:effectLst>
            <a:outerShdw sx="100000" sy="100000" kx="0" ky="0" algn="bl" rotWithShape="0" blurRad="101600" dist="63500" dir="2700000">
              <a:srgbClr val="000000">
                <a:alpha val="100000"/>
              </a:srgbClr>
            </a:outerShdw>
          </a:effectLst>
        </p:spPr>
      </p:sp>
      <p:sp>
        <p:nvSpPr>
          <p:cNvPr id="22" name="anim:1:zoom:4"/>
          <p:cNvSpPr txBox="1"/>
          <p:nvPr/>
        </p:nvSpPr>
        <p:spPr>
          <a:xfrm>
            <a:off x="4526280" y="4480560"/>
            <a:ext cx="594360" cy="594360"/>
          </a:xfrm>
          <a:prstGeom prst="roundRect">
            <a:avLst>
              <a:gd name="adj" fmla="val 12308"/>
            </a:avLst>
          </a:prstGeom>
          <a:solidFill>
            <a:srgbClr val="1E50FF"/>
          </a:solidFill>
          <a:ln w="25400">
            <a:solidFill>
              <a:srgbClr val="000000"/>
            </a:solid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5</a:t>
            </a:r>
            <a:endParaRPr lang="en-US" sz="2400" dirty="0"/>
          </a:p>
        </p:txBody>
      </p:sp>
      <p:sp>
        <p:nvSpPr>
          <p:cNvPr id="23" name="anim:1:zoom:4"/>
          <p:cNvSpPr txBox="1"/>
          <p:nvPr/>
        </p:nvSpPr>
        <p:spPr>
          <a:xfrm>
            <a:off x="5257800" y="4480560"/>
            <a:ext cx="2377440" cy="594360"/>
          </a:xfrm>
          <a:prstGeom prst="rect">
            <a:avLst/>
          </a:prstGeom>
          <a:noFill/>
          <a:ln/>
        </p:spPr>
        <p:txBody>
          <a:bodyPr wrap="square" lIns="0" tIns="0" rIns="0" bIns="0" rtlCol="0" anchor="ctr"/>
          <a:lstStyle/>
          <a:p>
            <a:pPr indent="0" marL="0">
              <a:buNone/>
            </a:pPr>
            <a:r>
              <a:rPr lang="en-US" sz="1400" b="1" dirty="0">
                <a:solidFill>
                  <a:srgbClr val="000000"/>
                </a:solidFill>
                <a:latin typeface="Arial" pitchFamily="34" charset="0"/>
                <a:ea typeface="Arial" pitchFamily="34" charset="-122"/>
                <a:cs typeface="Arial" pitchFamily="34" charset="-120"/>
              </a:rPr>
              <a:t>ACCEPTABILITY</a:t>
            </a:r>
            <a:endParaRPr lang="en-US" sz="1400" dirty="0"/>
          </a:p>
        </p:txBody>
      </p:sp>
      <p:sp>
        <p:nvSpPr>
          <p:cNvPr id="24" name="anim:1:zoom:4"/>
          <p:cNvSpPr txBox="1"/>
          <p:nvPr/>
        </p:nvSpPr>
        <p:spPr>
          <a:xfrm>
            <a:off x="4526280" y="5212080"/>
            <a:ext cx="3063240" cy="868680"/>
          </a:xfrm>
          <a:prstGeom prst="rect">
            <a:avLst/>
          </a:prstGeom>
          <a:noFill/>
          <a:ln/>
        </p:spPr>
        <p:txBody>
          <a:bodyPr wrap="square" lIns="0" tIns="0" rIns="0" bIns="0" rtlCol="0" anchor="t"/>
          <a:lstStyle/>
          <a:p>
            <a:pPr indent="0" marL="0">
              <a:buNone/>
            </a:pPr>
            <a:r>
              <a:rPr lang="en-US" sz="1150" dirty="0">
                <a:solidFill>
                  <a:srgbClr val="333333"/>
                </a:solidFill>
                <a:latin typeface="Arial" pitchFamily="34" charset="0"/>
                <a:ea typeface="Arial" pitchFamily="34" charset="-122"/>
                <a:cs typeface="Arial" pitchFamily="34" charset="-120"/>
              </a:rPr>
              <a:t>Functionality, usability, efficiency, reliability, and user satisfaction</a:t>
            </a:r>
            <a:endParaRPr lang="en-US" sz="1150" dirty="0"/>
          </a:p>
        </p:txBody>
      </p:sp>
      <p:sp>
        <p:nvSpPr>
          <p:cNvPr id="25" name="anim:1:zoom:5"/>
          <p:cNvSpPr/>
          <p:nvPr/>
        </p:nvSpPr>
        <p:spPr>
          <a:xfrm>
            <a:off x="8046720" y="4251960"/>
            <a:ext cx="3474720" cy="1920240"/>
          </a:xfrm>
          <a:prstGeom prst="roundRect">
            <a:avLst>
              <a:gd name="adj" fmla="val 5714"/>
            </a:avLst>
          </a:prstGeom>
          <a:solidFill>
            <a:srgbClr val="FFFFFF"/>
          </a:solidFill>
          <a:ln w="28575">
            <a:solidFill>
              <a:srgbClr val="000000"/>
            </a:solidFill>
            <a:prstDash val="solid"/>
          </a:ln>
          <a:effectLst>
            <a:outerShdw sx="100000" sy="100000" kx="0" ky="0" algn="bl" rotWithShape="0" blurRad="101600" dist="63500" dir="2700000">
              <a:srgbClr val="000000">
                <a:alpha val="100000"/>
              </a:srgbClr>
            </a:outerShdw>
          </a:effectLst>
        </p:spPr>
      </p:sp>
      <p:sp>
        <p:nvSpPr>
          <p:cNvPr id="26" name="anim:1:zoom:5"/>
          <p:cNvSpPr txBox="1"/>
          <p:nvPr/>
        </p:nvSpPr>
        <p:spPr>
          <a:xfrm>
            <a:off x="8275320" y="4480560"/>
            <a:ext cx="594360" cy="594360"/>
          </a:xfrm>
          <a:prstGeom prst="roundRect">
            <a:avLst>
              <a:gd name="adj" fmla="val 12308"/>
            </a:avLst>
          </a:prstGeom>
          <a:solidFill>
            <a:srgbClr val="FFE600"/>
          </a:solidFill>
          <a:ln w="25400">
            <a:solidFill>
              <a:srgbClr val="000000"/>
            </a:solidFill>
          </a:ln>
        </p:spPr>
        <p:txBody>
          <a:bodyPr wrap="square" lIns="0" tIns="0" rIns="0" bIns="0" rtlCol="0" anchor="ctr"/>
          <a:lstStyle/>
          <a:p>
            <a:pPr algn="ctr" indent="0" marL="0">
              <a:buNone/>
            </a:pPr>
            <a:r>
              <a:rPr lang="en-US" sz="2400" b="1" dirty="0">
                <a:solidFill>
                  <a:srgbClr val="000000"/>
                </a:solidFill>
                <a:latin typeface="Arial" pitchFamily="34" charset="0"/>
                <a:ea typeface="Arial" pitchFamily="34" charset="-122"/>
                <a:cs typeface="Arial" pitchFamily="34" charset="-120"/>
              </a:rPr>
              <a:t>6</a:t>
            </a:r>
            <a:endParaRPr lang="en-US" sz="2400" dirty="0"/>
          </a:p>
        </p:txBody>
      </p:sp>
      <p:sp>
        <p:nvSpPr>
          <p:cNvPr id="27" name="anim:1:zoom:5"/>
          <p:cNvSpPr txBox="1"/>
          <p:nvPr/>
        </p:nvSpPr>
        <p:spPr>
          <a:xfrm>
            <a:off x="9006840" y="4480560"/>
            <a:ext cx="2377440" cy="594360"/>
          </a:xfrm>
          <a:prstGeom prst="rect">
            <a:avLst/>
          </a:prstGeom>
          <a:noFill/>
          <a:ln/>
        </p:spPr>
        <p:txBody>
          <a:bodyPr wrap="square" lIns="0" tIns="0" rIns="0" bIns="0" rtlCol="0" anchor="ctr"/>
          <a:lstStyle/>
          <a:p>
            <a:pPr indent="0" marL="0">
              <a:buNone/>
            </a:pPr>
            <a:r>
              <a:rPr lang="en-US" sz="1400" b="1" dirty="0">
                <a:solidFill>
                  <a:srgbClr val="000000"/>
                </a:solidFill>
                <a:latin typeface="Arial" pitchFamily="34" charset="0"/>
                <a:ea typeface="Arial" pitchFamily="34" charset="-122"/>
                <a:cs typeface="Arial" pitchFamily="34" charset="-120"/>
              </a:rPr>
              <a:t>IMPROVEMENTS</a:t>
            </a:r>
            <a:endParaRPr lang="en-US" sz="1400" dirty="0"/>
          </a:p>
        </p:txBody>
      </p:sp>
      <p:sp>
        <p:nvSpPr>
          <p:cNvPr id="28" name="anim:1:zoom:5"/>
          <p:cNvSpPr txBox="1"/>
          <p:nvPr/>
        </p:nvSpPr>
        <p:spPr>
          <a:xfrm>
            <a:off x="8275320" y="5212080"/>
            <a:ext cx="3063240" cy="868680"/>
          </a:xfrm>
          <a:prstGeom prst="rect">
            <a:avLst/>
          </a:prstGeom>
          <a:noFill/>
          <a:ln/>
        </p:spPr>
        <p:txBody>
          <a:bodyPr wrap="square" lIns="0" tIns="0" rIns="0" bIns="0" rtlCol="0" anchor="t"/>
          <a:lstStyle/>
          <a:p>
            <a:pPr indent="0" marL="0">
              <a:buNone/>
            </a:pPr>
            <a:r>
              <a:rPr lang="en-US" sz="1150" dirty="0">
                <a:solidFill>
                  <a:srgbClr val="333333"/>
                </a:solidFill>
                <a:latin typeface="Arial" pitchFamily="34" charset="0"/>
                <a:ea typeface="Arial" pitchFamily="34" charset="-122"/>
                <a:cs typeface="Arial" pitchFamily="34" charset="-120"/>
              </a:rPr>
              <a:t>Enhancements proposed from the evaluation and user feedback</a:t>
            </a:r>
            <a:endParaRPr lang="en-US" sz="1150" dirty="0"/>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420" fill="hold"/>
                                        <p:tgtEl>
                                          <p:spTgt spid="2"/>
                                        </p:tgtEl>
                                        <p:attrNameLst>
                                          <p:attrName>ppt_w</p:attrName>
                                        </p:attrNameLst>
                                      </p:cBhvr>
                                      <p:tavLst>
                                        <p:tav tm="0">
                                          <p:val>
                                            <p:fltVal val="0"/>
                                          </p:val>
                                        </p:tav>
                                        <p:tav tm="100000">
                                          <p:val>
                                            <p:strVal val="#ppt_w"/>
                                          </p:val>
                                        </p:tav>
                                      </p:tavLst>
                                    </p:anim>
                                    <p:anim calcmode="lin" valueType="num">
                                      <p:cBhvr additive="base">
                                        <p:cTn id="8" dur="420" fill="hold"/>
                                        <p:tgtEl>
                                          <p:spTgt spid="2"/>
                                        </p:tgtEl>
                                        <p:attrNameLst>
                                          <p:attrName>ppt_h</p:attrName>
                                        </p:attrNameLst>
                                      </p:cBhvr>
                                      <p:tavLst>
                                        <p:tav tm="0">
                                          <p:val>
                                            <p:fltVal val="0"/>
                                          </p:val>
                                        </p:tav>
                                        <p:tav tm="100000">
                                          <p:val>
                                            <p:strVal val="#ppt_h"/>
                                          </p:val>
                                        </p:tav>
                                      </p:tavLst>
                                    </p:anim>
                                    <p:animEffect transition="in" filter="fade">
                                      <p:cBhvr>
                                        <p:cTn id="9" dur="420"/>
                                        <p:tgtEl>
                                          <p:spTgt spid="2"/>
                                        </p:tgtEl>
                                      </p:cBhvr>
                                    </p:animEffect>
                                  </p:childTnLst>
                                </p:cTn>
                              </p:par>
                              <p:par>
                                <p:cTn id="10" presetID="53" presetClass="entr" presetSubtype="16" fill="hold" nodeType="withEffect">
                                  <p:stCondLst>
                                    <p:cond delay="27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420" fill="hold"/>
                                        <p:tgtEl>
                                          <p:spTgt spid="5"/>
                                        </p:tgtEl>
                                        <p:attrNameLst>
                                          <p:attrName>ppt_w</p:attrName>
                                        </p:attrNameLst>
                                      </p:cBhvr>
                                      <p:tavLst>
                                        <p:tav tm="0">
                                          <p:val>
                                            <p:fltVal val="0"/>
                                          </p:val>
                                        </p:tav>
                                        <p:tav tm="100000">
                                          <p:val>
                                            <p:strVal val="#ppt_w"/>
                                          </p:val>
                                        </p:tav>
                                      </p:tavLst>
                                    </p:anim>
                                    <p:anim calcmode="lin" valueType="num">
                                      <p:cBhvr additive="base">
                                        <p:cTn id="13" dur="420" fill="hold"/>
                                        <p:tgtEl>
                                          <p:spTgt spid="5"/>
                                        </p:tgtEl>
                                        <p:attrNameLst>
                                          <p:attrName>ppt_h</p:attrName>
                                        </p:attrNameLst>
                                      </p:cBhvr>
                                      <p:tavLst>
                                        <p:tav tm="0">
                                          <p:val>
                                            <p:fltVal val="0"/>
                                          </p:val>
                                        </p:tav>
                                        <p:tav tm="100000">
                                          <p:val>
                                            <p:strVal val="#ppt_h"/>
                                          </p:val>
                                        </p:tav>
                                      </p:tavLst>
                                    </p:anim>
                                    <p:animEffect transition="in" filter="fade">
                                      <p:cBhvr>
                                        <p:cTn id="14" dur="420"/>
                                        <p:tgtEl>
                                          <p:spTgt spid="5"/>
                                        </p:tgtEl>
                                      </p:cBhvr>
                                    </p:animEffect>
                                  </p:childTnLst>
                                </p:cTn>
                              </p:par>
                              <p:par>
                                <p:cTn id="15" presetID="53" presetClass="entr" presetSubtype="16" fill="hold" nodeType="withEffect">
                                  <p:stCondLst>
                                    <p:cond delay="27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420" fill="hold"/>
                                        <p:tgtEl>
                                          <p:spTgt spid="6"/>
                                        </p:tgtEl>
                                        <p:attrNameLst>
                                          <p:attrName>ppt_w</p:attrName>
                                        </p:attrNameLst>
                                      </p:cBhvr>
                                      <p:tavLst>
                                        <p:tav tm="0">
                                          <p:val>
                                            <p:fltVal val="0"/>
                                          </p:val>
                                        </p:tav>
                                        <p:tav tm="100000">
                                          <p:val>
                                            <p:strVal val="#ppt_w"/>
                                          </p:val>
                                        </p:tav>
                                      </p:tavLst>
                                    </p:anim>
                                    <p:anim calcmode="lin" valueType="num">
                                      <p:cBhvr additive="base">
                                        <p:cTn id="18" dur="420" fill="hold"/>
                                        <p:tgtEl>
                                          <p:spTgt spid="6"/>
                                        </p:tgtEl>
                                        <p:attrNameLst>
                                          <p:attrName>ppt_h</p:attrName>
                                        </p:attrNameLst>
                                      </p:cBhvr>
                                      <p:tavLst>
                                        <p:tav tm="0">
                                          <p:val>
                                            <p:fltVal val="0"/>
                                          </p:val>
                                        </p:tav>
                                        <p:tav tm="100000">
                                          <p:val>
                                            <p:strVal val="#ppt_h"/>
                                          </p:val>
                                        </p:tav>
                                      </p:tavLst>
                                    </p:anim>
                                    <p:animEffect transition="in" filter="fade">
                                      <p:cBhvr>
                                        <p:cTn id="19" dur="420"/>
                                        <p:tgtEl>
                                          <p:spTgt spid="6"/>
                                        </p:tgtEl>
                                      </p:cBhvr>
                                    </p:animEffect>
                                  </p:childTnLst>
                                </p:cTn>
                              </p:par>
                              <p:par>
                                <p:cTn id="20" presetID="53" presetClass="entr" presetSubtype="16" fill="hold" nodeType="withEffect">
                                  <p:stCondLst>
                                    <p:cond delay="270"/>
                                  </p:stCondLst>
                                  <p:childTnLst>
                                    <p:set>
                                      <p:cBhvr>
                                        <p:cTn id="21" dur="1" fill="hold">
                                          <p:stCondLst>
                                            <p:cond delay="0"/>
                                          </p:stCondLst>
                                        </p:cTn>
                                        <p:tgtEl>
                                          <p:spTgt spid="7"/>
                                        </p:tgtEl>
                                        <p:attrNameLst>
                                          <p:attrName>style.visibility</p:attrName>
                                        </p:attrNameLst>
                                      </p:cBhvr>
                                      <p:to>
                                        <p:strVal val="visible"/>
                                      </p:to>
                                    </p:set>
                                    <p:anim calcmode="lin" valueType="num">
                                      <p:cBhvr additive="base">
                                        <p:cTn id="22" dur="420" fill="hold"/>
                                        <p:tgtEl>
                                          <p:spTgt spid="7"/>
                                        </p:tgtEl>
                                        <p:attrNameLst>
                                          <p:attrName>ppt_w</p:attrName>
                                        </p:attrNameLst>
                                      </p:cBhvr>
                                      <p:tavLst>
                                        <p:tav tm="0">
                                          <p:val>
                                            <p:fltVal val="0"/>
                                          </p:val>
                                        </p:tav>
                                        <p:tav tm="100000">
                                          <p:val>
                                            <p:strVal val="#ppt_w"/>
                                          </p:val>
                                        </p:tav>
                                      </p:tavLst>
                                    </p:anim>
                                    <p:anim calcmode="lin" valueType="num">
                                      <p:cBhvr additive="base">
                                        <p:cTn id="23" dur="420" fill="hold"/>
                                        <p:tgtEl>
                                          <p:spTgt spid="7"/>
                                        </p:tgtEl>
                                        <p:attrNameLst>
                                          <p:attrName>ppt_h</p:attrName>
                                        </p:attrNameLst>
                                      </p:cBhvr>
                                      <p:tavLst>
                                        <p:tav tm="0">
                                          <p:val>
                                            <p:fltVal val="0"/>
                                          </p:val>
                                        </p:tav>
                                        <p:tav tm="100000">
                                          <p:val>
                                            <p:strVal val="#ppt_h"/>
                                          </p:val>
                                        </p:tav>
                                      </p:tavLst>
                                    </p:anim>
                                    <p:animEffect transition="in" filter="fade">
                                      <p:cBhvr>
                                        <p:cTn id="24" dur="420"/>
                                        <p:tgtEl>
                                          <p:spTgt spid="7"/>
                                        </p:tgtEl>
                                      </p:cBhvr>
                                    </p:animEffect>
                                  </p:childTnLst>
                                </p:cTn>
                              </p:par>
                              <p:par>
                                <p:cTn id="25" presetID="53" presetClass="entr" presetSubtype="16" fill="hold" nodeType="withEffect">
                                  <p:stCondLst>
                                    <p:cond delay="27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420" fill="hold"/>
                                        <p:tgtEl>
                                          <p:spTgt spid="8"/>
                                        </p:tgtEl>
                                        <p:attrNameLst>
                                          <p:attrName>ppt_w</p:attrName>
                                        </p:attrNameLst>
                                      </p:cBhvr>
                                      <p:tavLst>
                                        <p:tav tm="0">
                                          <p:val>
                                            <p:fltVal val="0"/>
                                          </p:val>
                                        </p:tav>
                                        <p:tav tm="100000">
                                          <p:val>
                                            <p:strVal val="#ppt_w"/>
                                          </p:val>
                                        </p:tav>
                                      </p:tavLst>
                                    </p:anim>
                                    <p:anim calcmode="lin" valueType="num">
                                      <p:cBhvr additive="base">
                                        <p:cTn id="28" dur="420" fill="hold"/>
                                        <p:tgtEl>
                                          <p:spTgt spid="8"/>
                                        </p:tgtEl>
                                        <p:attrNameLst>
                                          <p:attrName>ppt_h</p:attrName>
                                        </p:attrNameLst>
                                      </p:cBhvr>
                                      <p:tavLst>
                                        <p:tav tm="0">
                                          <p:val>
                                            <p:fltVal val="0"/>
                                          </p:val>
                                        </p:tav>
                                        <p:tav tm="100000">
                                          <p:val>
                                            <p:strVal val="#ppt_h"/>
                                          </p:val>
                                        </p:tav>
                                      </p:tavLst>
                                    </p:anim>
                                    <p:animEffect transition="in" filter="fade">
                                      <p:cBhvr>
                                        <p:cTn id="29" dur="420"/>
                                        <p:tgtEl>
                                          <p:spTgt spid="8"/>
                                        </p:tgtEl>
                                      </p:cBhvr>
                                    </p:animEffect>
                                  </p:childTnLst>
                                </p:cTn>
                              </p:par>
                              <p:par>
                                <p:cTn id="30" presetID="53" presetClass="entr" presetSubtype="16" fill="hold" nodeType="withEffect">
                                  <p:stCondLst>
                                    <p:cond delay="390"/>
                                  </p:stCondLst>
                                  <p:childTnLst>
                                    <p:set>
                                      <p:cBhvr>
                                        <p:cTn id="31" dur="1" fill="hold">
                                          <p:stCondLst>
                                            <p:cond delay="0"/>
                                          </p:stCondLst>
                                        </p:cTn>
                                        <p:tgtEl>
                                          <p:spTgt spid="9"/>
                                        </p:tgtEl>
                                        <p:attrNameLst>
                                          <p:attrName>style.visibility</p:attrName>
                                        </p:attrNameLst>
                                      </p:cBhvr>
                                      <p:to>
                                        <p:strVal val="visible"/>
                                      </p:to>
                                    </p:set>
                                    <p:anim calcmode="lin" valueType="num">
                                      <p:cBhvr additive="base">
                                        <p:cTn id="32" dur="420" fill="hold"/>
                                        <p:tgtEl>
                                          <p:spTgt spid="9"/>
                                        </p:tgtEl>
                                        <p:attrNameLst>
                                          <p:attrName>ppt_w</p:attrName>
                                        </p:attrNameLst>
                                      </p:cBhvr>
                                      <p:tavLst>
                                        <p:tav tm="0">
                                          <p:val>
                                            <p:fltVal val="0"/>
                                          </p:val>
                                        </p:tav>
                                        <p:tav tm="100000">
                                          <p:val>
                                            <p:strVal val="#ppt_w"/>
                                          </p:val>
                                        </p:tav>
                                      </p:tavLst>
                                    </p:anim>
                                    <p:anim calcmode="lin" valueType="num">
                                      <p:cBhvr additive="base">
                                        <p:cTn id="33" dur="420" fill="hold"/>
                                        <p:tgtEl>
                                          <p:spTgt spid="9"/>
                                        </p:tgtEl>
                                        <p:attrNameLst>
                                          <p:attrName>ppt_h</p:attrName>
                                        </p:attrNameLst>
                                      </p:cBhvr>
                                      <p:tavLst>
                                        <p:tav tm="0">
                                          <p:val>
                                            <p:fltVal val="0"/>
                                          </p:val>
                                        </p:tav>
                                        <p:tav tm="100000">
                                          <p:val>
                                            <p:strVal val="#ppt_h"/>
                                          </p:val>
                                        </p:tav>
                                      </p:tavLst>
                                    </p:anim>
                                    <p:animEffect transition="in" filter="fade">
                                      <p:cBhvr>
                                        <p:cTn id="34" dur="420"/>
                                        <p:tgtEl>
                                          <p:spTgt spid="9"/>
                                        </p:tgtEl>
                                      </p:cBhvr>
                                    </p:animEffect>
                                  </p:childTnLst>
                                </p:cTn>
                              </p:par>
                              <p:par>
                                <p:cTn id="35" presetID="53" presetClass="entr" presetSubtype="16" fill="hold" nodeType="withEffect">
                                  <p:stCondLst>
                                    <p:cond delay="390"/>
                                  </p:stCondLst>
                                  <p:childTnLst>
                                    <p:set>
                                      <p:cBhvr>
                                        <p:cTn id="36" dur="1" fill="hold">
                                          <p:stCondLst>
                                            <p:cond delay="0"/>
                                          </p:stCondLst>
                                        </p:cTn>
                                        <p:tgtEl>
                                          <p:spTgt spid="10"/>
                                        </p:tgtEl>
                                        <p:attrNameLst>
                                          <p:attrName>style.visibility</p:attrName>
                                        </p:attrNameLst>
                                      </p:cBhvr>
                                      <p:to>
                                        <p:strVal val="visible"/>
                                      </p:to>
                                    </p:set>
                                    <p:anim calcmode="lin" valueType="num">
                                      <p:cBhvr additive="base">
                                        <p:cTn id="37" dur="420" fill="hold"/>
                                        <p:tgtEl>
                                          <p:spTgt spid="10"/>
                                        </p:tgtEl>
                                        <p:attrNameLst>
                                          <p:attrName>ppt_w</p:attrName>
                                        </p:attrNameLst>
                                      </p:cBhvr>
                                      <p:tavLst>
                                        <p:tav tm="0">
                                          <p:val>
                                            <p:fltVal val="0"/>
                                          </p:val>
                                        </p:tav>
                                        <p:tav tm="100000">
                                          <p:val>
                                            <p:strVal val="#ppt_w"/>
                                          </p:val>
                                        </p:tav>
                                      </p:tavLst>
                                    </p:anim>
                                    <p:anim calcmode="lin" valueType="num">
                                      <p:cBhvr additive="base">
                                        <p:cTn id="38" dur="420" fill="hold"/>
                                        <p:tgtEl>
                                          <p:spTgt spid="10"/>
                                        </p:tgtEl>
                                        <p:attrNameLst>
                                          <p:attrName>ppt_h</p:attrName>
                                        </p:attrNameLst>
                                      </p:cBhvr>
                                      <p:tavLst>
                                        <p:tav tm="0">
                                          <p:val>
                                            <p:fltVal val="0"/>
                                          </p:val>
                                        </p:tav>
                                        <p:tav tm="100000">
                                          <p:val>
                                            <p:strVal val="#ppt_h"/>
                                          </p:val>
                                        </p:tav>
                                      </p:tavLst>
                                    </p:anim>
                                    <p:animEffect transition="in" filter="fade">
                                      <p:cBhvr>
                                        <p:cTn id="39" dur="420"/>
                                        <p:tgtEl>
                                          <p:spTgt spid="10"/>
                                        </p:tgtEl>
                                      </p:cBhvr>
                                    </p:animEffect>
                                  </p:childTnLst>
                                </p:cTn>
                              </p:par>
                              <p:par>
                                <p:cTn id="40" presetID="53" presetClass="entr" presetSubtype="16" fill="hold" nodeType="withEffect">
                                  <p:stCondLst>
                                    <p:cond delay="390"/>
                                  </p:stCondLst>
                                  <p:childTnLst>
                                    <p:set>
                                      <p:cBhvr>
                                        <p:cTn id="41" dur="1" fill="hold">
                                          <p:stCondLst>
                                            <p:cond delay="0"/>
                                          </p:stCondLst>
                                        </p:cTn>
                                        <p:tgtEl>
                                          <p:spTgt spid="11"/>
                                        </p:tgtEl>
                                        <p:attrNameLst>
                                          <p:attrName>style.visibility</p:attrName>
                                        </p:attrNameLst>
                                      </p:cBhvr>
                                      <p:to>
                                        <p:strVal val="visible"/>
                                      </p:to>
                                    </p:set>
                                    <p:anim calcmode="lin" valueType="num">
                                      <p:cBhvr additive="base">
                                        <p:cTn id="42" dur="420" fill="hold"/>
                                        <p:tgtEl>
                                          <p:spTgt spid="11"/>
                                        </p:tgtEl>
                                        <p:attrNameLst>
                                          <p:attrName>ppt_w</p:attrName>
                                        </p:attrNameLst>
                                      </p:cBhvr>
                                      <p:tavLst>
                                        <p:tav tm="0">
                                          <p:val>
                                            <p:fltVal val="0"/>
                                          </p:val>
                                        </p:tav>
                                        <p:tav tm="100000">
                                          <p:val>
                                            <p:strVal val="#ppt_w"/>
                                          </p:val>
                                        </p:tav>
                                      </p:tavLst>
                                    </p:anim>
                                    <p:anim calcmode="lin" valueType="num">
                                      <p:cBhvr additive="base">
                                        <p:cTn id="43" dur="420" fill="hold"/>
                                        <p:tgtEl>
                                          <p:spTgt spid="11"/>
                                        </p:tgtEl>
                                        <p:attrNameLst>
                                          <p:attrName>ppt_h</p:attrName>
                                        </p:attrNameLst>
                                      </p:cBhvr>
                                      <p:tavLst>
                                        <p:tav tm="0">
                                          <p:val>
                                            <p:fltVal val="0"/>
                                          </p:val>
                                        </p:tav>
                                        <p:tav tm="100000">
                                          <p:val>
                                            <p:strVal val="#ppt_h"/>
                                          </p:val>
                                        </p:tav>
                                      </p:tavLst>
                                    </p:anim>
                                    <p:animEffect transition="in" filter="fade">
                                      <p:cBhvr>
                                        <p:cTn id="44" dur="420"/>
                                        <p:tgtEl>
                                          <p:spTgt spid="11"/>
                                        </p:tgtEl>
                                      </p:cBhvr>
                                    </p:animEffect>
                                  </p:childTnLst>
                                </p:cTn>
                              </p:par>
                              <p:par>
                                <p:cTn id="45" presetID="53" presetClass="entr" presetSubtype="16" fill="hold" nodeType="withEffect">
                                  <p:stCondLst>
                                    <p:cond delay="390"/>
                                  </p:stCondLst>
                                  <p:childTnLst>
                                    <p:set>
                                      <p:cBhvr>
                                        <p:cTn id="46" dur="1" fill="hold">
                                          <p:stCondLst>
                                            <p:cond delay="0"/>
                                          </p:stCondLst>
                                        </p:cTn>
                                        <p:tgtEl>
                                          <p:spTgt spid="12"/>
                                        </p:tgtEl>
                                        <p:attrNameLst>
                                          <p:attrName>style.visibility</p:attrName>
                                        </p:attrNameLst>
                                      </p:cBhvr>
                                      <p:to>
                                        <p:strVal val="visible"/>
                                      </p:to>
                                    </p:set>
                                    <p:anim calcmode="lin" valueType="num">
                                      <p:cBhvr additive="base">
                                        <p:cTn id="47" dur="420" fill="hold"/>
                                        <p:tgtEl>
                                          <p:spTgt spid="12"/>
                                        </p:tgtEl>
                                        <p:attrNameLst>
                                          <p:attrName>ppt_w</p:attrName>
                                        </p:attrNameLst>
                                      </p:cBhvr>
                                      <p:tavLst>
                                        <p:tav tm="0">
                                          <p:val>
                                            <p:fltVal val="0"/>
                                          </p:val>
                                        </p:tav>
                                        <p:tav tm="100000">
                                          <p:val>
                                            <p:strVal val="#ppt_w"/>
                                          </p:val>
                                        </p:tav>
                                      </p:tavLst>
                                    </p:anim>
                                    <p:anim calcmode="lin" valueType="num">
                                      <p:cBhvr additive="base">
                                        <p:cTn id="48" dur="420" fill="hold"/>
                                        <p:tgtEl>
                                          <p:spTgt spid="12"/>
                                        </p:tgtEl>
                                        <p:attrNameLst>
                                          <p:attrName>ppt_h</p:attrName>
                                        </p:attrNameLst>
                                      </p:cBhvr>
                                      <p:tavLst>
                                        <p:tav tm="0">
                                          <p:val>
                                            <p:fltVal val="0"/>
                                          </p:val>
                                        </p:tav>
                                        <p:tav tm="100000">
                                          <p:val>
                                            <p:strVal val="#ppt_h"/>
                                          </p:val>
                                        </p:tav>
                                      </p:tavLst>
                                    </p:anim>
                                    <p:animEffect transition="in" filter="fade">
                                      <p:cBhvr>
                                        <p:cTn id="49" dur="420"/>
                                        <p:tgtEl>
                                          <p:spTgt spid="12"/>
                                        </p:tgtEl>
                                      </p:cBhvr>
                                    </p:animEffect>
                                  </p:childTnLst>
                                </p:cTn>
                              </p:par>
                              <p:par>
                                <p:cTn id="50" presetID="53" presetClass="entr" presetSubtype="16" fill="hold" nodeType="withEffect">
                                  <p:stCondLst>
                                    <p:cond delay="510"/>
                                  </p:stCondLst>
                                  <p:childTnLst>
                                    <p:set>
                                      <p:cBhvr>
                                        <p:cTn id="51" dur="1" fill="hold">
                                          <p:stCondLst>
                                            <p:cond delay="0"/>
                                          </p:stCondLst>
                                        </p:cTn>
                                        <p:tgtEl>
                                          <p:spTgt spid="13"/>
                                        </p:tgtEl>
                                        <p:attrNameLst>
                                          <p:attrName>style.visibility</p:attrName>
                                        </p:attrNameLst>
                                      </p:cBhvr>
                                      <p:to>
                                        <p:strVal val="visible"/>
                                      </p:to>
                                    </p:set>
                                    <p:anim calcmode="lin" valueType="num">
                                      <p:cBhvr additive="base">
                                        <p:cTn id="52" dur="420" fill="hold"/>
                                        <p:tgtEl>
                                          <p:spTgt spid="13"/>
                                        </p:tgtEl>
                                        <p:attrNameLst>
                                          <p:attrName>ppt_w</p:attrName>
                                        </p:attrNameLst>
                                      </p:cBhvr>
                                      <p:tavLst>
                                        <p:tav tm="0">
                                          <p:val>
                                            <p:fltVal val="0"/>
                                          </p:val>
                                        </p:tav>
                                        <p:tav tm="100000">
                                          <p:val>
                                            <p:strVal val="#ppt_w"/>
                                          </p:val>
                                        </p:tav>
                                      </p:tavLst>
                                    </p:anim>
                                    <p:anim calcmode="lin" valueType="num">
                                      <p:cBhvr additive="base">
                                        <p:cTn id="53" dur="420" fill="hold"/>
                                        <p:tgtEl>
                                          <p:spTgt spid="13"/>
                                        </p:tgtEl>
                                        <p:attrNameLst>
                                          <p:attrName>ppt_h</p:attrName>
                                        </p:attrNameLst>
                                      </p:cBhvr>
                                      <p:tavLst>
                                        <p:tav tm="0">
                                          <p:val>
                                            <p:fltVal val="0"/>
                                          </p:val>
                                        </p:tav>
                                        <p:tav tm="100000">
                                          <p:val>
                                            <p:strVal val="#ppt_h"/>
                                          </p:val>
                                        </p:tav>
                                      </p:tavLst>
                                    </p:anim>
                                    <p:animEffect transition="in" filter="fade">
                                      <p:cBhvr>
                                        <p:cTn id="54" dur="420"/>
                                        <p:tgtEl>
                                          <p:spTgt spid="13"/>
                                        </p:tgtEl>
                                      </p:cBhvr>
                                    </p:animEffect>
                                  </p:childTnLst>
                                </p:cTn>
                              </p:par>
                              <p:par>
                                <p:cTn id="55" presetID="53" presetClass="entr" presetSubtype="16" fill="hold" nodeType="withEffect">
                                  <p:stCondLst>
                                    <p:cond delay="510"/>
                                  </p:stCondLst>
                                  <p:childTnLst>
                                    <p:set>
                                      <p:cBhvr>
                                        <p:cTn id="56" dur="1" fill="hold">
                                          <p:stCondLst>
                                            <p:cond delay="0"/>
                                          </p:stCondLst>
                                        </p:cTn>
                                        <p:tgtEl>
                                          <p:spTgt spid="14"/>
                                        </p:tgtEl>
                                        <p:attrNameLst>
                                          <p:attrName>style.visibility</p:attrName>
                                        </p:attrNameLst>
                                      </p:cBhvr>
                                      <p:to>
                                        <p:strVal val="visible"/>
                                      </p:to>
                                    </p:set>
                                    <p:anim calcmode="lin" valueType="num">
                                      <p:cBhvr additive="base">
                                        <p:cTn id="57" dur="420" fill="hold"/>
                                        <p:tgtEl>
                                          <p:spTgt spid="14"/>
                                        </p:tgtEl>
                                        <p:attrNameLst>
                                          <p:attrName>ppt_w</p:attrName>
                                        </p:attrNameLst>
                                      </p:cBhvr>
                                      <p:tavLst>
                                        <p:tav tm="0">
                                          <p:val>
                                            <p:fltVal val="0"/>
                                          </p:val>
                                        </p:tav>
                                        <p:tav tm="100000">
                                          <p:val>
                                            <p:strVal val="#ppt_w"/>
                                          </p:val>
                                        </p:tav>
                                      </p:tavLst>
                                    </p:anim>
                                    <p:anim calcmode="lin" valueType="num">
                                      <p:cBhvr additive="base">
                                        <p:cTn id="58" dur="420" fill="hold"/>
                                        <p:tgtEl>
                                          <p:spTgt spid="14"/>
                                        </p:tgtEl>
                                        <p:attrNameLst>
                                          <p:attrName>ppt_h</p:attrName>
                                        </p:attrNameLst>
                                      </p:cBhvr>
                                      <p:tavLst>
                                        <p:tav tm="0">
                                          <p:val>
                                            <p:fltVal val="0"/>
                                          </p:val>
                                        </p:tav>
                                        <p:tav tm="100000">
                                          <p:val>
                                            <p:strVal val="#ppt_h"/>
                                          </p:val>
                                        </p:tav>
                                      </p:tavLst>
                                    </p:anim>
                                    <p:animEffect transition="in" filter="fade">
                                      <p:cBhvr>
                                        <p:cTn id="59" dur="420"/>
                                        <p:tgtEl>
                                          <p:spTgt spid="14"/>
                                        </p:tgtEl>
                                      </p:cBhvr>
                                    </p:animEffect>
                                  </p:childTnLst>
                                </p:cTn>
                              </p:par>
                              <p:par>
                                <p:cTn id="60" presetID="53" presetClass="entr" presetSubtype="16" fill="hold" nodeType="withEffect">
                                  <p:stCondLst>
                                    <p:cond delay="510"/>
                                  </p:stCondLst>
                                  <p:childTnLst>
                                    <p:set>
                                      <p:cBhvr>
                                        <p:cTn id="61" dur="1" fill="hold">
                                          <p:stCondLst>
                                            <p:cond delay="0"/>
                                          </p:stCondLst>
                                        </p:cTn>
                                        <p:tgtEl>
                                          <p:spTgt spid="15"/>
                                        </p:tgtEl>
                                        <p:attrNameLst>
                                          <p:attrName>style.visibility</p:attrName>
                                        </p:attrNameLst>
                                      </p:cBhvr>
                                      <p:to>
                                        <p:strVal val="visible"/>
                                      </p:to>
                                    </p:set>
                                    <p:anim calcmode="lin" valueType="num">
                                      <p:cBhvr additive="base">
                                        <p:cTn id="62" dur="420" fill="hold"/>
                                        <p:tgtEl>
                                          <p:spTgt spid="15"/>
                                        </p:tgtEl>
                                        <p:attrNameLst>
                                          <p:attrName>ppt_w</p:attrName>
                                        </p:attrNameLst>
                                      </p:cBhvr>
                                      <p:tavLst>
                                        <p:tav tm="0">
                                          <p:val>
                                            <p:fltVal val="0"/>
                                          </p:val>
                                        </p:tav>
                                        <p:tav tm="100000">
                                          <p:val>
                                            <p:strVal val="#ppt_w"/>
                                          </p:val>
                                        </p:tav>
                                      </p:tavLst>
                                    </p:anim>
                                    <p:anim calcmode="lin" valueType="num">
                                      <p:cBhvr additive="base">
                                        <p:cTn id="63" dur="420" fill="hold"/>
                                        <p:tgtEl>
                                          <p:spTgt spid="15"/>
                                        </p:tgtEl>
                                        <p:attrNameLst>
                                          <p:attrName>ppt_h</p:attrName>
                                        </p:attrNameLst>
                                      </p:cBhvr>
                                      <p:tavLst>
                                        <p:tav tm="0">
                                          <p:val>
                                            <p:fltVal val="0"/>
                                          </p:val>
                                        </p:tav>
                                        <p:tav tm="100000">
                                          <p:val>
                                            <p:strVal val="#ppt_h"/>
                                          </p:val>
                                        </p:tav>
                                      </p:tavLst>
                                    </p:anim>
                                    <p:animEffect transition="in" filter="fade">
                                      <p:cBhvr>
                                        <p:cTn id="64" dur="420"/>
                                        <p:tgtEl>
                                          <p:spTgt spid="15"/>
                                        </p:tgtEl>
                                      </p:cBhvr>
                                    </p:animEffect>
                                  </p:childTnLst>
                                </p:cTn>
                              </p:par>
                              <p:par>
                                <p:cTn id="65" presetID="53" presetClass="entr" presetSubtype="16" fill="hold" nodeType="withEffect">
                                  <p:stCondLst>
                                    <p:cond delay="510"/>
                                  </p:stCondLst>
                                  <p:childTnLst>
                                    <p:set>
                                      <p:cBhvr>
                                        <p:cTn id="66" dur="1" fill="hold">
                                          <p:stCondLst>
                                            <p:cond delay="0"/>
                                          </p:stCondLst>
                                        </p:cTn>
                                        <p:tgtEl>
                                          <p:spTgt spid="16"/>
                                        </p:tgtEl>
                                        <p:attrNameLst>
                                          <p:attrName>style.visibility</p:attrName>
                                        </p:attrNameLst>
                                      </p:cBhvr>
                                      <p:to>
                                        <p:strVal val="visible"/>
                                      </p:to>
                                    </p:set>
                                    <p:anim calcmode="lin" valueType="num">
                                      <p:cBhvr additive="base">
                                        <p:cTn id="67" dur="420" fill="hold"/>
                                        <p:tgtEl>
                                          <p:spTgt spid="16"/>
                                        </p:tgtEl>
                                        <p:attrNameLst>
                                          <p:attrName>ppt_w</p:attrName>
                                        </p:attrNameLst>
                                      </p:cBhvr>
                                      <p:tavLst>
                                        <p:tav tm="0">
                                          <p:val>
                                            <p:fltVal val="0"/>
                                          </p:val>
                                        </p:tav>
                                        <p:tav tm="100000">
                                          <p:val>
                                            <p:strVal val="#ppt_w"/>
                                          </p:val>
                                        </p:tav>
                                      </p:tavLst>
                                    </p:anim>
                                    <p:anim calcmode="lin" valueType="num">
                                      <p:cBhvr additive="base">
                                        <p:cTn id="68" dur="420" fill="hold"/>
                                        <p:tgtEl>
                                          <p:spTgt spid="16"/>
                                        </p:tgtEl>
                                        <p:attrNameLst>
                                          <p:attrName>ppt_h</p:attrName>
                                        </p:attrNameLst>
                                      </p:cBhvr>
                                      <p:tavLst>
                                        <p:tav tm="0">
                                          <p:val>
                                            <p:fltVal val="0"/>
                                          </p:val>
                                        </p:tav>
                                        <p:tav tm="100000">
                                          <p:val>
                                            <p:strVal val="#ppt_h"/>
                                          </p:val>
                                        </p:tav>
                                      </p:tavLst>
                                    </p:anim>
                                    <p:animEffect transition="in" filter="fade">
                                      <p:cBhvr>
                                        <p:cTn id="69" dur="420"/>
                                        <p:tgtEl>
                                          <p:spTgt spid="16"/>
                                        </p:tgtEl>
                                      </p:cBhvr>
                                    </p:animEffect>
                                  </p:childTnLst>
                                </p:cTn>
                              </p:par>
                              <p:par>
                                <p:cTn id="70" presetID="53" presetClass="entr" presetSubtype="16" fill="hold" nodeType="withEffect">
                                  <p:stCondLst>
                                    <p:cond delay="630"/>
                                  </p:stCondLst>
                                  <p:childTnLst>
                                    <p:set>
                                      <p:cBhvr>
                                        <p:cTn id="71" dur="1" fill="hold">
                                          <p:stCondLst>
                                            <p:cond delay="0"/>
                                          </p:stCondLst>
                                        </p:cTn>
                                        <p:tgtEl>
                                          <p:spTgt spid="17"/>
                                        </p:tgtEl>
                                        <p:attrNameLst>
                                          <p:attrName>style.visibility</p:attrName>
                                        </p:attrNameLst>
                                      </p:cBhvr>
                                      <p:to>
                                        <p:strVal val="visible"/>
                                      </p:to>
                                    </p:set>
                                    <p:anim calcmode="lin" valueType="num">
                                      <p:cBhvr additive="base">
                                        <p:cTn id="72" dur="420" fill="hold"/>
                                        <p:tgtEl>
                                          <p:spTgt spid="17"/>
                                        </p:tgtEl>
                                        <p:attrNameLst>
                                          <p:attrName>ppt_w</p:attrName>
                                        </p:attrNameLst>
                                      </p:cBhvr>
                                      <p:tavLst>
                                        <p:tav tm="0">
                                          <p:val>
                                            <p:fltVal val="0"/>
                                          </p:val>
                                        </p:tav>
                                        <p:tav tm="100000">
                                          <p:val>
                                            <p:strVal val="#ppt_w"/>
                                          </p:val>
                                        </p:tav>
                                      </p:tavLst>
                                    </p:anim>
                                    <p:anim calcmode="lin" valueType="num">
                                      <p:cBhvr additive="base">
                                        <p:cTn id="73" dur="420" fill="hold"/>
                                        <p:tgtEl>
                                          <p:spTgt spid="17"/>
                                        </p:tgtEl>
                                        <p:attrNameLst>
                                          <p:attrName>ppt_h</p:attrName>
                                        </p:attrNameLst>
                                      </p:cBhvr>
                                      <p:tavLst>
                                        <p:tav tm="0">
                                          <p:val>
                                            <p:fltVal val="0"/>
                                          </p:val>
                                        </p:tav>
                                        <p:tav tm="100000">
                                          <p:val>
                                            <p:strVal val="#ppt_h"/>
                                          </p:val>
                                        </p:tav>
                                      </p:tavLst>
                                    </p:anim>
                                    <p:animEffect transition="in" filter="fade">
                                      <p:cBhvr>
                                        <p:cTn id="74" dur="420"/>
                                        <p:tgtEl>
                                          <p:spTgt spid="17"/>
                                        </p:tgtEl>
                                      </p:cBhvr>
                                    </p:animEffect>
                                  </p:childTnLst>
                                </p:cTn>
                              </p:par>
                              <p:par>
                                <p:cTn id="75" presetID="53" presetClass="entr" presetSubtype="16" fill="hold" nodeType="withEffect">
                                  <p:stCondLst>
                                    <p:cond delay="630"/>
                                  </p:stCondLst>
                                  <p:childTnLst>
                                    <p:set>
                                      <p:cBhvr>
                                        <p:cTn id="76" dur="1" fill="hold">
                                          <p:stCondLst>
                                            <p:cond delay="0"/>
                                          </p:stCondLst>
                                        </p:cTn>
                                        <p:tgtEl>
                                          <p:spTgt spid="18"/>
                                        </p:tgtEl>
                                        <p:attrNameLst>
                                          <p:attrName>style.visibility</p:attrName>
                                        </p:attrNameLst>
                                      </p:cBhvr>
                                      <p:to>
                                        <p:strVal val="visible"/>
                                      </p:to>
                                    </p:set>
                                    <p:anim calcmode="lin" valueType="num">
                                      <p:cBhvr additive="base">
                                        <p:cTn id="77" dur="420" fill="hold"/>
                                        <p:tgtEl>
                                          <p:spTgt spid="18"/>
                                        </p:tgtEl>
                                        <p:attrNameLst>
                                          <p:attrName>ppt_w</p:attrName>
                                        </p:attrNameLst>
                                      </p:cBhvr>
                                      <p:tavLst>
                                        <p:tav tm="0">
                                          <p:val>
                                            <p:fltVal val="0"/>
                                          </p:val>
                                        </p:tav>
                                        <p:tav tm="100000">
                                          <p:val>
                                            <p:strVal val="#ppt_w"/>
                                          </p:val>
                                        </p:tav>
                                      </p:tavLst>
                                    </p:anim>
                                    <p:anim calcmode="lin" valueType="num">
                                      <p:cBhvr additive="base">
                                        <p:cTn id="78" dur="420" fill="hold"/>
                                        <p:tgtEl>
                                          <p:spTgt spid="18"/>
                                        </p:tgtEl>
                                        <p:attrNameLst>
                                          <p:attrName>ppt_h</p:attrName>
                                        </p:attrNameLst>
                                      </p:cBhvr>
                                      <p:tavLst>
                                        <p:tav tm="0">
                                          <p:val>
                                            <p:fltVal val="0"/>
                                          </p:val>
                                        </p:tav>
                                        <p:tav tm="100000">
                                          <p:val>
                                            <p:strVal val="#ppt_h"/>
                                          </p:val>
                                        </p:tav>
                                      </p:tavLst>
                                    </p:anim>
                                    <p:animEffect transition="in" filter="fade">
                                      <p:cBhvr>
                                        <p:cTn id="79" dur="420"/>
                                        <p:tgtEl>
                                          <p:spTgt spid="18"/>
                                        </p:tgtEl>
                                      </p:cBhvr>
                                    </p:animEffect>
                                  </p:childTnLst>
                                </p:cTn>
                              </p:par>
                              <p:par>
                                <p:cTn id="80" presetID="53" presetClass="entr" presetSubtype="16" fill="hold" nodeType="withEffect">
                                  <p:stCondLst>
                                    <p:cond delay="630"/>
                                  </p:stCondLst>
                                  <p:childTnLst>
                                    <p:set>
                                      <p:cBhvr>
                                        <p:cTn id="81" dur="1" fill="hold">
                                          <p:stCondLst>
                                            <p:cond delay="0"/>
                                          </p:stCondLst>
                                        </p:cTn>
                                        <p:tgtEl>
                                          <p:spTgt spid="19"/>
                                        </p:tgtEl>
                                        <p:attrNameLst>
                                          <p:attrName>style.visibility</p:attrName>
                                        </p:attrNameLst>
                                      </p:cBhvr>
                                      <p:to>
                                        <p:strVal val="visible"/>
                                      </p:to>
                                    </p:set>
                                    <p:anim calcmode="lin" valueType="num">
                                      <p:cBhvr additive="base">
                                        <p:cTn id="82" dur="420" fill="hold"/>
                                        <p:tgtEl>
                                          <p:spTgt spid="19"/>
                                        </p:tgtEl>
                                        <p:attrNameLst>
                                          <p:attrName>ppt_w</p:attrName>
                                        </p:attrNameLst>
                                      </p:cBhvr>
                                      <p:tavLst>
                                        <p:tav tm="0">
                                          <p:val>
                                            <p:fltVal val="0"/>
                                          </p:val>
                                        </p:tav>
                                        <p:tav tm="100000">
                                          <p:val>
                                            <p:strVal val="#ppt_w"/>
                                          </p:val>
                                        </p:tav>
                                      </p:tavLst>
                                    </p:anim>
                                    <p:anim calcmode="lin" valueType="num">
                                      <p:cBhvr additive="base">
                                        <p:cTn id="83" dur="420" fill="hold"/>
                                        <p:tgtEl>
                                          <p:spTgt spid="19"/>
                                        </p:tgtEl>
                                        <p:attrNameLst>
                                          <p:attrName>ppt_h</p:attrName>
                                        </p:attrNameLst>
                                      </p:cBhvr>
                                      <p:tavLst>
                                        <p:tav tm="0">
                                          <p:val>
                                            <p:fltVal val="0"/>
                                          </p:val>
                                        </p:tav>
                                        <p:tav tm="100000">
                                          <p:val>
                                            <p:strVal val="#ppt_h"/>
                                          </p:val>
                                        </p:tav>
                                      </p:tavLst>
                                    </p:anim>
                                    <p:animEffect transition="in" filter="fade">
                                      <p:cBhvr>
                                        <p:cTn id="84" dur="420"/>
                                        <p:tgtEl>
                                          <p:spTgt spid="19"/>
                                        </p:tgtEl>
                                      </p:cBhvr>
                                    </p:animEffect>
                                  </p:childTnLst>
                                </p:cTn>
                              </p:par>
                              <p:par>
                                <p:cTn id="85" presetID="53" presetClass="entr" presetSubtype="16" fill="hold" nodeType="withEffect">
                                  <p:stCondLst>
                                    <p:cond delay="630"/>
                                  </p:stCondLst>
                                  <p:childTnLst>
                                    <p:set>
                                      <p:cBhvr>
                                        <p:cTn id="86" dur="1" fill="hold">
                                          <p:stCondLst>
                                            <p:cond delay="0"/>
                                          </p:stCondLst>
                                        </p:cTn>
                                        <p:tgtEl>
                                          <p:spTgt spid="20"/>
                                        </p:tgtEl>
                                        <p:attrNameLst>
                                          <p:attrName>style.visibility</p:attrName>
                                        </p:attrNameLst>
                                      </p:cBhvr>
                                      <p:to>
                                        <p:strVal val="visible"/>
                                      </p:to>
                                    </p:set>
                                    <p:anim calcmode="lin" valueType="num">
                                      <p:cBhvr additive="base">
                                        <p:cTn id="87" dur="420" fill="hold"/>
                                        <p:tgtEl>
                                          <p:spTgt spid="20"/>
                                        </p:tgtEl>
                                        <p:attrNameLst>
                                          <p:attrName>ppt_w</p:attrName>
                                        </p:attrNameLst>
                                      </p:cBhvr>
                                      <p:tavLst>
                                        <p:tav tm="0">
                                          <p:val>
                                            <p:fltVal val="0"/>
                                          </p:val>
                                        </p:tav>
                                        <p:tav tm="100000">
                                          <p:val>
                                            <p:strVal val="#ppt_w"/>
                                          </p:val>
                                        </p:tav>
                                      </p:tavLst>
                                    </p:anim>
                                    <p:anim calcmode="lin" valueType="num">
                                      <p:cBhvr additive="base">
                                        <p:cTn id="88" dur="420" fill="hold"/>
                                        <p:tgtEl>
                                          <p:spTgt spid="20"/>
                                        </p:tgtEl>
                                        <p:attrNameLst>
                                          <p:attrName>ppt_h</p:attrName>
                                        </p:attrNameLst>
                                      </p:cBhvr>
                                      <p:tavLst>
                                        <p:tav tm="0">
                                          <p:val>
                                            <p:fltVal val="0"/>
                                          </p:val>
                                        </p:tav>
                                        <p:tav tm="100000">
                                          <p:val>
                                            <p:strVal val="#ppt_h"/>
                                          </p:val>
                                        </p:tav>
                                      </p:tavLst>
                                    </p:anim>
                                    <p:animEffect transition="in" filter="fade">
                                      <p:cBhvr>
                                        <p:cTn id="89" dur="420"/>
                                        <p:tgtEl>
                                          <p:spTgt spid="20"/>
                                        </p:tgtEl>
                                      </p:cBhvr>
                                    </p:animEffect>
                                  </p:childTnLst>
                                </p:cTn>
                              </p:par>
                              <p:par>
                                <p:cTn id="90" presetID="53" presetClass="entr" presetSubtype="16" fill="hold" nodeType="withEffect">
                                  <p:stCondLst>
                                    <p:cond delay="750"/>
                                  </p:stCondLst>
                                  <p:childTnLst>
                                    <p:set>
                                      <p:cBhvr>
                                        <p:cTn id="91" dur="1" fill="hold">
                                          <p:stCondLst>
                                            <p:cond delay="0"/>
                                          </p:stCondLst>
                                        </p:cTn>
                                        <p:tgtEl>
                                          <p:spTgt spid="21"/>
                                        </p:tgtEl>
                                        <p:attrNameLst>
                                          <p:attrName>style.visibility</p:attrName>
                                        </p:attrNameLst>
                                      </p:cBhvr>
                                      <p:to>
                                        <p:strVal val="visible"/>
                                      </p:to>
                                    </p:set>
                                    <p:anim calcmode="lin" valueType="num">
                                      <p:cBhvr additive="base">
                                        <p:cTn id="92" dur="420" fill="hold"/>
                                        <p:tgtEl>
                                          <p:spTgt spid="21"/>
                                        </p:tgtEl>
                                        <p:attrNameLst>
                                          <p:attrName>ppt_w</p:attrName>
                                        </p:attrNameLst>
                                      </p:cBhvr>
                                      <p:tavLst>
                                        <p:tav tm="0">
                                          <p:val>
                                            <p:fltVal val="0"/>
                                          </p:val>
                                        </p:tav>
                                        <p:tav tm="100000">
                                          <p:val>
                                            <p:strVal val="#ppt_w"/>
                                          </p:val>
                                        </p:tav>
                                      </p:tavLst>
                                    </p:anim>
                                    <p:anim calcmode="lin" valueType="num">
                                      <p:cBhvr additive="base">
                                        <p:cTn id="93" dur="420" fill="hold"/>
                                        <p:tgtEl>
                                          <p:spTgt spid="21"/>
                                        </p:tgtEl>
                                        <p:attrNameLst>
                                          <p:attrName>ppt_h</p:attrName>
                                        </p:attrNameLst>
                                      </p:cBhvr>
                                      <p:tavLst>
                                        <p:tav tm="0">
                                          <p:val>
                                            <p:fltVal val="0"/>
                                          </p:val>
                                        </p:tav>
                                        <p:tav tm="100000">
                                          <p:val>
                                            <p:strVal val="#ppt_h"/>
                                          </p:val>
                                        </p:tav>
                                      </p:tavLst>
                                    </p:anim>
                                    <p:animEffect transition="in" filter="fade">
                                      <p:cBhvr>
                                        <p:cTn id="94" dur="420"/>
                                        <p:tgtEl>
                                          <p:spTgt spid="21"/>
                                        </p:tgtEl>
                                      </p:cBhvr>
                                    </p:animEffect>
                                  </p:childTnLst>
                                </p:cTn>
                              </p:par>
                              <p:par>
                                <p:cTn id="95" presetID="53" presetClass="entr" presetSubtype="16" fill="hold" nodeType="withEffect">
                                  <p:stCondLst>
                                    <p:cond delay="750"/>
                                  </p:stCondLst>
                                  <p:childTnLst>
                                    <p:set>
                                      <p:cBhvr>
                                        <p:cTn id="96" dur="1" fill="hold">
                                          <p:stCondLst>
                                            <p:cond delay="0"/>
                                          </p:stCondLst>
                                        </p:cTn>
                                        <p:tgtEl>
                                          <p:spTgt spid="22"/>
                                        </p:tgtEl>
                                        <p:attrNameLst>
                                          <p:attrName>style.visibility</p:attrName>
                                        </p:attrNameLst>
                                      </p:cBhvr>
                                      <p:to>
                                        <p:strVal val="visible"/>
                                      </p:to>
                                    </p:set>
                                    <p:anim calcmode="lin" valueType="num">
                                      <p:cBhvr additive="base">
                                        <p:cTn id="97" dur="420" fill="hold"/>
                                        <p:tgtEl>
                                          <p:spTgt spid="22"/>
                                        </p:tgtEl>
                                        <p:attrNameLst>
                                          <p:attrName>ppt_w</p:attrName>
                                        </p:attrNameLst>
                                      </p:cBhvr>
                                      <p:tavLst>
                                        <p:tav tm="0">
                                          <p:val>
                                            <p:fltVal val="0"/>
                                          </p:val>
                                        </p:tav>
                                        <p:tav tm="100000">
                                          <p:val>
                                            <p:strVal val="#ppt_w"/>
                                          </p:val>
                                        </p:tav>
                                      </p:tavLst>
                                    </p:anim>
                                    <p:anim calcmode="lin" valueType="num">
                                      <p:cBhvr additive="base">
                                        <p:cTn id="98" dur="420" fill="hold"/>
                                        <p:tgtEl>
                                          <p:spTgt spid="22"/>
                                        </p:tgtEl>
                                        <p:attrNameLst>
                                          <p:attrName>ppt_h</p:attrName>
                                        </p:attrNameLst>
                                      </p:cBhvr>
                                      <p:tavLst>
                                        <p:tav tm="0">
                                          <p:val>
                                            <p:fltVal val="0"/>
                                          </p:val>
                                        </p:tav>
                                        <p:tav tm="100000">
                                          <p:val>
                                            <p:strVal val="#ppt_h"/>
                                          </p:val>
                                        </p:tav>
                                      </p:tavLst>
                                    </p:anim>
                                    <p:animEffect transition="in" filter="fade">
                                      <p:cBhvr>
                                        <p:cTn id="99" dur="420"/>
                                        <p:tgtEl>
                                          <p:spTgt spid="22"/>
                                        </p:tgtEl>
                                      </p:cBhvr>
                                    </p:animEffect>
                                  </p:childTnLst>
                                </p:cTn>
                              </p:par>
                              <p:par>
                                <p:cTn id="100" presetID="53" presetClass="entr" presetSubtype="16" fill="hold" nodeType="withEffect">
                                  <p:stCondLst>
                                    <p:cond delay="750"/>
                                  </p:stCondLst>
                                  <p:childTnLst>
                                    <p:set>
                                      <p:cBhvr>
                                        <p:cTn id="101" dur="1" fill="hold">
                                          <p:stCondLst>
                                            <p:cond delay="0"/>
                                          </p:stCondLst>
                                        </p:cTn>
                                        <p:tgtEl>
                                          <p:spTgt spid="23"/>
                                        </p:tgtEl>
                                        <p:attrNameLst>
                                          <p:attrName>style.visibility</p:attrName>
                                        </p:attrNameLst>
                                      </p:cBhvr>
                                      <p:to>
                                        <p:strVal val="visible"/>
                                      </p:to>
                                    </p:set>
                                    <p:anim calcmode="lin" valueType="num">
                                      <p:cBhvr additive="base">
                                        <p:cTn id="102" dur="420" fill="hold"/>
                                        <p:tgtEl>
                                          <p:spTgt spid="23"/>
                                        </p:tgtEl>
                                        <p:attrNameLst>
                                          <p:attrName>ppt_w</p:attrName>
                                        </p:attrNameLst>
                                      </p:cBhvr>
                                      <p:tavLst>
                                        <p:tav tm="0">
                                          <p:val>
                                            <p:fltVal val="0"/>
                                          </p:val>
                                        </p:tav>
                                        <p:tav tm="100000">
                                          <p:val>
                                            <p:strVal val="#ppt_w"/>
                                          </p:val>
                                        </p:tav>
                                      </p:tavLst>
                                    </p:anim>
                                    <p:anim calcmode="lin" valueType="num">
                                      <p:cBhvr additive="base">
                                        <p:cTn id="103" dur="420" fill="hold"/>
                                        <p:tgtEl>
                                          <p:spTgt spid="23"/>
                                        </p:tgtEl>
                                        <p:attrNameLst>
                                          <p:attrName>ppt_h</p:attrName>
                                        </p:attrNameLst>
                                      </p:cBhvr>
                                      <p:tavLst>
                                        <p:tav tm="0">
                                          <p:val>
                                            <p:fltVal val="0"/>
                                          </p:val>
                                        </p:tav>
                                        <p:tav tm="100000">
                                          <p:val>
                                            <p:strVal val="#ppt_h"/>
                                          </p:val>
                                        </p:tav>
                                      </p:tavLst>
                                    </p:anim>
                                    <p:animEffect transition="in" filter="fade">
                                      <p:cBhvr>
                                        <p:cTn id="104" dur="420"/>
                                        <p:tgtEl>
                                          <p:spTgt spid="23"/>
                                        </p:tgtEl>
                                      </p:cBhvr>
                                    </p:animEffect>
                                  </p:childTnLst>
                                </p:cTn>
                              </p:par>
                              <p:par>
                                <p:cTn id="105" presetID="53" presetClass="entr" presetSubtype="16" fill="hold" nodeType="withEffect">
                                  <p:stCondLst>
                                    <p:cond delay="750"/>
                                  </p:stCondLst>
                                  <p:childTnLst>
                                    <p:set>
                                      <p:cBhvr>
                                        <p:cTn id="106" dur="1" fill="hold">
                                          <p:stCondLst>
                                            <p:cond delay="0"/>
                                          </p:stCondLst>
                                        </p:cTn>
                                        <p:tgtEl>
                                          <p:spTgt spid="24"/>
                                        </p:tgtEl>
                                        <p:attrNameLst>
                                          <p:attrName>style.visibility</p:attrName>
                                        </p:attrNameLst>
                                      </p:cBhvr>
                                      <p:to>
                                        <p:strVal val="visible"/>
                                      </p:to>
                                    </p:set>
                                    <p:anim calcmode="lin" valueType="num">
                                      <p:cBhvr additive="base">
                                        <p:cTn id="107" dur="420" fill="hold"/>
                                        <p:tgtEl>
                                          <p:spTgt spid="24"/>
                                        </p:tgtEl>
                                        <p:attrNameLst>
                                          <p:attrName>ppt_w</p:attrName>
                                        </p:attrNameLst>
                                      </p:cBhvr>
                                      <p:tavLst>
                                        <p:tav tm="0">
                                          <p:val>
                                            <p:fltVal val="0"/>
                                          </p:val>
                                        </p:tav>
                                        <p:tav tm="100000">
                                          <p:val>
                                            <p:strVal val="#ppt_w"/>
                                          </p:val>
                                        </p:tav>
                                      </p:tavLst>
                                    </p:anim>
                                    <p:anim calcmode="lin" valueType="num">
                                      <p:cBhvr additive="base">
                                        <p:cTn id="108" dur="420" fill="hold"/>
                                        <p:tgtEl>
                                          <p:spTgt spid="24"/>
                                        </p:tgtEl>
                                        <p:attrNameLst>
                                          <p:attrName>ppt_h</p:attrName>
                                        </p:attrNameLst>
                                      </p:cBhvr>
                                      <p:tavLst>
                                        <p:tav tm="0">
                                          <p:val>
                                            <p:fltVal val="0"/>
                                          </p:val>
                                        </p:tav>
                                        <p:tav tm="100000">
                                          <p:val>
                                            <p:strVal val="#ppt_h"/>
                                          </p:val>
                                        </p:tav>
                                      </p:tavLst>
                                    </p:anim>
                                    <p:animEffect transition="in" filter="fade">
                                      <p:cBhvr>
                                        <p:cTn id="109" dur="420"/>
                                        <p:tgtEl>
                                          <p:spTgt spid="24"/>
                                        </p:tgtEl>
                                      </p:cBhvr>
                                    </p:animEffect>
                                  </p:childTnLst>
                                </p:cTn>
                              </p:par>
                              <p:par>
                                <p:cTn id="110" presetID="53" presetClass="entr" presetSubtype="16" fill="hold" nodeType="withEffect">
                                  <p:stCondLst>
                                    <p:cond delay="870"/>
                                  </p:stCondLst>
                                  <p:childTnLst>
                                    <p:set>
                                      <p:cBhvr>
                                        <p:cTn id="111" dur="1" fill="hold">
                                          <p:stCondLst>
                                            <p:cond delay="0"/>
                                          </p:stCondLst>
                                        </p:cTn>
                                        <p:tgtEl>
                                          <p:spTgt spid="25"/>
                                        </p:tgtEl>
                                        <p:attrNameLst>
                                          <p:attrName>style.visibility</p:attrName>
                                        </p:attrNameLst>
                                      </p:cBhvr>
                                      <p:to>
                                        <p:strVal val="visible"/>
                                      </p:to>
                                    </p:set>
                                    <p:anim calcmode="lin" valueType="num">
                                      <p:cBhvr additive="base">
                                        <p:cTn id="112" dur="420" fill="hold"/>
                                        <p:tgtEl>
                                          <p:spTgt spid="25"/>
                                        </p:tgtEl>
                                        <p:attrNameLst>
                                          <p:attrName>ppt_w</p:attrName>
                                        </p:attrNameLst>
                                      </p:cBhvr>
                                      <p:tavLst>
                                        <p:tav tm="0">
                                          <p:val>
                                            <p:fltVal val="0"/>
                                          </p:val>
                                        </p:tav>
                                        <p:tav tm="100000">
                                          <p:val>
                                            <p:strVal val="#ppt_w"/>
                                          </p:val>
                                        </p:tav>
                                      </p:tavLst>
                                    </p:anim>
                                    <p:anim calcmode="lin" valueType="num">
                                      <p:cBhvr additive="base">
                                        <p:cTn id="113" dur="420" fill="hold"/>
                                        <p:tgtEl>
                                          <p:spTgt spid="25"/>
                                        </p:tgtEl>
                                        <p:attrNameLst>
                                          <p:attrName>ppt_h</p:attrName>
                                        </p:attrNameLst>
                                      </p:cBhvr>
                                      <p:tavLst>
                                        <p:tav tm="0">
                                          <p:val>
                                            <p:fltVal val="0"/>
                                          </p:val>
                                        </p:tav>
                                        <p:tav tm="100000">
                                          <p:val>
                                            <p:strVal val="#ppt_h"/>
                                          </p:val>
                                        </p:tav>
                                      </p:tavLst>
                                    </p:anim>
                                    <p:animEffect transition="in" filter="fade">
                                      <p:cBhvr>
                                        <p:cTn id="114" dur="420"/>
                                        <p:tgtEl>
                                          <p:spTgt spid="25"/>
                                        </p:tgtEl>
                                      </p:cBhvr>
                                    </p:animEffect>
                                  </p:childTnLst>
                                </p:cTn>
                              </p:par>
                              <p:par>
                                <p:cTn id="115" presetID="53" presetClass="entr" presetSubtype="16" fill="hold" nodeType="withEffect">
                                  <p:stCondLst>
                                    <p:cond delay="870"/>
                                  </p:stCondLst>
                                  <p:childTnLst>
                                    <p:set>
                                      <p:cBhvr>
                                        <p:cTn id="116" dur="1" fill="hold">
                                          <p:stCondLst>
                                            <p:cond delay="0"/>
                                          </p:stCondLst>
                                        </p:cTn>
                                        <p:tgtEl>
                                          <p:spTgt spid="26"/>
                                        </p:tgtEl>
                                        <p:attrNameLst>
                                          <p:attrName>style.visibility</p:attrName>
                                        </p:attrNameLst>
                                      </p:cBhvr>
                                      <p:to>
                                        <p:strVal val="visible"/>
                                      </p:to>
                                    </p:set>
                                    <p:anim calcmode="lin" valueType="num">
                                      <p:cBhvr additive="base">
                                        <p:cTn id="117" dur="420" fill="hold"/>
                                        <p:tgtEl>
                                          <p:spTgt spid="26"/>
                                        </p:tgtEl>
                                        <p:attrNameLst>
                                          <p:attrName>ppt_w</p:attrName>
                                        </p:attrNameLst>
                                      </p:cBhvr>
                                      <p:tavLst>
                                        <p:tav tm="0">
                                          <p:val>
                                            <p:fltVal val="0"/>
                                          </p:val>
                                        </p:tav>
                                        <p:tav tm="100000">
                                          <p:val>
                                            <p:strVal val="#ppt_w"/>
                                          </p:val>
                                        </p:tav>
                                      </p:tavLst>
                                    </p:anim>
                                    <p:anim calcmode="lin" valueType="num">
                                      <p:cBhvr additive="base">
                                        <p:cTn id="118" dur="420" fill="hold"/>
                                        <p:tgtEl>
                                          <p:spTgt spid="26"/>
                                        </p:tgtEl>
                                        <p:attrNameLst>
                                          <p:attrName>ppt_h</p:attrName>
                                        </p:attrNameLst>
                                      </p:cBhvr>
                                      <p:tavLst>
                                        <p:tav tm="0">
                                          <p:val>
                                            <p:fltVal val="0"/>
                                          </p:val>
                                        </p:tav>
                                        <p:tav tm="100000">
                                          <p:val>
                                            <p:strVal val="#ppt_h"/>
                                          </p:val>
                                        </p:tav>
                                      </p:tavLst>
                                    </p:anim>
                                    <p:animEffect transition="in" filter="fade">
                                      <p:cBhvr>
                                        <p:cTn id="119" dur="420"/>
                                        <p:tgtEl>
                                          <p:spTgt spid="26"/>
                                        </p:tgtEl>
                                      </p:cBhvr>
                                    </p:animEffect>
                                  </p:childTnLst>
                                </p:cTn>
                              </p:par>
                              <p:par>
                                <p:cTn id="120" presetID="53" presetClass="entr" presetSubtype="16" fill="hold" nodeType="withEffect">
                                  <p:stCondLst>
                                    <p:cond delay="870"/>
                                  </p:stCondLst>
                                  <p:childTnLst>
                                    <p:set>
                                      <p:cBhvr>
                                        <p:cTn id="121" dur="1" fill="hold">
                                          <p:stCondLst>
                                            <p:cond delay="0"/>
                                          </p:stCondLst>
                                        </p:cTn>
                                        <p:tgtEl>
                                          <p:spTgt spid="27"/>
                                        </p:tgtEl>
                                        <p:attrNameLst>
                                          <p:attrName>style.visibility</p:attrName>
                                        </p:attrNameLst>
                                      </p:cBhvr>
                                      <p:to>
                                        <p:strVal val="visible"/>
                                      </p:to>
                                    </p:set>
                                    <p:anim calcmode="lin" valueType="num">
                                      <p:cBhvr additive="base">
                                        <p:cTn id="122" dur="420" fill="hold"/>
                                        <p:tgtEl>
                                          <p:spTgt spid="27"/>
                                        </p:tgtEl>
                                        <p:attrNameLst>
                                          <p:attrName>ppt_w</p:attrName>
                                        </p:attrNameLst>
                                      </p:cBhvr>
                                      <p:tavLst>
                                        <p:tav tm="0">
                                          <p:val>
                                            <p:fltVal val="0"/>
                                          </p:val>
                                        </p:tav>
                                        <p:tav tm="100000">
                                          <p:val>
                                            <p:strVal val="#ppt_w"/>
                                          </p:val>
                                        </p:tav>
                                      </p:tavLst>
                                    </p:anim>
                                    <p:anim calcmode="lin" valueType="num">
                                      <p:cBhvr additive="base">
                                        <p:cTn id="123" dur="420" fill="hold"/>
                                        <p:tgtEl>
                                          <p:spTgt spid="27"/>
                                        </p:tgtEl>
                                        <p:attrNameLst>
                                          <p:attrName>ppt_h</p:attrName>
                                        </p:attrNameLst>
                                      </p:cBhvr>
                                      <p:tavLst>
                                        <p:tav tm="0">
                                          <p:val>
                                            <p:fltVal val="0"/>
                                          </p:val>
                                        </p:tav>
                                        <p:tav tm="100000">
                                          <p:val>
                                            <p:strVal val="#ppt_h"/>
                                          </p:val>
                                        </p:tav>
                                      </p:tavLst>
                                    </p:anim>
                                    <p:animEffect transition="in" filter="fade">
                                      <p:cBhvr>
                                        <p:cTn id="124" dur="420"/>
                                        <p:tgtEl>
                                          <p:spTgt spid="27"/>
                                        </p:tgtEl>
                                      </p:cBhvr>
                                    </p:animEffect>
                                  </p:childTnLst>
                                </p:cTn>
                              </p:par>
                              <p:par>
                                <p:cTn id="125" presetID="53" presetClass="entr" presetSubtype="16" fill="hold" nodeType="withEffect">
                                  <p:stCondLst>
                                    <p:cond delay="870"/>
                                  </p:stCondLst>
                                  <p:childTnLst>
                                    <p:set>
                                      <p:cBhvr>
                                        <p:cTn id="126" dur="1" fill="hold">
                                          <p:stCondLst>
                                            <p:cond delay="0"/>
                                          </p:stCondLst>
                                        </p:cTn>
                                        <p:tgtEl>
                                          <p:spTgt spid="28"/>
                                        </p:tgtEl>
                                        <p:attrNameLst>
                                          <p:attrName>style.visibility</p:attrName>
                                        </p:attrNameLst>
                                      </p:cBhvr>
                                      <p:to>
                                        <p:strVal val="visible"/>
                                      </p:to>
                                    </p:set>
                                    <p:anim calcmode="lin" valueType="num">
                                      <p:cBhvr additive="base">
                                        <p:cTn id="127" dur="420" fill="hold"/>
                                        <p:tgtEl>
                                          <p:spTgt spid="28"/>
                                        </p:tgtEl>
                                        <p:attrNameLst>
                                          <p:attrName>ppt_w</p:attrName>
                                        </p:attrNameLst>
                                      </p:cBhvr>
                                      <p:tavLst>
                                        <p:tav tm="0">
                                          <p:val>
                                            <p:fltVal val="0"/>
                                          </p:val>
                                        </p:tav>
                                        <p:tav tm="100000">
                                          <p:val>
                                            <p:strVal val="#ppt_w"/>
                                          </p:val>
                                        </p:tav>
                                      </p:tavLst>
                                    </p:anim>
                                    <p:anim calcmode="lin" valueType="num">
                                      <p:cBhvr additive="base">
                                        <p:cTn id="128" dur="420" fill="hold"/>
                                        <p:tgtEl>
                                          <p:spTgt spid="28"/>
                                        </p:tgtEl>
                                        <p:attrNameLst>
                                          <p:attrName>ppt_h</p:attrName>
                                        </p:attrNameLst>
                                      </p:cBhvr>
                                      <p:tavLst>
                                        <p:tav tm="0">
                                          <p:val>
                                            <p:fltVal val="0"/>
                                          </p:val>
                                        </p:tav>
                                        <p:tav tm="100000">
                                          <p:val>
                                            <p:strVal val="#ppt_h"/>
                                          </p:val>
                                        </p:tav>
                                      </p:tavLst>
                                    </p:anim>
                                    <p:animEffect transition="in" filter="fade">
                                      <p:cBhvr>
                                        <p:cTn id="129" dur="42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2F1F8"/>
        </a:solidFill>
      </p:bgPr>
    </p:bg>
    <p:spTree>
      <p:nvGrpSpPr>
        <p:cNvPr id="1" name=""/>
        <p:cNvGrpSpPr/>
        <p:nvPr/>
      </p:nvGrpSpPr>
      <p:grpSpPr>
        <a:xfrm>
          <a:off x="0" y="0"/>
          <a:ext cx="0" cy="0"/>
          <a:chOff x="0" y="0"/>
          <a:chExt cx="0" cy="0"/>
        </a:xfrm>
      </p:grpSpPr>
      <p:sp>
        <p:nvSpPr>
          <p:cNvPr id="2" name="anim:0:zoom:0"/>
          <p:cNvSpPr txBox="1"/>
          <p:nvPr/>
        </p:nvSpPr>
        <p:spPr>
          <a:xfrm rot="-180000">
            <a:off x="548640" y="320040"/>
            <a:ext cx="1463040" cy="384048"/>
          </a:xfrm>
          <a:prstGeom prst="roundRect">
            <a:avLst>
              <a:gd name="adj" fmla="val 19048"/>
            </a:avLst>
          </a:prstGeom>
          <a:solidFill>
            <a:srgbClr val="FFE600"/>
          </a:solidFill>
          <a:ln w="25400">
            <a:solidFill>
              <a:srgbClr val="000000"/>
            </a:solidFill>
          </a:ln>
          <a:effectLst>
            <a:outerShdw sx="100000" sy="100000" kx="0" ky="0" algn="bl" rotWithShape="0" blurRad="101600" dist="38100" dir="2700000">
              <a:srgbClr val="000000">
                <a:alpha val="100000"/>
              </a:srgbClr>
            </a:outerShdw>
          </a:effectLst>
        </p:spPr>
        <p:txBody>
          <a:bodyPr wrap="square" lIns="0" tIns="0" rIns="0" bIns="0"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FEATURES</a:t>
            </a:r>
            <a:endParaRPr lang="en-US" sz="1200" dirty="0"/>
          </a:p>
        </p:txBody>
      </p:sp>
      <p:sp>
        <p:nvSpPr>
          <p:cNvPr id="3" name="Text 1"/>
          <p:cNvSpPr txBox="1"/>
          <p:nvPr/>
        </p:nvSpPr>
        <p:spPr>
          <a:xfrm>
            <a:off x="548640" y="822960"/>
            <a:ext cx="11064240" cy="685800"/>
          </a:xfrm>
          <a:prstGeom prst="rect">
            <a:avLst/>
          </a:prstGeom>
          <a:noFill/>
          <a:ln/>
        </p:spPr>
        <p:txBody>
          <a:bodyPr wrap="square" lIns="0" tIns="0" rIns="0" bIns="0" rtlCol="0" anchor="ctr"/>
          <a:lstStyle/>
          <a:p>
            <a:pPr indent="0" marL="0">
              <a:buNone/>
            </a:pPr>
            <a:r>
              <a:rPr lang="en-US" sz="3200" b="1" dirty="0">
                <a:solidFill>
                  <a:srgbClr val="000000"/>
                </a:solidFill>
                <a:latin typeface="Arial" pitchFamily="34" charset="0"/>
                <a:ea typeface="Arial" pitchFamily="34" charset="-122"/>
                <a:cs typeface="Arial" pitchFamily="34" charset="-120"/>
              </a:rPr>
              <a:t>EVERY FEATURE ANSWERS A PROBLEM</a:t>
            </a:r>
            <a:endParaRPr lang="en-US" sz="3200" dirty="0"/>
          </a:p>
        </p:txBody>
      </p:sp>
      <p:sp>
        <p:nvSpPr>
          <p:cNvPr id="4" name="anim:1:float:0"/>
          <p:cNvSpPr txBox="1"/>
          <p:nvPr/>
        </p:nvSpPr>
        <p:spPr>
          <a:xfrm>
            <a:off x="1234440" y="1783080"/>
            <a:ext cx="3749040" cy="502920"/>
          </a:xfrm>
          <a:prstGeom prst="roundRect">
            <a:avLst>
              <a:gd name="adj" fmla="val 14545"/>
            </a:avLst>
          </a:prstGeom>
          <a:solidFill>
            <a:srgbClr val="FFE600"/>
          </a:solidFill>
          <a:ln w="25400">
            <a:solidFill>
              <a:srgbClr val="000000"/>
            </a:solidFill>
          </a:ln>
          <a:effectLst>
            <a:outerShdw sx="100000" sy="100000" kx="0" ky="0" algn="bl" rotWithShape="0" blurRad="101600" dist="38100" dir="2700000">
              <a:srgbClr val="000000">
                <a:alpha val="100000"/>
              </a:srgbClr>
            </a:outerShdw>
          </a:effectLst>
        </p:spPr>
        <p:txBody>
          <a:bodyPr wrap="square" lIns="101600" tIns="101600" rIns="101600" bIns="101600" rtlCol="0" anchor="ctr"/>
          <a:lstStyle/>
          <a:p>
            <a:pPr indent="0" marL="0">
              <a:buNone/>
            </a:pPr>
            <a:r>
              <a:rPr lang="en-US" sz="1300" b="1" dirty="0">
                <a:solidFill>
                  <a:srgbClr val="000000"/>
                </a:solidFill>
                <a:latin typeface="Arial" pitchFamily="34" charset="0"/>
                <a:ea typeface="Arial" pitchFamily="34" charset="-122"/>
                <a:cs typeface="Arial" pitchFamily="34" charset="-120"/>
              </a:rPr>
              <a:t>ONLINE SLOT BOOKING</a:t>
            </a:r>
            <a:endParaRPr lang="en-US" sz="1300" dirty="0"/>
          </a:p>
        </p:txBody>
      </p:sp>
      <p:sp>
        <p:nvSpPr>
          <p:cNvPr id="5" name="anim:1:float:0"/>
          <p:cNvSpPr/>
          <p:nvPr/>
        </p:nvSpPr>
        <p:spPr>
          <a:xfrm>
            <a:off x="548640" y="1792224"/>
            <a:ext cx="484632" cy="484632"/>
          </a:xfrm>
          <a:prstGeom prst="ellipse">
            <a:avLst/>
          </a:prstGeom>
          <a:solidFill>
            <a:srgbClr val="000000"/>
          </a:solidFill>
          <a:ln w="25400">
            <a:solidFill>
              <a:srgbClr val="000000"/>
            </a:solidFill>
            <a:prstDash val="solid"/>
          </a:ln>
        </p:spPr>
      </p:sp>
      <p:pic>
        <p:nvPicPr>
          <p:cNvPr id="6" name="anim:1:float:0" descr="preencoded.png">    </p:cNvPr>
          <p:cNvPicPr>
            <a:picLocks noChangeAspect="1"/>
          </p:cNvPicPr>
          <p:nvPr/>
        </p:nvPicPr>
        <p:blipFill>
          <a:blip r:embed="rId1"/>
          <a:stretch>
            <a:fillRect/>
          </a:stretch>
        </p:blipFill>
        <p:spPr>
          <a:xfrm>
            <a:off x="674644" y="1918228"/>
            <a:ext cx="232623" cy="232623"/>
          </a:xfrm>
          <a:prstGeom prst="rect">
            <a:avLst/>
          </a:prstGeom>
        </p:spPr>
      </p:pic>
      <p:pic>
        <p:nvPicPr>
          <p:cNvPr id="7" name="anim:1:float:0" descr="preencoded.png">    </p:cNvPr>
          <p:cNvPicPr>
            <a:picLocks noChangeAspect="1"/>
          </p:cNvPicPr>
          <p:nvPr/>
        </p:nvPicPr>
        <p:blipFill>
          <a:blip r:embed="rId2"/>
          <a:stretch>
            <a:fillRect/>
          </a:stretch>
        </p:blipFill>
        <p:spPr>
          <a:xfrm>
            <a:off x="5212080" y="1892808"/>
            <a:ext cx="548640" cy="292608"/>
          </a:xfrm>
          <a:prstGeom prst="rect">
            <a:avLst/>
          </a:prstGeom>
        </p:spPr>
      </p:pic>
      <p:sp>
        <p:nvSpPr>
          <p:cNvPr id="8" name="anim:1:float:0"/>
          <p:cNvSpPr txBox="1"/>
          <p:nvPr/>
        </p:nvSpPr>
        <p:spPr>
          <a:xfrm>
            <a:off x="5989320" y="1783080"/>
            <a:ext cx="5623560" cy="502920"/>
          </a:xfrm>
          <a:prstGeom prst="roundRect">
            <a:avLst>
              <a:gd name="adj" fmla="val 14545"/>
            </a:avLst>
          </a:prstGeom>
          <a:solidFill>
            <a:srgbClr val="FFFFFF"/>
          </a:solidFill>
          <a:ln w="25400">
            <a:solidFill>
              <a:srgbClr val="000000"/>
            </a:solidFill>
          </a:ln>
          <a:effectLst>
            <a:outerShdw sx="100000" sy="100000" kx="0" ky="0" algn="bl" rotWithShape="0" blurRad="101600" dist="38100" dir="2700000">
              <a:srgbClr val="000000">
                <a:alpha val="100000"/>
              </a:srgbClr>
            </a:outerShdw>
          </a:effectLst>
        </p:spPr>
        <p:txBody>
          <a:bodyPr wrap="square" lIns="101600" tIns="101600" rIns="101600" bIns="101600" rtlCol="0" anchor="ctr"/>
          <a:lstStyle/>
          <a:p>
            <a:pPr indent="0" marL="0">
              <a:buNone/>
            </a:pPr>
            <a:r>
              <a:rPr lang="en-US" sz="1300" dirty="0">
                <a:solidFill>
                  <a:srgbClr val="000000"/>
                </a:solidFill>
                <a:latin typeface="Arial" pitchFamily="34" charset="0"/>
                <a:ea typeface="Arial" pitchFamily="34" charset="-122"/>
                <a:cs typeface="Arial" pitchFamily="34" charset="-120"/>
              </a:rPr>
              <a:t>Long waiting time and double booking</a:t>
            </a:r>
            <a:endParaRPr lang="en-US" sz="1300" dirty="0"/>
          </a:p>
        </p:txBody>
      </p:sp>
      <p:sp>
        <p:nvSpPr>
          <p:cNvPr id="9" name="anim:1:float:1"/>
          <p:cNvSpPr txBox="1"/>
          <p:nvPr/>
        </p:nvSpPr>
        <p:spPr>
          <a:xfrm>
            <a:off x="1234440" y="2423160"/>
            <a:ext cx="3749040" cy="502920"/>
          </a:xfrm>
          <a:prstGeom prst="roundRect">
            <a:avLst>
              <a:gd name="adj" fmla="val 14545"/>
            </a:avLst>
          </a:prstGeom>
          <a:solidFill>
            <a:srgbClr val="FFE600"/>
          </a:solidFill>
          <a:ln w="25400">
            <a:solidFill>
              <a:srgbClr val="000000"/>
            </a:solidFill>
          </a:ln>
          <a:effectLst>
            <a:outerShdw sx="100000" sy="100000" kx="0" ky="0" algn="bl" rotWithShape="0" blurRad="101600" dist="38100" dir="2700000">
              <a:srgbClr val="000000">
                <a:alpha val="100000"/>
              </a:srgbClr>
            </a:outerShdw>
          </a:effectLst>
        </p:spPr>
        <p:txBody>
          <a:bodyPr wrap="square" lIns="101600" tIns="101600" rIns="101600" bIns="101600" rtlCol="0" anchor="ctr"/>
          <a:lstStyle/>
          <a:p>
            <a:pPr indent="0" marL="0">
              <a:buNone/>
            </a:pPr>
            <a:r>
              <a:rPr lang="en-US" sz="1300" b="1" dirty="0">
                <a:solidFill>
                  <a:srgbClr val="000000"/>
                </a:solidFill>
                <a:latin typeface="Arial" pitchFamily="34" charset="0"/>
                <a:ea typeface="Arial" pitchFamily="34" charset="-122"/>
                <a:cs typeface="Arial" pitchFamily="34" charset="-120"/>
              </a:rPr>
              <a:t>HAIRSTYLE GALLERY</a:t>
            </a:r>
            <a:endParaRPr lang="en-US" sz="1300" dirty="0"/>
          </a:p>
        </p:txBody>
      </p:sp>
      <p:sp>
        <p:nvSpPr>
          <p:cNvPr id="10" name="anim:1:float:1"/>
          <p:cNvSpPr/>
          <p:nvPr/>
        </p:nvSpPr>
        <p:spPr>
          <a:xfrm>
            <a:off x="548640" y="2432304"/>
            <a:ext cx="484632" cy="484632"/>
          </a:xfrm>
          <a:prstGeom prst="ellipse">
            <a:avLst/>
          </a:prstGeom>
          <a:solidFill>
            <a:srgbClr val="000000"/>
          </a:solidFill>
          <a:ln w="25400">
            <a:solidFill>
              <a:srgbClr val="000000"/>
            </a:solidFill>
            <a:prstDash val="solid"/>
          </a:ln>
        </p:spPr>
      </p:sp>
      <p:pic>
        <p:nvPicPr>
          <p:cNvPr id="11" name="anim:1:float:1" descr="preencoded.png">    </p:cNvPr>
          <p:cNvPicPr>
            <a:picLocks noChangeAspect="1"/>
          </p:cNvPicPr>
          <p:nvPr/>
        </p:nvPicPr>
        <p:blipFill>
          <a:blip r:embed="rId3"/>
          <a:stretch>
            <a:fillRect/>
          </a:stretch>
        </p:blipFill>
        <p:spPr>
          <a:xfrm>
            <a:off x="674644" y="2558308"/>
            <a:ext cx="232623" cy="232623"/>
          </a:xfrm>
          <a:prstGeom prst="rect">
            <a:avLst/>
          </a:prstGeom>
        </p:spPr>
      </p:pic>
      <p:pic>
        <p:nvPicPr>
          <p:cNvPr id="12" name="anim:1:float:1" descr="preencoded.png">    </p:cNvPr>
          <p:cNvPicPr>
            <a:picLocks noChangeAspect="1"/>
          </p:cNvPicPr>
          <p:nvPr/>
        </p:nvPicPr>
        <p:blipFill>
          <a:blip r:embed="rId4"/>
          <a:stretch>
            <a:fillRect/>
          </a:stretch>
        </p:blipFill>
        <p:spPr>
          <a:xfrm>
            <a:off x="5212080" y="2532888"/>
            <a:ext cx="548640" cy="292608"/>
          </a:xfrm>
          <a:prstGeom prst="rect">
            <a:avLst/>
          </a:prstGeom>
        </p:spPr>
      </p:pic>
      <p:sp>
        <p:nvSpPr>
          <p:cNvPr id="13" name="anim:1:float:1"/>
          <p:cNvSpPr txBox="1"/>
          <p:nvPr/>
        </p:nvSpPr>
        <p:spPr>
          <a:xfrm>
            <a:off x="5989320" y="2423160"/>
            <a:ext cx="5623560" cy="502920"/>
          </a:xfrm>
          <a:prstGeom prst="roundRect">
            <a:avLst>
              <a:gd name="adj" fmla="val 14545"/>
            </a:avLst>
          </a:prstGeom>
          <a:solidFill>
            <a:srgbClr val="FFFFFF"/>
          </a:solidFill>
          <a:ln w="25400">
            <a:solidFill>
              <a:srgbClr val="000000"/>
            </a:solidFill>
          </a:ln>
          <a:effectLst>
            <a:outerShdw sx="100000" sy="100000" kx="0" ky="0" algn="bl" rotWithShape="0" blurRad="101600" dist="38100" dir="2700000">
              <a:srgbClr val="000000">
                <a:alpha val="100000"/>
              </a:srgbClr>
            </a:outerShdw>
          </a:effectLst>
        </p:spPr>
        <p:txBody>
          <a:bodyPr wrap="square" lIns="101600" tIns="101600" rIns="101600" bIns="101600" rtlCol="0" anchor="ctr"/>
          <a:lstStyle/>
          <a:p>
            <a:pPr indent="0" marL="0">
              <a:buNone/>
            </a:pPr>
            <a:r>
              <a:rPr lang="en-US" sz="1300" dirty="0">
                <a:solidFill>
                  <a:srgbClr val="000000"/>
                </a:solidFill>
                <a:latin typeface="Arial" pitchFamily="34" charset="0"/>
                <a:ea typeface="Arial" pitchFamily="34" charset="-122"/>
                <a:cs typeface="Arial" pitchFamily="34" charset="-120"/>
              </a:rPr>
              <a:t>Difficulty in explaining the desired haircut</a:t>
            </a:r>
            <a:endParaRPr lang="en-US" sz="1300" dirty="0"/>
          </a:p>
        </p:txBody>
      </p:sp>
      <p:sp>
        <p:nvSpPr>
          <p:cNvPr id="14" name="anim:1:float:2"/>
          <p:cNvSpPr txBox="1"/>
          <p:nvPr/>
        </p:nvSpPr>
        <p:spPr>
          <a:xfrm>
            <a:off x="1234440" y="3063240"/>
            <a:ext cx="3749040" cy="502920"/>
          </a:xfrm>
          <a:prstGeom prst="roundRect">
            <a:avLst>
              <a:gd name="adj" fmla="val 14545"/>
            </a:avLst>
          </a:prstGeom>
          <a:solidFill>
            <a:srgbClr val="FFE600"/>
          </a:solidFill>
          <a:ln w="25400">
            <a:solidFill>
              <a:srgbClr val="000000"/>
            </a:solidFill>
          </a:ln>
          <a:effectLst>
            <a:outerShdw sx="100000" sy="100000" kx="0" ky="0" algn="bl" rotWithShape="0" blurRad="101600" dist="38100" dir="2700000">
              <a:srgbClr val="000000">
                <a:alpha val="100000"/>
              </a:srgbClr>
            </a:outerShdw>
          </a:effectLst>
        </p:spPr>
        <p:txBody>
          <a:bodyPr wrap="square" lIns="101600" tIns="101600" rIns="101600" bIns="101600" rtlCol="0" anchor="ctr"/>
          <a:lstStyle/>
          <a:p>
            <a:pPr indent="0" marL="0">
              <a:buNone/>
            </a:pPr>
            <a:r>
              <a:rPr lang="en-US" sz="1300" b="1" dirty="0">
                <a:solidFill>
                  <a:srgbClr val="000000"/>
                </a:solidFill>
                <a:latin typeface="Arial" pitchFamily="34" charset="0"/>
                <a:ea typeface="Arial" pitchFamily="34" charset="-122"/>
                <a:cs typeface="Arial" pitchFamily="34" charset="-120"/>
              </a:rPr>
              <a:t>PREFERRED BARBER</a:t>
            </a:r>
            <a:endParaRPr lang="en-US" sz="1300" dirty="0"/>
          </a:p>
        </p:txBody>
      </p:sp>
      <p:sp>
        <p:nvSpPr>
          <p:cNvPr id="15" name="anim:1:float:2"/>
          <p:cNvSpPr/>
          <p:nvPr/>
        </p:nvSpPr>
        <p:spPr>
          <a:xfrm>
            <a:off x="548640" y="3072384"/>
            <a:ext cx="484632" cy="484632"/>
          </a:xfrm>
          <a:prstGeom prst="ellipse">
            <a:avLst/>
          </a:prstGeom>
          <a:solidFill>
            <a:srgbClr val="000000"/>
          </a:solidFill>
          <a:ln w="25400">
            <a:solidFill>
              <a:srgbClr val="000000"/>
            </a:solidFill>
            <a:prstDash val="solid"/>
          </a:ln>
        </p:spPr>
      </p:sp>
      <p:pic>
        <p:nvPicPr>
          <p:cNvPr id="16" name="anim:1:float:2" descr="preencoded.png">    </p:cNvPr>
          <p:cNvPicPr>
            <a:picLocks noChangeAspect="1"/>
          </p:cNvPicPr>
          <p:nvPr/>
        </p:nvPicPr>
        <p:blipFill>
          <a:blip r:embed="rId5"/>
          <a:stretch>
            <a:fillRect/>
          </a:stretch>
        </p:blipFill>
        <p:spPr>
          <a:xfrm>
            <a:off x="674644" y="3198388"/>
            <a:ext cx="232623" cy="232623"/>
          </a:xfrm>
          <a:prstGeom prst="rect">
            <a:avLst/>
          </a:prstGeom>
        </p:spPr>
      </p:pic>
      <p:pic>
        <p:nvPicPr>
          <p:cNvPr id="17" name="anim:1:float:2" descr="preencoded.png">    </p:cNvPr>
          <p:cNvPicPr>
            <a:picLocks noChangeAspect="1"/>
          </p:cNvPicPr>
          <p:nvPr/>
        </p:nvPicPr>
        <p:blipFill>
          <a:blip r:embed="rId6"/>
          <a:stretch>
            <a:fillRect/>
          </a:stretch>
        </p:blipFill>
        <p:spPr>
          <a:xfrm>
            <a:off x="5212080" y="3172968"/>
            <a:ext cx="548640" cy="292608"/>
          </a:xfrm>
          <a:prstGeom prst="rect">
            <a:avLst/>
          </a:prstGeom>
        </p:spPr>
      </p:pic>
      <p:sp>
        <p:nvSpPr>
          <p:cNvPr id="18" name="anim:1:float:2"/>
          <p:cNvSpPr txBox="1"/>
          <p:nvPr/>
        </p:nvSpPr>
        <p:spPr>
          <a:xfrm>
            <a:off x="5989320" y="3063240"/>
            <a:ext cx="5623560" cy="502920"/>
          </a:xfrm>
          <a:prstGeom prst="roundRect">
            <a:avLst>
              <a:gd name="adj" fmla="val 14545"/>
            </a:avLst>
          </a:prstGeom>
          <a:solidFill>
            <a:srgbClr val="FFFFFF"/>
          </a:solidFill>
          <a:ln w="25400">
            <a:solidFill>
              <a:srgbClr val="000000"/>
            </a:solidFill>
          </a:ln>
          <a:effectLst>
            <a:outerShdw sx="100000" sy="100000" kx="0" ky="0" algn="bl" rotWithShape="0" blurRad="101600" dist="38100" dir="2700000">
              <a:srgbClr val="000000">
                <a:alpha val="100000"/>
              </a:srgbClr>
            </a:outerShdw>
          </a:effectLst>
        </p:spPr>
        <p:txBody>
          <a:bodyPr wrap="square" lIns="101600" tIns="101600" rIns="101600" bIns="101600" rtlCol="0" anchor="ctr"/>
          <a:lstStyle/>
          <a:p>
            <a:pPr indent="0" marL="0">
              <a:buNone/>
            </a:pPr>
            <a:r>
              <a:rPr lang="en-US" sz="1300" dirty="0">
                <a:solidFill>
                  <a:srgbClr val="000000"/>
                </a:solidFill>
                <a:latin typeface="Arial" pitchFamily="34" charset="0"/>
                <a:ea typeface="Arial" pitchFamily="34" charset="-122"/>
                <a:cs typeface="Arial" pitchFamily="34" charset="-120"/>
              </a:rPr>
              <a:t>Can't request a favorite barber in advance</a:t>
            </a:r>
            <a:endParaRPr lang="en-US" sz="1300" dirty="0"/>
          </a:p>
        </p:txBody>
      </p:sp>
      <p:sp>
        <p:nvSpPr>
          <p:cNvPr id="19" name="anim:1:float:3"/>
          <p:cNvSpPr txBox="1"/>
          <p:nvPr/>
        </p:nvSpPr>
        <p:spPr>
          <a:xfrm>
            <a:off x="1234440" y="3703320"/>
            <a:ext cx="3749040" cy="502920"/>
          </a:xfrm>
          <a:prstGeom prst="roundRect">
            <a:avLst>
              <a:gd name="adj" fmla="val 14545"/>
            </a:avLst>
          </a:prstGeom>
          <a:solidFill>
            <a:srgbClr val="FFE600"/>
          </a:solidFill>
          <a:ln w="25400">
            <a:solidFill>
              <a:srgbClr val="000000"/>
            </a:solidFill>
          </a:ln>
          <a:effectLst>
            <a:outerShdw sx="100000" sy="100000" kx="0" ky="0" algn="bl" rotWithShape="0" blurRad="101600" dist="38100" dir="2700000">
              <a:srgbClr val="000000">
                <a:alpha val="100000"/>
              </a:srgbClr>
            </a:outerShdw>
          </a:effectLst>
        </p:spPr>
        <p:txBody>
          <a:bodyPr wrap="square" lIns="101600" tIns="101600" rIns="101600" bIns="101600" rtlCol="0" anchor="ctr"/>
          <a:lstStyle/>
          <a:p>
            <a:pPr indent="0" marL="0">
              <a:buNone/>
            </a:pPr>
            <a:r>
              <a:rPr lang="en-US" sz="1300" b="1" dirty="0">
                <a:solidFill>
                  <a:srgbClr val="000000"/>
                </a:solidFill>
                <a:latin typeface="Arial" pitchFamily="34" charset="0"/>
                <a:ea typeface="Arial" pitchFamily="34" charset="-122"/>
                <a:cs typeface="Arial" pitchFamily="34" charset="-120"/>
              </a:rPr>
              <a:t>SAVED PREFERENCES</a:t>
            </a:r>
            <a:endParaRPr lang="en-US" sz="1300" dirty="0"/>
          </a:p>
        </p:txBody>
      </p:sp>
      <p:sp>
        <p:nvSpPr>
          <p:cNvPr id="20" name="anim:1:float:3"/>
          <p:cNvSpPr/>
          <p:nvPr/>
        </p:nvSpPr>
        <p:spPr>
          <a:xfrm>
            <a:off x="548640" y="3712464"/>
            <a:ext cx="484632" cy="484632"/>
          </a:xfrm>
          <a:prstGeom prst="ellipse">
            <a:avLst/>
          </a:prstGeom>
          <a:solidFill>
            <a:srgbClr val="000000"/>
          </a:solidFill>
          <a:ln w="25400">
            <a:solidFill>
              <a:srgbClr val="000000"/>
            </a:solidFill>
            <a:prstDash val="solid"/>
          </a:ln>
        </p:spPr>
      </p:sp>
      <p:pic>
        <p:nvPicPr>
          <p:cNvPr id="21" name="anim:1:float:3" descr="preencoded.png">    </p:cNvPr>
          <p:cNvPicPr>
            <a:picLocks noChangeAspect="1"/>
          </p:cNvPicPr>
          <p:nvPr/>
        </p:nvPicPr>
        <p:blipFill>
          <a:blip r:embed="rId7"/>
          <a:stretch>
            <a:fillRect/>
          </a:stretch>
        </p:blipFill>
        <p:spPr>
          <a:xfrm>
            <a:off x="674644" y="3838468"/>
            <a:ext cx="232623" cy="232623"/>
          </a:xfrm>
          <a:prstGeom prst="rect">
            <a:avLst/>
          </a:prstGeom>
        </p:spPr>
      </p:pic>
      <p:pic>
        <p:nvPicPr>
          <p:cNvPr id="22" name="anim:1:float:3" descr="preencoded.png">    </p:cNvPr>
          <p:cNvPicPr>
            <a:picLocks noChangeAspect="1"/>
          </p:cNvPicPr>
          <p:nvPr/>
        </p:nvPicPr>
        <p:blipFill>
          <a:blip r:embed="rId8"/>
          <a:stretch>
            <a:fillRect/>
          </a:stretch>
        </p:blipFill>
        <p:spPr>
          <a:xfrm>
            <a:off x="5212080" y="3813048"/>
            <a:ext cx="548640" cy="292608"/>
          </a:xfrm>
          <a:prstGeom prst="rect">
            <a:avLst/>
          </a:prstGeom>
        </p:spPr>
      </p:pic>
      <p:sp>
        <p:nvSpPr>
          <p:cNvPr id="23" name="anim:1:float:3"/>
          <p:cNvSpPr txBox="1"/>
          <p:nvPr/>
        </p:nvSpPr>
        <p:spPr>
          <a:xfrm>
            <a:off x="5989320" y="3703320"/>
            <a:ext cx="5623560" cy="502920"/>
          </a:xfrm>
          <a:prstGeom prst="roundRect">
            <a:avLst>
              <a:gd name="adj" fmla="val 14545"/>
            </a:avLst>
          </a:prstGeom>
          <a:solidFill>
            <a:srgbClr val="FFFFFF"/>
          </a:solidFill>
          <a:ln w="25400">
            <a:solidFill>
              <a:srgbClr val="000000"/>
            </a:solidFill>
          </a:ln>
          <a:effectLst>
            <a:outerShdw sx="100000" sy="100000" kx="0" ky="0" algn="bl" rotWithShape="0" blurRad="101600" dist="38100" dir="2700000">
              <a:srgbClr val="000000">
                <a:alpha val="100000"/>
              </a:srgbClr>
            </a:outerShdw>
          </a:effectLst>
        </p:spPr>
        <p:txBody>
          <a:bodyPr wrap="square" lIns="101600" tIns="101600" rIns="101600" bIns="101600" rtlCol="0" anchor="ctr"/>
          <a:lstStyle/>
          <a:p>
            <a:pPr indent="0" marL="0">
              <a:buNone/>
            </a:pPr>
            <a:r>
              <a:rPr lang="en-US" sz="1300" dirty="0">
                <a:solidFill>
                  <a:srgbClr val="000000"/>
                </a:solidFill>
                <a:latin typeface="Arial" pitchFamily="34" charset="0"/>
                <a:ea typeface="Arial" pitchFamily="34" charset="-122"/>
                <a:cs typeface="Arial" pitchFamily="34" charset="-120"/>
              </a:rPr>
              <a:t>Barber asks the same questions every visit</a:t>
            </a:r>
            <a:endParaRPr lang="en-US" sz="1300" dirty="0"/>
          </a:p>
        </p:txBody>
      </p:sp>
      <p:sp>
        <p:nvSpPr>
          <p:cNvPr id="24" name="anim:1:float:4"/>
          <p:cNvSpPr txBox="1"/>
          <p:nvPr/>
        </p:nvSpPr>
        <p:spPr>
          <a:xfrm>
            <a:off x="1234440" y="4343400"/>
            <a:ext cx="3749040" cy="502920"/>
          </a:xfrm>
          <a:prstGeom prst="roundRect">
            <a:avLst>
              <a:gd name="adj" fmla="val 14545"/>
            </a:avLst>
          </a:prstGeom>
          <a:solidFill>
            <a:srgbClr val="FFE600"/>
          </a:solidFill>
          <a:ln w="25400">
            <a:solidFill>
              <a:srgbClr val="000000"/>
            </a:solidFill>
          </a:ln>
          <a:effectLst>
            <a:outerShdw sx="100000" sy="100000" kx="0" ky="0" algn="bl" rotWithShape="0" blurRad="101600" dist="38100" dir="2700000">
              <a:srgbClr val="000000">
                <a:alpha val="100000"/>
              </a:srgbClr>
            </a:outerShdw>
          </a:effectLst>
        </p:spPr>
        <p:txBody>
          <a:bodyPr wrap="square" lIns="101600" tIns="101600" rIns="101600" bIns="101600" rtlCol="0" anchor="ctr"/>
          <a:lstStyle/>
          <a:p>
            <a:pPr indent="0" marL="0">
              <a:buNone/>
            </a:pPr>
            <a:r>
              <a:rPr lang="en-US" sz="1300" b="1" dirty="0">
                <a:solidFill>
                  <a:srgbClr val="000000"/>
                </a:solidFill>
                <a:latin typeface="Arial" pitchFamily="34" charset="0"/>
                <a:ea typeface="Arial" pitchFamily="34" charset="-122"/>
                <a:cs typeface="Arial" pitchFamily="34" charset="-120"/>
              </a:rPr>
              <a:t>EMAIL / SMS REMINDERS</a:t>
            </a:r>
            <a:endParaRPr lang="en-US" sz="1300" dirty="0"/>
          </a:p>
        </p:txBody>
      </p:sp>
      <p:sp>
        <p:nvSpPr>
          <p:cNvPr id="25" name="anim:1:float:4"/>
          <p:cNvSpPr/>
          <p:nvPr/>
        </p:nvSpPr>
        <p:spPr>
          <a:xfrm>
            <a:off x="548640" y="4352544"/>
            <a:ext cx="484632" cy="484632"/>
          </a:xfrm>
          <a:prstGeom prst="ellipse">
            <a:avLst/>
          </a:prstGeom>
          <a:solidFill>
            <a:srgbClr val="000000"/>
          </a:solidFill>
          <a:ln w="25400">
            <a:solidFill>
              <a:srgbClr val="000000"/>
            </a:solidFill>
            <a:prstDash val="solid"/>
          </a:ln>
        </p:spPr>
      </p:sp>
      <p:pic>
        <p:nvPicPr>
          <p:cNvPr id="26" name="anim:1:float:4" descr="preencoded.png">    </p:cNvPr>
          <p:cNvPicPr>
            <a:picLocks noChangeAspect="1"/>
          </p:cNvPicPr>
          <p:nvPr/>
        </p:nvPicPr>
        <p:blipFill>
          <a:blip r:embed="rId9"/>
          <a:stretch>
            <a:fillRect/>
          </a:stretch>
        </p:blipFill>
        <p:spPr>
          <a:xfrm>
            <a:off x="674644" y="4478548"/>
            <a:ext cx="232623" cy="232623"/>
          </a:xfrm>
          <a:prstGeom prst="rect">
            <a:avLst/>
          </a:prstGeom>
        </p:spPr>
      </p:pic>
      <p:pic>
        <p:nvPicPr>
          <p:cNvPr id="27" name="anim:1:float:4" descr="preencoded.png">    </p:cNvPr>
          <p:cNvPicPr>
            <a:picLocks noChangeAspect="1"/>
          </p:cNvPicPr>
          <p:nvPr/>
        </p:nvPicPr>
        <p:blipFill>
          <a:blip r:embed="rId10"/>
          <a:stretch>
            <a:fillRect/>
          </a:stretch>
        </p:blipFill>
        <p:spPr>
          <a:xfrm>
            <a:off x="5212080" y="4453128"/>
            <a:ext cx="548640" cy="292608"/>
          </a:xfrm>
          <a:prstGeom prst="rect">
            <a:avLst/>
          </a:prstGeom>
        </p:spPr>
      </p:pic>
      <p:sp>
        <p:nvSpPr>
          <p:cNvPr id="28" name="anim:1:float:4"/>
          <p:cNvSpPr txBox="1"/>
          <p:nvPr/>
        </p:nvSpPr>
        <p:spPr>
          <a:xfrm>
            <a:off x="5989320" y="4343400"/>
            <a:ext cx="5623560" cy="502920"/>
          </a:xfrm>
          <a:prstGeom prst="roundRect">
            <a:avLst>
              <a:gd name="adj" fmla="val 14545"/>
            </a:avLst>
          </a:prstGeom>
          <a:solidFill>
            <a:srgbClr val="FFFFFF"/>
          </a:solidFill>
          <a:ln w="25400">
            <a:solidFill>
              <a:srgbClr val="000000"/>
            </a:solidFill>
          </a:ln>
          <a:effectLst>
            <a:outerShdw sx="100000" sy="100000" kx="0" ky="0" algn="bl" rotWithShape="0" blurRad="101600" dist="38100" dir="2700000">
              <a:srgbClr val="000000">
                <a:alpha val="100000"/>
              </a:srgbClr>
            </a:outerShdw>
          </a:effectLst>
        </p:spPr>
        <p:txBody>
          <a:bodyPr wrap="square" lIns="101600" tIns="101600" rIns="101600" bIns="101600" rtlCol="0" anchor="ctr"/>
          <a:lstStyle/>
          <a:p>
            <a:pPr indent="0" marL="0">
              <a:buNone/>
            </a:pPr>
            <a:r>
              <a:rPr lang="en-US" sz="1300" dirty="0">
                <a:solidFill>
                  <a:srgbClr val="000000"/>
                </a:solidFill>
                <a:latin typeface="Arial" pitchFamily="34" charset="0"/>
                <a:ea typeface="Arial" pitchFamily="34" charset="-122"/>
                <a:cs typeface="Arial" pitchFamily="34" charset="-120"/>
              </a:rPr>
              <a:t>Forgotten appointments and no-shows</a:t>
            </a:r>
            <a:endParaRPr lang="en-US" sz="1300" dirty="0"/>
          </a:p>
        </p:txBody>
      </p:sp>
      <p:sp>
        <p:nvSpPr>
          <p:cNvPr id="29" name="anim:1:float:5"/>
          <p:cNvSpPr txBox="1"/>
          <p:nvPr/>
        </p:nvSpPr>
        <p:spPr>
          <a:xfrm>
            <a:off x="1234440" y="4983480"/>
            <a:ext cx="3749040" cy="502920"/>
          </a:xfrm>
          <a:prstGeom prst="roundRect">
            <a:avLst>
              <a:gd name="adj" fmla="val 14545"/>
            </a:avLst>
          </a:prstGeom>
          <a:solidFill>
            <a:srgbClr val="FFE600"/>
          </a:solidFill>
          <a:ln w="25400">
            <a:solidFill>
              <a:srgbClr val="000000"/>
            </a:solidFill>
          </a:ln>
          <a:effectLst>
            <a:outerShdw sx="100000" sy="100000" kx="0" ky="0" algn="bl" rotWithShape="0" blurRad="101600" dist="38100" dir="2700000">
              <a:srgbClr val="000000">
                <a:alpha val="100000"/>
              </a:srgbClr>
            </a:outerShdw>
          </a:effectLst>
        </p:spPr>
        <p:txBody>
          <a:bodyPr wrap="square" lIns="101600" tIns="101600" rIns="101600" bIns="101600" rtlCol="0" anchor="ctr"/>
          <a:lstStyle/>
          <a:p>
            <a:pPr indent="0" marL="0">
              <a:buNone/>
            </a:pPr>
            <a:r>
              <a:rPr lang="en-US" sz="1300" b="1" dirty="0">
                <a:solidFill>
                  <a:srgbClr val="000000"/>
                </a:solidFill>
                <a:latin typeface="Arial" pitchFamily="34" charset="0"/>
                <a:ea typeface="Arial" pitchFamily="34" charset="-122"/>
                <a:cs typeface="Arial" pitchFamily="34" charset="-120"/>
              </a:rPr>
              <a:t>OWNER DASHBOARD</a:t>
            </a:r>
            <a:endParaRPr lang="en-US" sz="1300" dirty="0"/>
          </a:p>
        </p:txBody>
      </p:sp>
      <p:sp>
        <p:nvSpPr>
          <p:cNvPr id="30" name="anim:1:float:5"/>
          <p:cNvSpPr/>
          <p:nvPr/>
        </p:nvSpPr>
        <p:spPr>
          <a:xfrm>
            <a:off x="548640" y="4992624"/>
            <a:ext cx="484632" cy="484632"/>
          </a:xfrm>
          <a:prstGeom prst="ellipse">
            <a:avLst/>
          </a:prstGeom>
          <a:solidFill>
            <a:srgbClr val="000000"/>
          </a:solidFill>
          <a:ln w="25400">
            <a:solidFill>
              <a:srgbClr val="000000"/>
            </a:solidFill>
            <a:prstDash val="solid"/>
          </a:ln>
        </p:spPr>
      </p:sp>
      <p:pic>
        <p:nvPicPr>
          <p:cNvPr id="31" name="anim:1:float:5" descr="preencoded.png">    </p:cNvPr>
          <p:cNvPicPr>
            <a:picLocks noChangeAspect="1"/>
          </p:cNvPicPr>
          <p:nvPr/>
        </p:nvPicPr>
        <p:blipFill>
          <a:blip r:embed="rId11"/>
          <a:stretch>
            <a:fillRect/>
          </a:stretch>
        </p:blipFill>
        <p:spPr>
          <a:xfrm>
            <a:off x="674644" y="5118628"/>
            <a:ext cx="232623" cy="232623"/>
          </a:xfrm>
          <a:prstGeom prst="rect">
            <a:avLst/>
          </a:prstGeom>
        </p:spPr>
      </p:pic>
      <p:pic>
        <p:nvPicPr>
          <p:cNvPr id="32" name="anim:1:float:5" descr="preencoded.png">    </p:cNvPr>
          <p:cNvPicPr>
            <a:picLocks noChangeAspect="1"/>
          </p:cNvPicPr>
          <p:nvPr/>
        </p:nvPicPr>
        <p:blipFill>
          <a:blip r:embed="rId12"/>
          <a:stretch>
            <a:fillRect/>
          </a:stretch>
        </p:blipFill>
        <p:spPr>
          <a:xfrm>
            <a:off x="5212080" y="5093208"/>
            <a:ext cx="548640" cy="292608"/>
          </a:xfrm>
          <a:prstGeom prst="rect">
            <a:avLst/>
          </a:prstGeom>
        </p:spPr>
      </p:pic>
      <p:sp>
        <p:nvSpPr>
          <p:cNvPr id="33" name="anim:1:float:5"/>
          <p:cNvSpPr txBox="1"/>
          <p:nvPr/>
        </p:nvSpPr>
        <p:spPr>
          <a:xfrm>
            <a:off x="5989320" y="4983480"/>
            <a:ext cx="5623560" cy="502920"/>
          </a:xfrm>
          <a:prstGeom prst="roundRect">
            <a:avLst>
              <a:gd name="adj" fmla="val 14545"/>
            </a:avLst>
          </a:prstGeom>
          <a:solidFill>
            <a:srgbClr val="FFFFFF"/>
          </a:solidFill>
          <a:ln w="25400">
            <a:solidFill>
              <a:srgbClr val="000000"/>
            </a:solidFill>
          </a:ln>
          <a:effectLst>
            <a:outerShdw sx="100000" sy="100000" kx="0" ky="0" algn="bl" rotWithShape="0" blurRad="101600" dist="38100" dir="2700000">
              <a:srgbClr val="000000">
                <a:alpha val="100000"/>
              </a:srgbClr>
            </a:outerShdw>
          </a:effectLst>
        </p:spPr>
        <p:txBody>
          <a:bodyPr wrap="square" lIns="101600" tIns="101600" rIns="101600" bIns="101600" rtlCol="0" anchor="ctr"/>
          <a:lstStyle/>
          <a:p>
            <a:pPr indent="0" marL="0">
              <a:buNone/>
            </a:pPr>
            <a:r>
              <a:rPr lang="en-US" sz="1300" dirty="0">
                <a:solidFill>
                  <a:srgbClr val="000000"/>
                </a:solidFill>
                <a:latin typeface="Arial" pitchFamily="34" charset="0"/>
                <a:ea typeface="Arial" pitchFamily="34" charset="-122"/>
                <a:cs typeface="Arial" pitchFamily="34" charset="-120"/>
              </a:rPr>
              <a:t>Schedule only written in a notebook</a:t>
            </a:r>
            <a:endParaRPr lang="en-US" sz="1300" dirty="0"/>
          </a:p>
        </p:txBody>
      </p:sp>
      <p:sp>
        <p:nvSpPr>
          <p:cNvPr id="34" name="anim:1:float:6"/>
          <p:cNvSpPr txBox="1"/>
          <p:nvPr/>
        </p:nvSpPr>
        <p:spPr>
          <a:xfrm>
            <a:off x="1234440" y="5623560"/>
            <a:ext cx="3749040" cy="502920"/>
          </a:xfrm>
          <a:prstGeom prst="roundRect">
            <a:avLst>
              <a:gd name="adj" fmla="val 14545"/>
            </a:avLst>
          </a:prstGeom>
          <a:solidFill>
            <a:srgbClr val="FFE600"/>
          </a:solidFill>
          <a:ln w="25400">
            <a:solidFill>
              <a:srgbClr val="000000"/>
            </a:solidFill>
          </a:ln>
          <a:effectLst>
            <a:outerShdw sx="100000" sy="100000" kx="0" ky="0" algn="bl" rotWithShape="0" blurRad="101600" dist="38100" dir="2700000">
              <a:srgbClr val="000000">
                <a:alpha val="100000"/>
              </a:srgbClr>
            </a:outerShdw>
          </a:effectLst>
        </p:spPr>
        <p:txBody>
          <a:bodyPr wrap="square" lIns="101600" tIns="101600" rIns="101600" bIns="101600" rtlCol="0" anchor="ctr"/>
          <a:lstStyle/>
          <a:p>
            <a:pPr indent="0" marL="0">
              <a:buNone/>
            </a:pPr>
            <a:r>
              <a:rPr lang="en-US" sz="1300" b="1" dirty="0">
                <a:solidFill>
                  <a:srgbClr val="000000"/>
                </a:solidFill>
                <a:latin typeface="Arial" pitchFamily="34" charset="0"/>
                <a:ea typeface="Arial" pitchFamily="34" charset="-122"/>
                <a:cs typeface="Arial" pitchFamily="34" charset="-120"/>
              </a:rPr>
              <a:t>RATING AND FEEDBACK</a:t>
            </a:r>
            <a:endParaRPr lang="en-US" sz="1300" dirty="0"/>
          </a:p>
        </p:txBody>
      </p:sp>
      <p:sp>
        <p:nvSpPr>
          <p:cNvPr id="35" name="anim:1:float:6"/>
          <p:cNvSpPr/>
          <p:nvPr/>
        </p:nvSpPr>
        <p:spPr>
          <a:xfrm>
            <a:off x="548640" y="5632704"/>
            <a:ext cx="484632" cy="484632"/>
          </a:xfrm>
          <a:prstGeom prst="ellipse">
            <a:avLst/>
          </a:prstGeom>
          <a:solidFill>
            <a:srgbClr val="000000"/>
          </a:solidFill>
          <a:ln w="25400">
            <a:solidFill>
              <a:srgbClr val="000000"/>
            </a:solidFill>
            <a:prstDash val="solid"/>
          </a:ln>
        </p:spPr>
      </p:sp>
      <p:pic>
        <p:nvPicPr>
          <p:cNvPr id="36" name="anim:1:float:6" descr="preencoded.png">    </p:cNvPr>
          <p:cNvPicPr>
            <a:picLocks noChangeAspect="1"/>
          </p:cNvPicPr>
          <p:nvPr/>
        </p:nvPicPr>
        <p:blipFill>
          <a:blip r:embed="rId13"/>
          <a:stretch>
            <a:fillRect/>
          </a:stretch>
        </p:blipFill>
        <p:spPr>
          <a:xfrm>
            <a:off x="674644" y="5758708"/>
            <a:ext cx="232623" cy="232623"/>
          </a:xfrm>
          <a:prstGeom prst="rect">
            <a:avLst/>
          </a:prstGeom>
        </p:spPr>
      </p:pic>
      <p:pic>
        <p:nvPicPr>
          <p:cNvPr id="37" name="anim:1:float:6" descr="preencoded.png">    </p:cNvPr>
          <p:cNvPicPr>
            <a:picLocks noChangeAspect="1"/>
          </p:cNvPicPr>
          <p:nvPr/>
        </p:nvPicPr>
        <p:blipFill>
          <a:blip r:embed="rId14"/>
          <a:stretch>
            <a:fillRect/>
          </a:stretch>
        </p:blipFill>
        <p:spPr>
          <a:xfrm>
            <a:off x="5212080" y="5733288"/>
            <a:ext cx="548640" cy="292608"/>
          </a:xfrm>
          <a:prstGeom prst="rect">
            <a:avLst/>
          </a:prstGeom>
        </p:spPr>
      </p:pic>
      <p:sp>
        <p:nvSpPr>
          <p:cNvPr id="38" name="anim:1:float:6"/>
          <p:cNvSpPr txBox="1"/>
          <p:nvPr/>
        </p:nvSpPr>
        <p:spPr>
          <a:xfrm>
            <a:off x="5989320" y="5623560"/>
            <a:ext cx="5623560" cy="502920"/>
          </a:xfrm>
          <a:prstGeom prst="roundRect">
            <a:avLst>
              <a:gd name="adj" fmla="val 14545"/>
            </a:avLst>
          </a:prstGeom>
          <a:solidFill>
            <a:srgbClr val="FFFFFF"/>
          </a:solidFill>
          <a:ln w="25400">
            <a:solidFill>
              <a:srgbClr val="000000"/>
            </a:solidFill>
          </a:ln>
          <a:effectLst>
            <a:outerShdw sx="100000" sy="100000" kx="0" ky="0" algn="bl" rotWithShape="0" blurRad="101600" dist="38100" dir="2700000">
              <a:srgbClr val="000000">
                <a:alpha val="100000"/>
              </a:srgbClr>
            </a:outerShdw>
          </a:effectLst>
        </p:spPr>
        <p:txBody>
          <a:bodyPr wrap="square" lIns="101600" tIns="101600" rIns="101600" bIns="101600" rtlCol="0" anchor="ctr"/>
          <a:lstStyle/>
          <a:p>
            <a:pPr indent="0" marL="0">
              <a:buNone/>
            </a:pPr>
            <a:r>
              <a:rPr lang="en-US" sz="1300" dirty="0">
                <a:solidFill>
                  <a:srgbClr val="000000"/>
                </a:solidFill>
                <a:latin typeface="Arial" pitchFamily="34" charset="0"/>
                <a:ea typeface="Arial" pitchFamily="34" charset="-122"/>
                <a:cs typeface="Arial" pitchFamily="34" charset="-120"/>
              </a:rPr>
              <a:t>No record of customer satisfaction</a:t>
            </a:r>
            <a:endParaRPr lang="en-US" sz="1300" dirty="0"/>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420" fill="hold"/>
                                        <p:tgtEl>
                                          <p:spTgt spid="2"/>
                                        </p:tgtEl>
                                        <p:attrNameLst>
                                          <p:attrName>ppt_w</p:attrName>
                                        </p:attrNameLst>
                                      </p:cBhvr>
                                      <p:tavLst>
                                        <p:tav tm="0">
                                          <p:val>
                                            <p:fltVal val="0"/>
                                          </p:val>
                                        </p:tav>
                                        <p:tav tm="100000">
                                          <p:val>
                                            <p:strVal val="#ppt_w"/>
                                          </p:val>
                                        </p:tav>
                                      </p:tavLst>
                                    </p:anim>
                                    <p:anim calcmode="lin" valueType="num">
                                      <p:cBhvr additive="base">
                                        <p:cTn id="8" dur="420" fill="hold"/>
                                        <p:tgtEl>
                                          <p:spTgt spid="2"/>
                                        </p:tgtEl>
                                        <p:attrNameLst>
                                          <p:attrName>ppt_h</p:attrName>
                                        </p:attrNameLst>
                                      </p:cBhvr>
                                      <p:tavLst>
                                        <p:tav tm="0">
                                          <p:val>
                                            <p:fltVal val="0"/>
                                          </p:val>
                                        </p:tav>
                                        <p:tav tm="100000">
                                          <p:val>
                                            <p:strVal val="#ppt_h"/>
                                          </p:val>
                                        </p:tav>
                                      </p:tavLst>
                                    </p:anim>
                                    <p:animEffect transition="in" filter="fade">
                                      <p:cBhvr>
                                        <p:cTn id="9" dur="420"/>
                                        <p:tgtEl>
                                          <p:spTgt spid="2"/>
                                        </p:tgtEl>
                                      </p:cBhvr>
                                    </p:animEffect>
                                  </p:childTnLst>
                                </p:cTn>
                              </p:par>
                              <p:par>
                                <p:cTn id="10" presetID="42" presetClass="entr" presetSubtype="0" fill="hold" nodeType="withEffect">
                                  <p:stCondLst>
                                    <p:cond delay="27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50"/>
                                        <p:tgtEl>
                                          <p:spTgt spid="4"/>
                                        </p:tgtEl>
                                      </p:cBhvr>
                                    </p:animEffect>
                                    <p:anim calcmode="lin" valueType="num">
                                      <p:cBhvr additive="base">
                                        <p:cTn id="13" dur="550" fill="hold"/>
                                        <p:tgtEl>
                                          <p:spTgt spid="4"/>
                                        </p:tgtEl>
                                        <p:attrNameLst>
                                          <p:attrName>ppt_x</p:attrName>
                                        </p:attrNameLst>
                                      </p:cBhvr>
                                      <p:tavLst>
                                        <p:tav tm="0">
                                          <p:val>
                                            <p:strVal val="#ppt_x"/>
                                          </p:val>
                                        </p:tav>
                                        <p:tav tm="100000">
                                          <p:val>
                                            <p:strVal val="#ppt_x"/>
                                          </p:val>
                                        </p:tav>
                                      </p:tavLst>
                                    </p:anim>
                                    <p:anim calcmode="lin" valueType="num">
                                      <p:cBhvr additive="base">
                                        <p:cTn id="14" dur="550" fill="hold"/>
                                        <p:tgtEl>
                                          <p:spTgt spid="4"/>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27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50"/>
                                        <p:tgtEl>
                                          <p:spTgt spid="5"/>
                                        </p:tgtEl>
                                      </p:cBhvr>
                                    </p:animEffect>
                                    <p:anim calcmode="lin" valueType="num">
                                      <p:cBhvr additive="base">
                                        <p:cTn id="18" dur="550" fill="hold"/>
                                        <p:tgtEl>
                                          <p:spTgt spid="5"/>
                                        </p:tgtEl>
                                        <p:attrNameLst>
                                          <p:attrName>ppt_x</p:attrName>
                                        </p:attrNameLst>
                                      </p:cBhvr>
                                      <p:tavLst>
                                        <p:tav tm="0">
                                          <p:val>
                                            <p:strVal val="#ppt_x"/>
                                          </p:val>
                                        </p:tav>
                                        <p:tav tm="100000">
                                          <p:val>
                                            <p:strVal val="#ppt_x"/>
                                          </p:val>
                                        </p:tav>
                                      </p:tavLst>
                                    </p:anim>
                                    <p:anim calcmode="lin" valueType="num">
                                      <p:cBhvr additive="base">
                                        <p:cTn id="19" dur="550" fill="hold"/>
                                        <p:tgtEl>
                                          <p:spTgt spid="5"/>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27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50"/>
                                        <p:tgtEl>
                                          <p:spTgt spid="6"/>
                                        </p:tgtEl>
                                      </p:cBhvr>
                                    </p:animEffect>
                                    <p:anim calcmode="lin" valueType="num">
                                      <p:cBhvr additive="base">
                                        <p:cTn id="23" dur="550" fill="hold"/>
                                        <p:tgtEl>
                                          <p:spTgt spid="6"/>
                                        </p:tgtEl>
                                        <p:attrNameLst>
                                          <p:attrName>ppt_x</p:attrName>
                                        </p:attrNameLst>
                                      </p:cBhvr>
                                      <p:tavLst>
                                        <p:tav tm="0">
                                          <p:val>
                                            <p:strVal val="#ppt_x"/>
                                          </p:val>
                                        </p:tav>
                                        <p:tav tm="100000">
                                          <p:val>
                                            <p:strVal val="#ppt_x"/>
                                          </p:val>
                                        </p:tav>
                                      </p:tavLst>
                                    </p:anim>
                                    <p:anim calcmode="lin" valueType="num">
                                      <p:cBhvr additive="base">
                                        <p:cTn id="24" dur="550" fill="hold"/>
                                        <p:tgtEl>
                                          <p:spTgt spid="6"/>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27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50"/>
                                        <p:tgtEl>
                                          <p:spTgt spid="7"/>
                                        </p:tgtEl>
                                      </p:cBhvr>
                                    </p:animEffect>
                                    <p:anim calcmode="lin" valueType="num">
                                      <p:cBhvr additive="base">
                                        <p:cTn id="28" dur="550" fill="hold"/>
                                        <p:tgtEl>
                                          <p:spTgt spid="7"/>
                                        </p:tgtEl>
                                        <p:attrNameLst>
                                          <p:attrName>ppt_x</p:attrName>
                                        </p:attrNameLst>
                                      </p:cBhvr>
                                      <p:tavLst>
                                        <p:tav tm="0">
                                          <p:val>
                                            <p:strVal val="#ppt_x"/>
                                          </p:val>
                                        </p:tav>
                                        <p:tav tm="100000">
                                          <p:val>
                                            <p:strVal val="#ppt_x"/>
                                          </p:val>
                                        </p:tav>
                                      </p:tavLst>
                                    </p:anim>
                                    <p:anim calcmode="lin" valueType="num">
                                      <p:cBhvr additive="base">
                                        <p:cTn id="29" dur="550" fill="hold"/>
                                        <p:tgtEl>
                                          <p:spTgt spid="7"/>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27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50"/>
                                        <p:tgtEl>
                                          <p:spTgt spid="8"/>
                                        </p:tgtEl>
                                      </p:cBhvr>
                                    </p:animEffect>
                                    <p:anim calcmode="lin" valueType="num">
                                      <p:cBhvr additive="base">
                                        <p:cTn id="33" dur="550" fill="hold"/>
                                        <p:tgtEl>
                                          <p:spTgt spid="8"/>
                                        </p:tgtEl>
                                        <p:attrNameLst>
                                          <p:attrName>ppt_x</p:attrName>
                                        </p:attrNameLst>
                                      </p:cBhvr>
                                      <p:tavLst>
                                        <p:tav tm="0">
                                          <p:val>
                                            <p:strVal val="#ppt_x"/>
                                          </p:val>
                                        </p:tav>
                                        <p:tav tm="100000">
                                          <p:val>
                                            <p:strVal val="#ppt_x"/>
                                          </p:val>
                                        </p:tav>
                                      </p:tavLst>
                                    </p:anim>
                                    <p:anim calcmode="lin" valueType="num">
                                      <p:cBhvr additive="base">
                                        <p:cTn id="34" dur="550" fill="hold"/>
                                        <p:tgtEl>
                                          <p:spTgt spid="8"/>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39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550"/>
                                        <p:tgtEl>
                                          <p:spTgt spid="9"/>
                                        </p:tgtEl>
                                      </p:cBhvr>
                                    </p:animEffect>
                                    <p:anim calcmode="lin" valueType="num">
                                      <p:cBhvr additive="base">
                                        <p:cTn id="38" dur="550" fill="hold"/>
                                        <p:tgtEl>
                                          <p:spTgt spid="9"/>
                                        </p:tgtEl>
                                        <p:attrNameLst>
                                          <p:attrName>ppt_x</p:attrName>
                                        </p:attrNameLst>
                                      </p:cBhvr>
                                      <p:tavLst>
                                        <p:tav tm="0">
                                          <p:val>
                                            <p:strVal val="#ppt_x"/>
                                          </p:val>
                                        </p:tav>
                                        <p:tav tm="100000">
                                          <p:val>
                                            <p:strVal val="#ppt_x"/>
                                          </p:val>
                                        </p:tav>
                                      </p:tavLst>
                                    </p:anim>
                                    <p:anim calcmode="lin" valueType="num">
                                      <p:cBhvr additive="base">
                                        <p:cTn id="39" dur="550" fill="hold"/>
                                        <p:tgtEl>
                                          <p:spTgt spid="9"/>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39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550"/>
                                        <p:tgtEl>
                                          <p:spTgt spid="10"/>
                                        </p:tgtEl>
                                      </p:cBhvr>
                                    </p:animEffect>
                                    <p:anim calcmode="lin" valueType="num">
                                      <p:cBhvr additive="base">
                                        <p:cTn id="43" dur="550" fill="hold"/>
                                        <p:tgtEl>
                                          <p:spTgt spid="10"/>
                                        </p:tgtEl>
                                        <p:attrNameLst>
                                          <p:attrName>ppt_x</p:attrName>
                                        </p:attrNameLst>
                                      </p:cBhvr>
                                      <p:tavLst>
                                        <p:tav tm="0">
                                          <p:val>
                                            <p:strVal val="#ppt_x"/>
                                          </p:val>
                                        </p:tav>
                                        <p:tav tm="100000">
                                          <p:val>
                                            <p:strVal val="#ppt_x"/>
                                          </p:val>
                                        </p:tav>
                                      </p:tavLst>
                                    </p:anim>
                                    <p:anim calcmode="lin" valueType="num">
                                      <p:cBhvr additive="base">
                                        <p:cTn id="44" dur="550" fill="hold"/>
                                        <p:tgtEl>
                                          <p:spTgt spid="10"/>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390"/>
                                  </p:stCondLst>
                                  <p:childTnLst>
                                    <p:set>
                                      <p:cBhvr>
                                        <p:cTn id="46" dur="1" fill="hold">
                                          <p:stCondLst>
                                            <p:cond delay="0"/>
                                          </p:stCondLst>
                                        </p:cTn>
                                        <p:tgtEl>
                                          <p:spTgt spid="11"/>
                                        </p:tgtEl>
                                        <p:attrNameLst>
                                          <p:attrName>style.visibility</p:attrName>
                                        </p:attrNameLst>
                                      </p:cBhvr>
                                      <p:to>
                                        <p:strVal val="visible"/>
                                      </p:to>
                                    </p:set>
                                    <p:animEffect transition="in" filter="fade">
                                      <p:cBhvr>
                                        <p:cTn id="47" dur="550"/>
                                        <p:tgtEl>
                                          <p:spTgt spid="11"/>
                                        </p:tgtEl>
                                      </p:cBhvr>
                                    </p:animEffect>
                                    <p:anim calcmode="lin" valueType="num">
                                      <p:cBhvr additive="base">
                                        <p:cTn id="48" dur="550" fill="hold"/>
                                        <p:tgtEl>
                                          <p:spTgt spid="11"/>
                                        </p:tgtEl>
                                        <p:attrNameLst>
                                          <p:attrName>ppt_x</p:attrName>
                                        </p:attrNameLst>
                                      </p:cBhvr>
                                      <p:tavLst>
                                        <p:tav tm="0">
                                          <p:val>
                                            <p:strVal val="#ppt_x"/>
                                          </p:val>
                                        </p:tav>
                                        <p:tav tm="100000">
                                          <p:val>
                                            <p:strVal val="#ppt_x"/>
                                          </p:val>
                                        </p:tav>
                                      </p:tavLst>
                                    </p:anim>
                                    <p:anim calcmode="lin" valueType="num">
                                      <p:cBhvr additive="base">
                                        <p:cTn id="49" dur="550" fill="hold"/>
                                        <p:tgtEl>
                                          <p:spTgt spid="11"/>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390"/>
                                  </p:stCondLst>
                                  <p:childTnLst>
                                    <p:set>
                                      <p:cBhvr>
                                        <p:cTn id="51" dur="1" fill="hold">
                                          <p:stCondLst>
                                            <p:cond delay="0"/>
                                          </p:stCondLst>
                                        </p:cTn>
                                        <p:tgtEl>
                                          <p:spTgt spid="12"/>
                                        </p:tgtEl>
                                        <p:attrNameLst>
                                          <p:attrName>style.visibility</p:attrName>
                                        </p:attrNameLst>
                                      </p:cBhvr>
                                      <p:to>
                                        <p:strVal val="visible"/>
                                      </p:to>
                                    </p:set>
                                    <p:animEffect transition="in" filter="fade">
                                      <p:cBhvr>
                                        <p:cTn id="52" dur="550"/>
                                        <p:tgtEl>
                                          <p:spTgt spid="12"/>
                                        </p:tgtEl>
                                      </p:cBhvr>
                                    </p:animEffect>
                                    <p:anim calcmode="lin" valueType="num">
                                      <p:cBhvr additive="base">
                                        <p:cTn id="53" dur="550" fill="hold"/>
                                        <p:tgtEl>
                                          <p:spTgt spid="12"/>
                                        </p:tgtEl>
                                        <p:attrNameLst>
                                          <p:attrName>ppt_x</p:attrName>
                                        </p:attrNameLst>
                                      </p:cBhvr>
                                      <p:tavLst>
                                        <p:tav tm="0">
                                          <p:val>
                                            <p:strVal val="#ppt_x"/>
                                          </p:val>
                                        </p:tav>
                                        <p:tav tm="100000">
                                          <p:val>
                                            <p:strVal val="#ppt_x"/>
                                          </p:val>
                                        </p:tav>
                                      </p:tavLst>
                                    </p:anim>
                                    <p:anim calcmode="lin" valueType="num">
                                      <p:cBhvr additive="base">
                                        <p:cTn id="54" dur="550" fill="hold"/>
                                        <p:tgtEl>
                                          <p:spTgt spid="12"/>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390"/>
                                  </p:stCondLst>
                                  <p:childTnLst>
                                    <p:set>
                                      <p:cBhvr>
                                        <p:cTn id="56" dur="1" fill="hold">
                                          <p:stCondLst>
                                            <p:cond delay="0"/>
                                          </p:stCondLst>
                                        </p:cTn>
                                        <p:tgtEl>
                                          <p:spTgt spid="13"/>
                                        </p:tgtEl>
                                        <p:attrNameLst>
                                          <p:attrName>style.visibility</p:attrName>
                                        </p:attrNameLst>
                                      </p:cBhvr>
                                      <p:to>
                                        <p:strVal val="visible"/>
                                      </p:to>
                                    </p:set>
                                    <p:animEffect transition="in" filter="fade">
                                      <p:cBhvr>
                                        <p:cTn id="57" dur="550"/>
                                        <p:tgtEl>
                                          <p:spTgt spid="13"/>
                                        </p:tgtEl>
                                      </p:cBhvr>
                                    </p:animEffect>
                                    <p:anim calcmode="lin" valueType="num">
                                      <p:cBhvr additive="base">
                                        <p:cTn id="58" dur="550" fill="hold"/>
                                        <p:tgtEl>
                                          <p:spTgt spid="13"/>
                                        </p:tgtEl>
                                        <p:attrNameLst>
                                          <p:attrName>ppt_x</p:attrName>
                                        </p:attrNameLst>
                                      </p:cBhvr>
                                      <p:tavLst>
                                        <p:tav tm="0">
                                          <p:val>
                                            <p:strVal val="#ppt_x"/>
                                          </p:val>
                                        </p:tav>
                                        <p:tav tm="100000">
                                          <p:val>
                                            <p:strVal val="#ppt_x"/>
                                          </p:val>
                                        </p:tav>
                                      </p:tavLst>
                                    </p:anim>
                                    <p:anim calcmode="lin" valueType="num">
                                      <p:cBhvr additive="base">
                                        <p:cTn id="59" dur="550" fill="hold"/>
                                        <p:tgtEl>
                                          <p:spTgt spid="13"/>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510"/>
                                  </p:stCondLst>
                                  <p:childTnLst>
                                    <p:set>
                                      <p:cBhvr>
                                        <p:cTn id="61" dur="1" fill="hold">
                                          <p:stCondLst>
                                            <p:cond delay="0"/>
                                          </p:stCondLst>
                                        </p:cTn>
                                        <p:tgtEl>
                                          <p:spTgt spid="14"/>
                                        </p:tgtEl>
                                        <p:attrNameLst>
                                          <p:attrName>style.visibility</p:attrName>
                                        </p:attrNameLst>
                                      </p:cBhvr>
                                      <p:to>
                                        <p:strVal val="visible"/>
                                      </p:to>
                                    </p:set>
                                    <p:animEffect transition="in" filter="fade">
                                      <p:cBhvr>
                                        <p:cTn id="62" dur="550"/>
                                        <p:tgtEl>
                                          <p:spTgt spid="14"/>
                                        </p:tgtEl>
                                      </p:cBhvr>
                                    </p:animEffect>
                                    <p:anim calcmode="lin" valueType="num">
                                      <p:cBhvr additive="base">
                                        <p:cTn id="63" dur="550" fill="hold"/>
                                        <p:tgtEl>
                                          <p:spTgt spid="14"/>
                                        </p:tgtEl>
                                        <p:attrNameLst>
                                          <p:attrName>ppt_x</p:attrName>
                                        </p:attrNameLst>
                                      </p:cBhvr>
                                      <p:tavLst>
                                        <p:tav tm="0">
                                          <p:val>
                                            <p:strVal val="#ppt_x"/>
                                          </p:val>
                                        </p:tav>
                                        <p:tav tm="100000">
                                          <p:val>
                                            <p:strVal val="#ppt_x"/>
                                          </p:val>
                                        </p:tav>
                                      </p:tavLst>
                                    </p:anim>
                                    <p:anim calcmode="lin" valueType="num">
                                      <p:cBhvr additive="base">
                                        <p:cTn id="64" dur="550" fill="hold"/>
                                        <p:tgtEl>
                                          <p:spTgt spid="14"/>
                                        </p:tgtEl>
                                        <p:attrNameLst>
                                          <p:attrName>ppt_y</p:attrName>
                                        </p:attrNameLst>
                                      </p:cBhvr>
                                      <p:tavLst>
                                        <p:tav tm="0">
                                          <p:val>
                                            <p:strVal val="#ppt_y+.1"/>
                                          </p:val>
                                        </p:tav>
                                        <p:tav tm="100000">
                                          <p:val>
                                            <p:strVal val="#ppt_y"/>
                                          </p:val>
                                        </p:tav>
                                      </p:tavLst>
                                    </p:anim>
                                  </p:childTnLst>
                                </p:cTn>
                              </p:par>
                              <p:par>
                                <p:cTn id="65" presetID="42" presetClass="entr" presetSubtype="0" fill="hold" nodeType="withEffect">
                                  <p:stCondLst>
                                    <p:cond delay="510"/>
                                  </p:stCondLst>
                                  <p:childTnLst>
                                    <p:set>
                                      <p:cBhvr>
                                        <p:cTn id="66" dur="1" fill="hold">
                                          <p:stCondLst>
                                            <p:cond delay="0"/>
                                          </p:stCondLst>
                                        </p:cTn>
                                        <p:tgtEl>
                                          <p:spTgt spid="15"/>
                                        </p:tgtEl>
                                        <p:attrNameLst>
                                          <p:attrName>style.visibility</p:attrName>
                                        </p:attrNameLst>
                                      </p:cBhvr>
                                      <p:to>
                                        <p:strVal val="visible"/>
                                      </p:to>
                                    </p:set>
                                    <p:animEffect transition="in" filter="fade">
                                      <p:cBhvr>
                                        <p:cTn id="67" dur="550"/>
                                        <p:tgtEl>
                                          <p:spTgt spid="15"/>
                                        </p:tgtEl>
                                      </p:cBhvr>
                                    </p:animEffect>
                                    <p:anim calcmode="lin" valueType="num">
                                      <p:cBhvr additive="base">
                                        <p:cTn id="68" dur="550" fill="hold"/>
                                        <p:tgtEl>
                                          <p:spTgt spid="15"/>
                                        </p:tgtEl>
                                        <p:attrNameLst>
                                          <p:attrName>ppt_x</p:attrName>
                                        </p:attrNameLst>
                                      </p:cBhvr>
                                      <p:tavLst>
                                        <p:tav tm="0">
                                          <p:val>
                                            <p:strVal val="#ppt_x"/>
                                          </p:val>
                                        </p:tav>
                                        <p:tav tm="100000">
                                          <p:val>
                                            <p:strVal val="#ppt_x"/>
                                          </p:val>
                                        </p:tav>
                                      </p:tavLst>
                                    </p:anim>
                                    <p:anim calcmode="lin" valueType="num">
                                      <p:cBhvr additive="base">
                                        <p:cTn id="69" dur="550" fill="hold"/>
                                        <p:tgtEl>
                                          <p:spTgt spid="15"/>
                                        </p:tgtEl>
                                        <p:attrNameLst>
                                          <p:attrName>ppt_y</p:attrName>
                                        </p:attrNameLst>
                                      </p:cBhvr>
                                      <p:tavLst>
                                        <p:tav tm="0">
                                          <p:val>
                                            <p:strVal val="#ppt_y+.1"/>
                                          </p:val>
                                        </p:tav>
                                        <p:tav tm="100000">
                                          <p:val>
                                            <p:strVal val="#ppt_y"/>
                                          </p:val>
                                        </p:tav>
                                      </p:tavLst>
                                    </p:anim>
                                  </p:childTnLst>
                                </p:cTn>
                              </p:par>
                              <p:par>
                                <p:cTn id="70" presetID="42" presetClass="entr" presetSubtype="0" fill="hold" nodeType="withEffect">
                                  <p:stCondLst>
                                    <p:cond delay="510"/>
                                  </p:stCondLst>
                                  <p:childTnLst>
                                    <p:set>
                                      <p:cBhvr>
                                        <p:cTn id="71" dur="1" fill="hold">
                                          <p:stCondLst>
                                            <p:cond delay="0"/>
                                          </p:stCondLst>
                                        </p:cTn>
                                        <p:tgtEl>
                                          <p:spTgt spid="16"/>
                                        </p:tgtEl>
                                        <p:attrNameLst>
                                          <p:attrName>style.visibility</p:attrName>
                                        </p:attrNameLst>
                                      </p:cBhvr>
                                      <p:to>
                                        <p:strVal val="visible"/>
                                      </p:to>
                                    </p:set>
                                    <p:animEffect transition="in" filter="fade">
                                      <p:cBhvr>
                                        <p:cTn id="72" dur="550"/>
                                        <p:tgtEl>
                                          <p:spTgt spid="16"/>
                                        </p:tgtEl>
                                      </p:cBhvr>
                                    </p:animEffect>
                                    <p:anim calcmode="lin" valueType="num">
                                      <p:cBhvr additive="base">
                                        <p:cTn id="73" dur="550" fill="hold"/>
                                        <p:tgtEl>
                                          <p:spTgt spid="16"/>
                                        </p:tgtEl>
                                        <p:attrNameLst>
                                          <p:attrName>ppt_x</p:attrName>
                                        </p:attrNameLst>
                                      </p:cBhvr>
                                      <p:tavLst>
                                        <p:tav tm="0">
                                          <p:val>
                                            <p:strVal val="#ppt_x"/>
                                          </p:val>
                                        </p:tav>
                                        <p:tav tm="100000">
                                          <p:val>
                                            <p:strVal val="#ppt_x"/>
                                          </p:val>
                                        </p:tav>
                                      </p:tavLst>
                                    </p:anim>
                                    <p:anim calcmode="lin" valueType="num">
                                      <p:cBhvr additive="base">
                                        <p:cTn id="74" dur="550" fill="hold"/>
                                        <p:tgtEl>
                                          <p:spTgt spid="16"/>
                                        </p:tgtEl>
                                        <p:attrNameLst>
                                          <p:attrName>ppt_y</p:attrName>
                                        </p:attrNameLst>
                                      </p:cBhvr>
                                      <p:tavLst>
                                        <p:tav tm="0">
                                          <p:val>
                                            <p:strVal val="#ppt_y+.1"/>
                                          </p:val>
                                        </p:tav>
                                        <p:tav tm="100000">
                                          <p:val>
                                            <p:strVal val="#ppt_y"/>
                                          </p:val>
                                        </p:tav>
                                      </p:tavLst>
                                    </p:anim>
                                  </p:childTnLst>
                                </p:cTn>
                              </p:par>
                              <p:par>
                                <p:cTn id="75" presetID="42" presetClass="entr" presetSubtype="0" fill="hold" nodeType="withEffect">
                                  <p:stCondLst>
                                    <p:cond delay="510"/>
                                  </p:stCondLst>
                                  <p:childTnLst>
                                    <p:set>
                                      <p:cBhvr>
                                        <p:cTn id="76" dur="1" fill="hold">
                                          <p:stCondLst>
                                            <p:cond delay="0"/>
                                          </p:stCondLst>
                                        </p:cTn>
                                        <p:tgtEl>
                                          <p:spTgt spid="17"/>
                                        </p:tgtEl>
                                        <p:attrNameLst>
                                          <p:attrName>style.visibility</p:attrName>
                                        </p:attrNameLst>
                                      </p:cBhvr>
                                      <p:to>
                                        <p:strVal val="visible"/>
                                      </p:to>
                                    </p:set>
                                    <p:animEffect transition="in" filter="fade">
                                      <p:cBhvr>
                                        <p:cTn id="77" dur="550"/>
                                        <p:tgtEl>
                                          <p:spTgt spid="17"/>
                                        </p:tgtEl>
                                      </p:cBhvr>
                                    </p:animEffect>
                                    <p:anim calcmode="lin" valueType="num">
                                      <p:cBhvr additive="base">
                                        <p:cTn id="78" dur="550" fill="hold"/>
                                        <p:tgtEl>
                                          <p:spTgt spid="17"/>
                                        </p:tgtEl>
                                        <p:attrNameLst>
                                          <p:attrName>ppt_x</p:attrName>
                                        </p:attrNameLst>
                                      </p:cBhvr>
                                      <p:tavLst>
                                        <p:tav tm="0">
                                          <p:val>
                                            <p:strVal val="#ppt_x"/>
                                          </p:val>
                                        </p:tav>
                                        <p:tav tm="100000">
                                          <p:val>
                                            <p:strVal val="#ppt_x"/>
                                          </p:val>
                                        </p:tav>
                                      </p:tavLst>
                                    </p:anim>
                                    <p:anim calcmode="lin" valueType="num">
                                      <p:cBhvr additive="base">
                                        <p:cTn id="79" dur="550" fill="hold"/>
                                        <p:tgtEl>
                                          <p:spTgt spid="17"/>
                                        </p:tgtEl>
                                        <p:attrNameLst>
                                          <p:attrName>ppt_y</p:attrName>
                                        </p:attrNameLst>
                                      </p:cBhvr>
                                      <p:tavLst>
                                        <p:tav tm="0">
                                          <p:val>
                                            <p:strVal val="#ppt_y+.1"/>
                                          </p:val>
                                        </p:tav>
                                        <p:tav tm="100000">
                                          <p:val>
                                            <p:strVal val="#ppt_y"/>
                                          </p:val>
                                        </p:tav>
                                      </p:tavLst>
                                    </p:anim>
                                  </p:childTnLst>
                                </p:cTn>
                              </p:par>
                              <p:par>
                                <p:cTn id="80" presetID="42" presetClass="entr" presetSubtype="0" fill="hold" nodeType="withEffect">
                                  <p:stCondLst>
                                    <p:cond delay="510"/>
                                  </p:stCondLst>
                                  <p:childTnLst>
                                    <p:set>
                                      <p:cBhvr>
                                        <p:cTn id="81" dur="1" fill="hold">
                                          <p:stCondLst>
                                            <p:cond delay="0"/>
                                          </p:stCondLst>
                                        </p:cTn>
                                        <p:tgtEl>
                                          <p:spTgt spid="18"/>
                                        </p:tgtEl>
                                        <p:attrNameLst>
                                          <p:attrName>style.visibility</p:attrName>
                                        </p:attrNameLst>
                                      </p:cBhvr>
                                      <p:to>
                                        <p:strVal val="visible"/>
                                      </p:to>
                                    </p:set>
                                    <p:animEffect transition="in" filter="fade">
                                      <p:cBhvr>
                                        <p:cTn id="82" dur="550"/>
                                        <p:tgtEl>
                                          <p:spTgt spid="18"/>
                                        </p:tgtEl>
                                      </p:cBhvr>
                                    </p:animEffect>
                                    <p:anim calcmode="lin" valueType="num">
                                      <p:cBhvr additive="base">
                                        <p:cTn id="83" dur="550" fill="hold"/>
                                        <p:tgtEl>
                                          <p:spTgt spid="18"/>
                                        </p:tgtEl>
                                        <p:attrNameLst>
                                          <p:attrName>ppt_x</p:attrName>
                                        </p:attrNameLst>
                                      </p:cBhvr>
                                      <p:tavLst>
                                        <p:tav tm="0">
                                          <p:val>
                                            <p:strVal val="#ppt_x"/>
                                          </p:val>
                                        </p:tav>
                                        <p:tav tm="100000">
                                          <p:val>
                                            <p:strVal val="#ppt_x"/>
                                          </p:val>
                                        </p:tav>
                                      </p:tavLst>
                                    </p:anim>
                                    <p:anim calcmode="lin" valueType="num">
                                      <p:cBhvr additive="base">
                                        <p:cTn id="84" dur="550" fill="hold"/>
                                        <p:tgtEl>
                                          <p:spTgt spid="18"/>
                                        </p:tgtEl>
                                        <p:attrNameLst>
                                          <p:attrName>ppt_y</p:attrName>
                                        </p:attrNameLst>
                                      </p:cBhvr>
                                      <p:tavLst>
                                        <p:tav tm="0">
                                          <p:val>
                                            <p:strVal val="#ppt_y+.1"/>
                                          </p:val>
                                        </p:tav>
                                        <p:tav tm="100000">
                                          <p:val>
                                            <p:strVal val="#ppt_y"/>
                                          </p:val>
                                        </p:tav>
                                      </p:tavLst>
                                    </p:anim>
                                  </p:childTnLst>
                                </p:cTn>
                              </p:par>
                              <p:par>
                                <p:cTn id="85" presetID="42" presetClass="entr" presetSubtype="0" fill="hold" nodeType="withEffect">
                                  <p:stCondLst>
                                    <p:cond delay="630"/>
                                  </p:stCondLst>
                                  <p:childTnLst>
                                    <p:set>
                                      <p:cBhvr>
                                        <p:cTn id="86" dur="1" fill="hold">
                                          <p:stCondLst>
                                            <p:cond delay="0"/>
                                          </p:stCondLst>
                                        </p:cTn>
                                        <p:tgtEl>
                                          <p:spTgt spid="19"/>
                                        </p:tgtEl>
                                        <p:attrNameLst>
                                          <p:attrName>style.visibility</p:attrName>
                                        </p:attrNameLst>
                                      </p:cBhvr>
                                      <p:to>
                                        <p:strVal val="visible"/>
                                      </p:to>
                                    </p:set>
                                    <p:animEffect transition="in" filter="fade">
                                      <p:cBhvr>
                                        <p:cTn id="87" dur="550"/>
                                        <p:tgtEl>
                                          <p:spTgt spid="19"/>
                                        </p:tgtEl>
                                      </p:cBhvr>
                                    </p:animEffect>
                                    <p:anim calcmode="lin" valueType="num">
                                      <p:cBhvr additive="base">
                                        <p:cTn id="88" dur="550" fill="hold"/>
                                        <p:tgtEl>
                                          <p:spTgt spid="19"/>
                                        </p:tgtEl>
                                        <p:attrNameLst>
                                          <p:attrName>ppt_x</p:attrName>
                                        </p:attrNameLst>
                                      </p:cBhvr>
                                      <p:tavLst>
                                        <p:tav tm="0">
                                          <p:val>
                                            <p:strVal val="#ppt_x"/>
                                          </p:val>
                                        </p:tav>
                                        <p:tav tm="100000">
                                          <p:val>
                                            <p:strVal val="#ppt_x"/>
                                          </p:val>
                                        </p:tav>
                                      </p:tavLst>
                                    </p:anim>
                                    <p:anim calcmode="lin" valueType="num">
                                      <p:cBhvr additive="base">
                                        <p:cTn id="89" dur="550" fill="hold"/>
                                        <p:tgtEl>
                                          <p:spTgt spid="19"/>
                                        </p:tgtEl>
                                        <p:attrNameLst>
                                          <p:attrName>ppt_y</p:attrName>
                                        </p:attrNameLst>
                                      </p:cBhvr>
                                      <p:tavLst>
                                        <p:tav tm="0">
                                          <p:val>
                                            <p:strVal val="#ppt_y+.1"/>
                                          </p:val>
                                        </p:tav>
                                        <p:tav tm="100000">
                                          <p:val>
                                            <p:strVal val="#ppt_y"/>
                                          </p:val>
                                        </p:tav>
                                      </p:tavLst>
                                    </p:anim>
                                  </p:childTnLst>
                                </p:cTn>
                              </p:par>
                              <p:par>
                                <p:cTn id="90" presetID="42" presetClass="entr" presetSubtype="0" fill="hold" nodeType="withEffect">
                                  <p:stCondLst>
                                    <p:cond delay="630"/>
                                  </p:stCondLst>
                                  <p:childTnLst>
                                    <p:set>
                                      <p:cBhvr>
                                        <p:cTn id="91" dur="1" fill="hold">
                                          <p:stCondLst>
                                            <p:cond delay="0"/>
                                          </p:stCondLst>
                                        </p:cTn>
                                        <p:tgtEl>
                                          <p:spTgt spid="20"/>
                                        </p:tgtEl>
                                        <p:attrNameLst>
                                          <p:attrName>style.visibility</p:attrName>
                                        </p:attrNameLst>
                                      </p:cBhvr>
                                      <p:to>
                                        <p:strVal val="visible"/>
                                      </p:to>
                                    </p:set>
                                    <p:animEffect transition="in" filter="fade">
                                      <p:cBhvr>
                                        <p:cTn id="92" dur="550"/>
                                        <p:tgtEl>
                                          <p:spTgt spid="20"/>
                                        </p:tgtEl>
                                      </p:cBhvr>
                                    </p:animEffect>
                                    <p:anim calcmode="lin" valueType="num">
                                      <p:cBhvr additive="base">
                                        <p:cTn id="93" dur="550" fill="hold"/>
                                        <p:tgtEl>
                                          <p:spTgt spid="20"/>
                                        </p:tgtEl>
                                        <p:attrNameLst>
                                          <p:attrName>ppt_x</p:attrName>
                                        </p:attrNameLst>
                                      </p:cBhvr>
                                      <p:tavLst>
                                        <p:tav tm="0">
                                          <p:val>
                                            <p:strVal val="#ppt_x"/>
                                          </p:val>
                                        </p:tav>
                                        <p:tav tm="100000">
                                          <p:val>
                                            <p:strVal val="#ppt_x"/>
                                          </p:val>
                                        </p:tav>
                                      </p:tavLst>
                                    </p:anim>
                                    <p:anim calcmode="lin" valueType="num">
                                      <p:cBhvr additive="base">
                                        <p:cTn id="94" dur="550" fill="hold"/>
                                        <p:tgtEl>
                                          <p:spTgt spid="20"/>
                                        </p:tgtEl>
                                        <p:attrNameLst>
                                          <p:attrName>ppt_y</p:attrName>
                                        </p:attrNameLst>
                                      </p:cBhvr>
                                      <p:tavLst>
                                        <p:tav tm="0">
                                          <p:val>
                                            <p:strVal val="#ppt_y+.1"/>
                                          </p:val>
                                        </p:tav>
                                        <p:tav tm="100000">
                                          <p:val>
                                            <p:strVal val="#ppt_y"/>
                                          </p:val>
                                        </p:tav>
                                      </p:tavLst>
                                    </p:anim>
                                  </p:childTnLst>
                                </p:cTn>
                              </p:par>
                              <p:par>
                                <p:cTn id="95" presetID="42" presetClass="entr" presetSubtype="0" fill="hold" nodeType="withEffect">
                                  <p:stCondLst>
                                    <p:cond delay="630"/>
                                  </p:stCondLst>
                                  <p:childTnLst>
                                    <p:set>
                                      <p:cBhvr>
                                        <p:cTn id="96" dur="1" fill="hold">
                                          <p:stCondLst>
                                            <p:cond delay="0"/>
                                          </p:stCondLst>
                                        </p:cTn>
                                        <p:tgtEl>
                                          <p:spTgt spid="21"/>
                                        </p:tgtEl>
                                        <p:attrNameLst>
                                          <p:attrName>style.visibility</p:attrName>
                                        </p:attrNameLst>
                                      </p:cBhvr>
                                      <p:to>
                                        <p:strVal val="visible"/>
                                      </p:to>
                                    </p:set>
                                    <p:animEffect transition="in" filter="fade">
                                      <p:cBhvr>
                                        <p:cTn id="97" dur="550"/>
                                        <p:tgtEl>
                                          <p:spTgt spid="21"/>
                                        </p:tgtEl>
                                      </p:cBhvr>
                                    </p:animEffect>
                                    <p:anim calcmode="lin" valueType="num">
                                      <p:cBhvr additive="base">
                                        <p:cTn id="98" dur="550" fill="hold"/>
                                        <p:tgtEl>
                                          <p:spTgt spid="21"/>
                                        </p:tgtEl>
                                        <p:attrNameLst>
                                          <p:attrName>ppt_x</p:attrName>
                                        </p:attrNameLst>
                                      </p:cBhvr>
                                      <p:tavLst>
                                        <p:tav tm="0">
                                          <p:val>
                                            <p:strVal val="#ppt_x"/>
                                          </p:val>
                                        </p:tav>
                                        <p:tav tm="100000">
                                          <p:val>
                                            <p:strVal val="#ppt_x"/>
                                          </p:val>
                                        </p:tav>
                                      </p:tavLst>
                                    </p:anim>
                                    <p:anim calcmode="lin" valueType="num">
                                      <p:cBhvr additive="base">
                                        <p:cTn id="99" dur="550" fill="hold"/>
                                        <p:tgtEl>
                                          <p:spTgt spid="21"/>
                                        </p:tgtEl>
                                        <p:attrNameLst>
                                          <p:attrName>ppt_y</p:attrName>
                                        </p:attrNameLst>
                                      </p:cBhvr>
                                      <p:tavLst>
                                        <p:tav tm="0">
                                          <p:val>
                                            <p:strVal val="#ppt_y+.1"/>
                                          </p:val>
                                        </p:tav>
                                        <p:tav tm="100000">
                                          <p:val>
                                            <p:strVal val="#ppt_y"/>
                                          </p:val>
                                        </p:tav>
                                      </p:tavLst>
                                    </p:anim>
                                  </p:childTnLst>
                                </p:cTn>
                              </p:par>
                              <p:par>
                                <p:cTn id="100" presetID="42" presetClass="entr" presetSubtype="0" fill="hold" nodeType="withEffect">
                                  <p:stCondLst>
                                    <p:cond delay="630"/>
                                  </p:stCondLst>
                                  <p:childTnLst>
                                    <p:set>
                                      <p:cBhvr>
                                        <p:cTn id="101" dur="1" fill="hold">
                                          <p:stCondLst>
                                            <p:cond delay="0"/>
                                          </p:stCondLst>
                                        </p:cTn>
                                        <p:tgtEl>
                                          <p:spTgt spid="22"/>
                                        </p:tgtEl>
                                        <p:attrNameLst>
                                          <p:attrName>style.visibility</p:attrName>
                                        </p:attrNameLst>
                                      </p:cBhvr>
                                      <p:to>
                                        <p:strVal val="visible"/>
                                      </p:to>
                                    </p:set>
                                    <p:animEffect transition="in" filter="fade">
                                      <p:cBhvr>
                                        <p:cTn id="102" dur="550"/>
                                        <p:tgtEl>
                                          <p:spTgt spid="22"/>
                                        </p:tgtEl>
                                      </p:cBhvr>
                                    </p:animEffect>
                                    <p:anim calcmode="lin" valueType="num">
                                      <p:cBhvr additive="base">
                                        <p:cTn id="103" dur="550" fill="hold"/>
                                        <p:tgtEl>
                                          <p:spTgt spid="22"/>
                                        </p:tgtEl>
                                        <p:attrNameLst>
                                          <p:attrName>ppt_x</p:attrName>
                                        </p:attrNameLst>
                                      </p:cBhvr>
                                      <p:tavLst>
                                        <p:tav tm="0">
                                          <p:val>
                                            <p:strVal val="#ppt_x"/>
                                          </p:val>
                                        </p:tav>
                                        <p:tav tm="100000">
                                          <p:val>
                                            <p:strVal val="#ppt_x"/>
                                          </p:val>
                                        </p:tav>
                                      </p:tavLst>
                                    </p:anim>
                                    <p:anim calcmode="lin" valueType="num">
                                      <p:cBhvr additive="base">
                                        <p:cTn id="104" dur="550" fill="hold"/>
                                        <p:tgtEl>
                                          <p:spTgt spid="22"/>
                                        </p:tgtEl>
                                        <p:attrNameLst>
                                          <p:attrName>ppt_y</p:attrName>
                                        </p:attrNameLst>
                                      </p:cBhvr>
                                      <p:tavLst>
                                        <p:tav tm="0">
                                          <p:val>
                                            <p:strVal val="#ppt_y+.1"/>
                                          </p:val>
                                        </p:tav>
                                        <p:tav tm="100000">
                                          <p:val>
                                            <p:strVal val="#ppt_y"/>
                                          </p:val>
                                        </p:tav>
                                      </p:tavLst>
                                    </p:anim>
                                  </p:childTnLst>
                                </p:cTn>
                              </p:par>
                              <p:par>
                                <p:cTn id="105" presetID="42" presetClass="entr" presetSubtype="0" fill="hold" nodeType="withEffect">
                                  <p:stCondLst>
                                    <p:cond delay="630"/>
                                  </p:stCondLst>
                                  <p:childTnLst>
                                    <p:set>
                                      <p:cBhvr>
                                        <p:cTn id="106" dur="1" fill="hold">
                                          <p:stCondLst>
                                            <p:cond delay="0"/>
                                          </p:stCondLst>
                                        </p:cTn>
                                        <p:tgtEl>
                                          <p:spTgt spid="23"/>
                                        </p:tgtEl>
                                        <p:attrNameLst>
                                          <p:attrName>style.visibility</p:attrName>
                                        </p:attrNameLst>
                                      </p:cBhvr>
                                      <p:to>
                                        <p:strVal val="visible"/>
                                      </p:to>
                                    </p:set>
                                    <p:animEffect transition="in" filter="fade">
                                      <p:cBhvr>
                                        <p:cTn id="107" dur="550"/>
                                        <p:tgtEl>
                                          <p:spTgt spid="23"/>
                                        </p:tgtEl>
                                      </p:cBhvr>
                                    </p:animEffect>
                                    <p:anim calcmode="lin" valueType="num">
                                      <p:cBhvr additive="base">
                                        <p:cTn id="108" dur="550" fill="hold"/>
                                        <p:tgtEl>
                                          <p:spTgt spid="23"/>
                                        </p:tgtEl>
                                        <p:attrNameLst>
                                          <p:attrName>ppt_x</p:attrName>
                                        </p:attrNameLst>
                                      </p:cBhvr>
                                      <p:tavLst>
                                        <p:tav tm="0">
                                          <p:val>
                                            <p:strVal val="#ppt_x"/>
                                          </p:val>
                                        </p:tav>
                                        <p:tav tm="100000">
                                          <p:val>
                                            <p:strVal val="#ppt_x"/>
                                          </p:val>
                                        </p:tav>
                                      </p:tavLst>
                                    </p:anim>
                                    <p:anim calcmode="lin" valueType="num">
                                      <p:cBhvr additive="base">
                                        <p:cTn id="109" dur="550" fill="hold"/>
                                        <p:tgtEl>
                                          <p:spTgt spid="23"/>
                                        </p:tgtEl>
                                        <p:attrNameLst>
                                          <p:attrName>ppt_y</p:attrName>
                                        </p:attrNameLst>
                                      </p:cBhvr>
                                      <p:tavLst>
                                        <p:tav tm="0">
                                          <p:val>
                                            <p:strVal val="#ppt_y+.1"/>
                                          </p:val>
                                        </p:tav>
                                        <p:tav tm="100000">
                                          <p:val>
                                            <p:strVal val="#ppt_y"/>
                                          </p:val>
                                        </p:tav>
                                      </p:tavLst>
                                    </p:anim>
                                  </p:childTnLst>
                                </p:cTn>
                              </p:par>
                              <p:par>
                                <p:cTn id="110" presetID="42" presetClass="entr" presetSubtype="0" fill="hold" nodeType="withEffect">
                                  <p:stCondLst>
                                    <p:cond delay="750"/>
                                  </p:stCondLst>
                                  <p:childTnLst>
                                    <p:set>
                                      <p:cBhvr>
                                        <p:cTn id="111" dur="1" fill="hold">
                                          <p:stCondLst>
                                            <p:cond delay="0"/>
                                          </p:stCondLst>
                                        </p:cTn>
                                        <p:tgtEl>
                                          <p:spTgt spid="24"/>
                                        </p:tgtEl>
                                        <p:attrNameLst>
                                          <p:attrName>style.visibility</p:attrName>
                                        </p:attrNameLst>
                                      </p:cBhvr>
                                      <p:to>
                                        <p:strVal val="visible"/>
                                      </p:to>
                                    </p:set>
                                    <p:animEffect transition="in" filter="fade">
                                      <p:cBhvr>
                                        <p:cTn id="112" dur="550"/>
                                        <p:tgtEl>
                                          <p:spTgt spid="24"/>
                                        </p:tgtEl>
                                      </p:cBhvr>
                                    </p:animEffect>
                                    <p:anim calcmode="lin" valueType="num">
                                      <p:cBhvr additive="base">
                                        <p:cTn id="113" dur="550" fill="hold"/>
                                        <p:tgtEl>
                                          <p:spTgt spid="24"/>
                                        </p:tgtEl>
                                        <p:attrNameLst>
                                          <p:attrName>ppt_x</p:attrName>
                                        </p:attrNameLst>
                                      </p:cBhvr>
                                      <p:tavLst>
                                        <p:tav tm="0">
                                          <p:val>
                                            <p:strVal val="#ppt_x"/>
                                          </p:val>
                                        </p:tav>
                                        <p:tav tm="100000">
                                          <p:val>
                                            <p:strVal val="#ppt_x"/>
                                          </p:val>
                                        </p:tav>
                                      </p:tavLst>
                                    </p:anim>
                                    <p:anim calcmode="lin" valueType="num">
                                      <p:cBhvr additive="base">
                                        <p:cTn id="114" dur="550" fill="hold"/>
                                        <p:tgtEl>
                                          <p:spTgt spid="24"/>
                                        </p:tgtEl>
                                        <p:attrNameLst>
                                          <p:attrName>ppt_y</p:attrName>
                                        </p:attrNameLst>
                                      </p:cBhvr>
                                      <p:tavLst>
                                        <p:tav tm="0">
                                          <p:val>
                                            <p:strVal val="#ppt_y+.1"/>
                                          </p:val>
                                        </p:tav>
                                        <p:tav tm="100000">
                                          <p:val>
                                            <p:strVal val="#ppt_y"/>
                                          </p:val>
                                        </p:tav>
                                      </p:tavLst>
                                    </p:anim>
                                  </p:childTnLst>
                                </p:cTn>
                              </p:par>
                              <p:par>
                                <p:cTn id="115" presetID="42" presetClass="entr" presetSubtype="0" fill="hold" nodeType="withEffect">
                                  <p:stCondLst>
                                    <p:cond delay="750"/>
                                  </p:stCondLst>
                                  <p:childTnLst>
                                    <p:set>
                                      <p:cBhvr>
                                        <p:cTn id="116" dur="1" fill="hold">
                                          <p:stCondLst>
                                            <p:cond delay="0"/>
                                          </p:stCondLst>
                                        </p:cTn>
                                        <p:tgtEl>
                                          <p:spTgt spid="25"/>
                                        </p:tgtEl>
                                        <p:attrNameLst>
                                          <p:attrName>style.visibility</p:attrName>
                                        </p:attrNameLst>
                                      </p:cBhvr>
                                      <p:to>
                                        <p:strVal val="visible"/>
                                      </p:to>
                                    </p:set>
                                    <p:animEffect transition="in" filter="fade">
                                      <p:cBhvr>
                                        <p:cTn id="117" dur="550"/>
                                        <p:tgtEl>
                                          <p:spTgt spid="25"/>
                                        </p:tgtEl>
                                      </p:cBhvr>
                                    </p:animEffect>
                                    <p:anim calcmode="lin" valueType="num">
                                      <p:cBhvr additive="base">
                                        <p:cTn id="118" dur="550" fill="hold"/>
                                        <p:tgtEl>
                                          <p:spTgt spid="25"/>
                                        </p:tgtEl>
                                        <p:attrNameLst>
                                          <p:attrName>ppt_x</p:attrName>
                                        </p:attrNameLst>
                                      </p:cBhvr>
                                      <p:tavLst>
                                        <p:tav tm="0">
                                          <p:val>
                                            <p:strVal val="#ppt_x"/>
                                          </p:val>
                                        </p:tav>
                                        <p:tav tm="100000">
                                          <p:val>
                                            <p:strVal val="#ppt_x"/>
                                          </p:val>
                                        </p:tav>
                                      </p:tavLst>
                                    </p:anim>
                                    <p:anim calcmode="lin" valueType="num">
                                      <p:cBhvr additive="base">
                                        <p:cTn id="119" dur="550" fill="hold"/>
                                        <p:tgtEl>
                                          <p:spTgt spid="25"/>
                                        </p:tgtEl>
                                        <p:attrNameLst>
                                          <p:attrName>ppt_y</p:attrName>
                                        </p:attrNameLst>
                                      </p:cBhvr>
                                      <p:tavLst>
                                        <p:tav tm="0">
                                          <p:val>
                                            <p:strVal val="#ppt_y+.1"/>
                                          </p:val>
                                        </p:tav>
                                        <p:tav tm="100000">
                                          <p:val>
                                            <p:strVal val="#ppt_y"/>
                                          </p:val>
                                        </p:tav>
                                      </p:tavLst>
                                    </p:anim>
                                  </p:childTnLst>
                                </p:cTn>
                              </p:par>
                              <p:par>
                                <p:cTn id="120" presetID="42" presetClass="entr" presetSubtype="0" fill="hold" nodeType="withEffect">
                                  <p:stCondLst>
                                    <p:cond delay="750"/>
                                  </p:stCondLst>
                                  <p:childTnLst>
                                    <p:set>
                                      <p:cBhvr>
                                        <p:cTn id="121" dur="1" fill="hold">
                                          <p:stCondLst>
                                            <p:cond delay="0"/>
                                          </p:stCondLst>
                                        </p:cTn>
                                        <p:tgtEl>
                                          <p:spTgt spid="26"/>
                                        </p:tgtEl>
                                        <p:attrNameLst>
                                          <p:attrName>style.visibility</p:attrName>
                                        </p:attrNameLst>
                                      </p:cBhvr>
                                      <p:to>
                                        <p:strVal val="visible"/>
                                      </p:to>
                                    </p:set>
                                    <p:animEffect transition="in" filter="fade">
                                      <p:cBhvr>
                                        <p:cTn id="122" dur="550"/>
                                        <p:tgtEl>
                                          <p:spTgt spid="26"/>
                                        </p:tgtEl>
                                      </p:cBhvr>
                                    </p:animEffect>
                                    <p:anim calcmode="lin" valueType="num">
                                      <p:cBhvr additive="base">
                                        <p:cTn id="123" dur="550" fill="hold"/>
                                        <p:tgtEl>
                                          <p:spTgt spid="26"/>
                                        </p:tgtEl>
                                        <p:attrNameLst>
                                          <p:attrName>ppt_x</p:attrName>
                                        </p:attrNameLst>
                                      </p:cBhvr>
                                      <p:tavLst>
                                        <p:tav tm="0">
                                          <p:val>
                                            <p:strVal val="#ppt_x"/>
                                          </p:val>
                                        </p:tav>
                                        <p:tav tm="100000">
                                          <p:val>
                                            <p:strVal val="#ppt_x"/>
                                          </p:val>
                                        </p:tav>
                                      </p:tavLst>
                                    </p:anim>
                                    <p:anim calcmode="lin" valueType="num">
                                      <p:cBhvr additive="base">
                                        <p:cTn id="124" dur="550" fill="hold"/>
                                        <p:tgtEl>
                                          <p:spTgt spid="26"/>
                                        </p:tgtEl>
                                        <p:attrNameLst>
                                          <p:attrName>ppt_y</p:attrName>
                                        </p:attrNameLst>
                                      </p:cBhvr>
                                      <p:tavLst>
                                        <p:tav tm="0">
                                          <p:val>
                                            <p:strVal val="#ppt_y+.1"/>
                                          </p:val>
                                        </p:tav>
                                        <p:tav tm="100000">
                                          <p:val>
                                            <p:strVal val="#ppt_y"/>
                                          </p:val>
                                        </p:tav>
                                      </p:tavLst>
                                    </p:anim>
                                  </p:childTnLst>
                                </p:cTn>
                              </p:par>
                              <p:par>
                                <p:cTn id="125" presetID="42" presetClass="entr" presetSubtype="0" fill="hold" nodeType="withEffect">
                                  <p:stCondLst>
                                    <p:cond delay="750"/>
                                  </p:stCondLst>
                                  <p:childTnLst>
                                    <p:set>
                                      <p:cBhvr>
                                        <p:cTn id="126" dur="1" fill="hold">
                                          <p:stCondLst>
                                            <p:cond delay="0"/>
                                          </p:stCondLst>
                                        </p:cTn>
                                        <p:tgtEl>
                                          <p:spTgt spid="27"/>
                                        </p:tgtEl>
                                        <p:attrNameLst>
                                          <p:attrName>style.visibility</p:attrName>
                                        </p:attrNameLst>
                                      </p:cBhvr>
                                      <p:to>
                                        <p:strVal val="visible"/>
                                      </p:to>
                                    </p:set>
                                    <p:animEffect transition="in" filter="fade">
                                      <p:cBhvr>
                                        <p:cTn id="127" dur="550"/>
                                        <p:tgtEl>
                                          <p:spTgt spid="27"/>
                                        </p:tgtEl>
                                      </p:cBhvr>
                                    </p:animEffect>
                                    <p:anim calcmode="lin" valueType="num">
                                      <p:cBhvr additive="base">
                                        <p:cTn id="128" dur="550" fill="hold"/>
                                        <p:tgtEl>
                                          <p:spTgt spid="27"/>
                                        </p:tgtEl>
                                        <p:attrNameLst>
                                          <p:attrName>ppt_x</p:attrName>
                                        </p:attrNameLst>
                                      </p:cBhvr>
                                      <p:tavLst>
                                        <p:tav tm="0">
                                          <p:val>
                                            <p:strVal val="#ppt_x"/>
                                          </p:val>
                                        </p:tav>
                                        <p:tav tm="100000">
                                          <p:val>
                                            <p:strVal val="#ppt_x"/>
                                          </p:val>
                                        </p:tav>
                                      </p:tavLst>
                                    </p:anim>
                                    <p:anim calcmode="lin" valueType="num">
                                      <p:cBhvr additive="base">
                                        <p:cTn id="129" dur="550" fill="hold"/>
                                        <p:tgtEl>
                                          <p:spTgt spid="27"/>
                                        </p:tgtEl>
                                        <p:attrNameLst>
                                          <p:attrName>ppt_y</p:attrName>
                                        </p:attrNameLst>
                                      </p:cBhvr>
                                      <p:tavLst>
                                        <p:tav tm="0">
                                          <p:val>
                                            <p:strVal val="#ppt_y+.1"/>
                                          </p:val>
                                        </p:tav>
                                        <p:tav tm="100000">
                                          <p:val>
                                            <p:strVal val="#ppt_y"/>
                                          </p:val>
                                        </p:tav>
                                      </p:tavLst>
                                    </p:anim>
                                  </p:childTnLst>
                                </p:cTn>
                              </p:par>
                              <p:par>
                                <p:cTn id="130" presetID="42" presetClass="entr" presetSubtype="0" fill="hold" nodeType="withEffect">
                                  <p:stCondLst>
                                    <p:cond delay="750"/>
                                  </p:stCondLst>
                                  <p:childTnLst>
                                    <p:set>
                                      <p:cBhvr>
                                        <p:cTn id="131" dur="1" fill="hold">
                                          <p:stCondLst>
                                            <p:cond delay="0"/>
                                          </p:stCondLst>
                                        </p:cTn>
                                        <p:tgtEl>
                                          <p:spTgt spid="28"/>
                                        </p:tgtEl>
                                        <p:attrNameLst>
                                          <p:attrName>style.visibility</p:attrName>
                                        </p:attrNameLst>
                                      </p:cBhvr>
                                      <p:to>
                                        <p:strVal val="visible"/>
                                      </p:to>
                                    </p:set>
                                    <p:animEffect transition="in" filter="fade">
                                      <p:cBhvr>
                                        <p:cTn id="132" dur="550"/>
                                        <p:tgtEl>
                                          <p:spTgt spid="28"/>
                                        </p:tgtEl>
                                      </p:cBhvr>
                                    </p:animEffect>
                                    <p:anim calcmode="lin" valueType="num">
                                      <p:cBhvr additive="base">
                                        <p:cTn id="133" dur="550" fill="hold"/>
                                        <p:tgtEl>
                                          <p:spTgt spid="28"/>
                                        </p:tgtEl>
                                        <p:attrNameLst>
                                          <p:attrName>ppt_x</p:attrName>
                                        </p:attrNameLst>
                                      </p:cBhvr>
                                      <p:tavLst>
                                        <p:tav tm="0">
                                          <p:val>
                                            <p:strVal val="#ppt_x"/>
                                          </p:val>
                                        </p:tav>
                                        <p:tav tm="100000">
                                          <p:val>
                                            <p:strVal val="#ppt_x"/>
                                          </p:val>
                                        </p:tav>
                                      </p:tavLst>
                                    </p:anim>
                                    <p:anim calcmode="lin" valueType="num">
                                      <p:cBhvr additive="base">
                                        <p:cTn id="134" dur="550" fill="hold"/>
                                        <p:tgtEl>
                                          <p:spTgt spid="28"/>
                                        </p:tgtEl>
                                        <p:attrNameLst>
                                          <p:attrName>ppt_y</p:attrName>
                                        </p:attrNameLst>
                                      </p:cBhvr>
                                      <p:tavLst>
                                        <p:tav tm="0">
                                          <p:val>
                                            <p:strVal val="#ppt_y+.1"/>
                                          </p:val>
                                        </p:tav>
                                        <p:tav tm="100000">
                                          <p:val>
                                            <p:strVal val="#ppt_y"/>
                                          </p:val>
                                        </p:tav>
                                      </p:tavLst>
                                    </p:anim>
                                  </p:childTnLst>
                                </p:cTn>
                              </p:par>
                              <p:par>
                                <p:cTn id="135" presetID="42" presetClass="entr" presetSubtype="0" fill="hold" nodeType="withEffect">
                                  <p:stCondLst>
                                    <p:cond delay="870"/>
                                  </p:stCondLst>
                                  <p:childTnLst>
                                    <p:set>
                                      <p:cBhvr>
                                        <p:cTn id="136" dur="1" fill="hold">
                                          <p:stCondLst>
                                            <p:cond delay="0"/>
                                          </p:stCondLst>
                                        </p:cTn>
                                        <p:tgtEl>
                                          <p:spTgt spid="29"/>
                                        </p:tgtEl>
                                        <p:attrNameLst>
                                          <p:attrName>style.visibility</p:attrName>
                                        </p:attrNameLst>
                                      </p:cBhvr>
                                      <p:to>
                                        <p:strVal val="visible"/>
                                      </p:to>
                                    </p:set>
                                    <p:animEffect transition="in" filter="fade">
                                      <p:cBhvr>
                                        <p:cTn id="137" dur="550"/>
                                        <p:tgtEl>
                                          <p:spTgt spid="29"/>
                                        </p:tgtEl>
                                      </p:cBhvr>
                                    </p:animEffect>
                                    <p:anim calcmode="lin" valueType="num">
                                      <p:cBhvr additive="base">
                                        <p:cTn id="138" dur="550" fill="hold"/>
                                        <p:tgtEl>
                                          <p:spTgt spid="29"/>
                                        </p:tgtEl>
                                        <p:attrNameLst>
                                          <p:attrName>ppt_x</p:attrName>
                                        </p:attrNameLst>
                                      </p:cBhvr>
                                      <p:tavLst>
                                        <p:tav tm="0">
                                          <p:val>
                                            <p:strVal val="#ppt_x"/>
                                          </p:val>
                                        </p:tav>
                                        <p:tav tm="100000">
                                          <p:val>
                                            <p:strVal val="#ppt_x"/>
                                          </p:val>
                                        </p:tav>
                                      </p:tavLst>
                                    </p:anim>
                                    <p:anim calcmode="lin" valueType="num">
                                      <p:cBhvr additive="base">
                                        <p:cTn id="139" dur="550" fill="hold"/>
                                        <p:tgtEl>
                                          <p:spTgt spid="29"/>
                                        </p:tgtEl>
                                        <p:attrNameLst>
                                          <p:attrName>ppt_y</p:attrName>
                                        </p:attrNameLst>
                                      </p:cBhvr>
                                      <p:tavLst>
                                        <p:tav tm="0">
                                          <p:val>
                                            <p:strVal val="#ppt_y+.1"/>
                                          </p:val>
                                        </p:tav>
                                        <p:tav tm="100000">
                                          <p:val>
                                            <p:strVal val="#ppt_y"/>
                                          </p:val>
                                        </p:tav>
                                      </p:tavLst>
                                    </p:anim>
                                  </p:childTnLst>
                                </p:cTn>
                              </p:par>
                              <p:par>
                                <p:cTn id="140" presetID="42" presetClass="entr" presetSubtype="0" fill="hold" nodeType="withEffect">
                                  <p:stCondLst>
                                    <p:cond delay="870"/>
                                  </p:stCondLst>
                                  <p:childTnLst>
                                    <p:set>
                                      <p:cBhvr>
                                        <p:cTn id="141" dur="1" fill="hold">
                                          <p:stCondLst>
                                            <p:cond delay="0"/>
                                          </p:stCondLst>
                                        </p:cTn>
                                        <p:tgtEl>
                                          <p:spTgt spid="30"/>
                                        </p:tgtEl>
                                        <p:attrNameLst>
                                          <p:attrName>style.visibility</p:attrName>
                                        </p:attrNameLst>
                                      </p:cBhvr>
                                      <p:to>
                                        <p:strVal val="visible"/>
                                      </p:to>
                                    </p:set>
                                    <p:animEffect transition="in" filter="fade">
                                      <p:cBhvr>
                                        <p:cTn id="142" dur="550"/>
                                        <p:tgtEl>
                                          <p:spTgt spid="30"/>
                                        </p:tgtEl>
                                      </p:cBhvr>
                                    </p:animEffect>
                                    <p:anim calcmode="lin" valueType="num">
                                      <p:cBhvr additive="base">
                                        <p:cTn id="143" dur="550" fill="hold"/>
                                        <p:tgtEl>
                                          <p:spTgt spid="30"/>
                                        </p:tgtEl>
                                        <p:attrNameLst>
                                          <p:attrName>ppt_x</p:attrName>
                                        </p:attrNameLst>
                                      </p:cBhvr>
                                      <p:tavLst>
                                        <p:tav tm="0">
                                          <p:val>
                                            <p:strVal val="#ppt_x"/>
                                          </p:val>
                                        </p:tav>
                                        <p:tav tm="100000">
                                          <p:val>
                                            <p:strVal val="#ppt_x"/>
                                          </p:val>
                                        </p:tav>
                                      </p:tavLst>
                                    </p:anim>
                                    <p:anim calcmode="lin" valueType="num">
                                      <p:cBhvr additive="base">
                                        <p:cTn id="144" dur="550" fill="hold"/>
                                        <p:tgtEl>
                                          <p:spTgt spid="30"/>
                                        </p:tgtEl>
                                        <p:attrNameLst>
                                          <p:attrName>ppt_y</p:attrName>
                                        </p:attrNameLst>
                                      </p:cBhvr>
                                      <p:tavLst>
                                        <p:tav tm="0">
                                          <p:val>
                                            <p:strVal val="#ppt_y+.1"/>
                                          </p:val>
                                        </p:tav>
                                        <p:tav tm="100000">
                                          <p:val>
                                            <p:strVal val="#ppt_y"/>
                                          </p:val>
                                        </p:tav>
                                      </p:tavLst>
                                    </p:anim>
                                  </p:childTnLst>
                                </p:cTn>
                              </p:par>
                              <p:par>
                                <p:cTn id="145" presetID="42" presetClass="entr" presetSubtype="0" fill="hold" nodeType="withEffect">
                                  <p:stCondLst>
                                    <p:cond delay="870"/>
                                  </p:stCondLst>
                                  <p:childTnLst>
                                    <p:set>
                                      <p:cBhvr>
                                        <p:cTn id="146" dur="1" fill="hold">
                                          <p:stCondLst>
                                            <p:cond delay="0"/>
                                          </p:stCondLst>
                                        </p:cTn>
                                        <p:tgtEl>
                                          <p:spTgt spid="31"/>
                                        </p:tgtEl>
                                        <p:attrNameLst>
                                          <p:attrName>style.visibility</p:attrName>
                                        </p:attrNameLst>
                                      </p:cBhvr>
                                      <p:to>
                                        <p:strVal val="visible"/>
                                      </p:to>
                                    </p:set>
                                    <p:animEffect transition="in" filter="fade">
                                      <p:cBhvr>
                                        <p:cTn id="147" dur="550"/>
                                        <p:tgtEl>
                                          <p:spTgt spid="31"/>
                                        </p:tgtEl>
                                      </p:cBhvr>
                                    </p:animEffect>
                                    <p:anim calcmode="lin" valueType="num">
                                      <p:cBhvr additive="base">
                                        <p:cTn id="148" dur="550" fill="hold"/>
                                        <p:tgtEl>
                                          <p:spTgt spid="31"/>
                                        </p:tgtEl>
                                        <p:attrNameLst>
                                          <p:attrName>ppt_x</p:attrName>
                                        </p:attrNameLst>
                                      </p:cBhvr>
                                      <p:tavLst>
                                        <p:tav tm="0">
                                          <p:val>
                                            <p:strVal val="#ppt_x"/>
                                          </p:val>
                                        </p:tav>
                                        <p:tav tm="100000">
                                          <p:val>
                                            <p:strVal val="#ppt_x"/>
                                          </p:val>
                                        </p:tav>
                                      </p:tavLst>
                                    </p:anim>
                                    <p:anim calcmode="lin" valueType="num">
                                      <p:cBhvr additive="base">
                                        <p:cTn id="149" dur="550" fill="hold"/>
                                        <p:tgtEl>
                                          <p:spTgt spid="31"/>
                                        </p:tgtEl>
                                        <p:attrNameLst>
                                          <p:attrName>ppt_y</p:attrName>
                                        </p:attrNameLst>
                                      </p:cBhvr>
                                      <p:tavLst>
                                        <p:tav tm="0">
                                          <p:val>
                                            <p:strVal val="#ppt_y+.1"/>
                                          </p:val>
                                        </p:tav>
                                        <p:tav tm="100000">
                                          <p:val>
                                            <p:strVal val="#ppt_y"/>
                                          </p:val>
                                        </p:tav>
                                      </p:tavLst>
                                    </p:anim>
                                  </p:childTnLst>
                                </p:cTn>
                              </p:par>
                              <p:par>
                                <p:cTn id="150" presetID="42" presetClass="entr" presetSubtype="0" fill="hold" nodeType="withEffect">
                                  <p:stCondLst>
                                    <p:cond delay="870"/>
                                  </p:stCondLst>
                                  <p:childTnLst>
                                    <p:set>
                                      <p:cBhvr>
                                        <p:cTn id="151" dur="1" fill="hold">
                                          <p:stCondLst>
                                            <p:cond delay="0"/>
                                          </p:stCondLst>
                                        </p:cTn>
                                        <p:tgtEl>
                                          <p:spTgt spid="32"/>
                                        </p:tgtEl>
                                        <p:attrNameLst>
                                          <p:attrName>style.visibility</p:attrName>
                                        </p:attrNameLst>
                                      </p:cBhvr>
                                      <p:to>
                                        <p:strVal val="visible"/>
                                      </p:to>
                                    </p:set>
                                    <p:animEffect transition="in" filter="fade">
                                      <p:cBhvr>
                                        <p:cTn id="152" dur="550"/>
                                        <p:tgtEl>
                                          <p:spTgt spid="32"/>
                                        </p:tgtEl>
                                      </p:cBhvr>
                                    </p:animEffect>
                                    <p:anim calcmode="lin" valueType="num">
                                      <p:cBhvr additive="base">
                                        <p:cTn id="153" dur="550" fill="hold"/>
                                        <p:tgtEl>
                                          <p:spTgt spid="32"/>
                                        </p:tgtEl>
                                        <p:attrNameLst>
                                          <p:attrName>ppt_x</p:attrName>
                                        </p:attrNameLst>
                                      </p:cBhvr>
                                      <p:tavLst>
                                        <p:tav tm="0">
                                          <p:val>
                                            <p:strVal val="#ppt_x"/>
                                          </p:val>
                                        </p:tav>
                                        <p:tav tm="100000">
                                          <p:val>
                                            <p:strVal val="#ppt_x"/>
                                          </p:val>
                                        </p:tav>
                                      </p:tavLst>
                                    </p:anim>
                                    <p:anim calcmode="lin" valueType="num">
                                      <p:cBhvr additive="base">
                                        <p:cTn id="154" dur="550" fill="hold"/>
                                        <p:tgtEl>
                                          <p:spTgt spid="32"/>
                                        </p:tgtEl>
                                        <p:attrNameLst>
                                          <p:attrName>ppt_y</p:attrName>
                                        </p:attrNameLst>
                                      </p:cBhvr>
                                      <p:tavLst>
                                        <p:tav tm="0">
                                          <p:val>
                                            <p:strVal val="#ppt_y+.1"/>
                                          </p:val>
                                        </p:tav>
                                        <p:tav tm="100000">
                                          <p:val>
                                            <p:strVal val="#ppt_y"/>
                                          </p:val>
                                        </p:tav>
                                      </p:tavLst>
                                    </p:anim>
                                  </p:childTnLst>
                                </p:cTn>
                              </p:par>
                              <p:par>
                                <p:cTn id="155" presetID="42" presetClass="entr" presetSubtype="0" fill="hold" nodeType="withEffect">
                                  <p:stCondLst>
                                    <p:cond delay="870"/>
                                  </p:stCondLst>
                                  <p:childTnLst>
                                    <p:set>
                                      <p:cBhvr>
                                        <p:cTn id="156" dur="1" fill="hold">
                                          <p:stCondLst>
                                            <p:cond delay="0"/>
                                          </p:stCondLst>
                                        </p:cTn>
                                        <p:tgtEl>
                                          <p:spTgt spid="33"/>
                                        </p:tgtEl>
                                        <p:attrNameLst>
                                          <p:attrName>style.visibility</p:attrName>
                                        </p:attrNameLst>
                                      </p:cBhvr>
                                      <p:to>
                                        <p:strVal val="visible"/>
                                      </p:to>
                                    </p:set>
                                    <p:animEffect transition="in" filter="fade">
                                      <p:cBhvr>
                                        <p:cTn id="157" dur="550"/>
                                        <p:tgtEl>
                                          <p:spTgt spid="33"/>
                                        </p:tgtEl>
                                      </p:cBhvr>
                                    </p:animEffect>
                                    <p:anim calcmode="lin" valueType="num">
                                      <p:cBhvr additive="base">
                                        <p:cTn id="158" dur="550" fill="hold"/>
                                        <p:tgtEl>
                                          <p:spTgt spid="33"/>
                                        </p:tgtEl>
                                        <p:attrNameLst>
                                          <p:attrName>ppt_x</p:attrName>
                                        </p:attrNameLst>
                                      </p:cBhvr>
                                      <p:tavLst>
                                        <p:tav tm="0">
                                          <p:val>
                                            <p:strVal val="#ppt_x"/>
                                          </p:val>
                                        </p:tav>
                                        <p:tav tm="100000">
                                          <p:val>
                                            <p:strVal val="#ppt_x"/>
                                          </p:val>
                                        </p:tav>
                                      </p:tavLst>
                                    </p:anim>
                                    <p:anim calcmode="lin" valueType="num">
                                      <p:cBhvr additive="base">
                                        <p:cTn id="159" dur="550" fill="hold"/>
                                        <p:tgtEl>
                                          <p:spTgt spid="33"/>
                                        </p:tgtEl>
                                        <p:attrNameLst>
                                          <p:attrName>ppt_y</p:attrName>
                                        </p:attrNameLst>
                                      </p:cBhvr>
                                      <p:tavLst>
                                        <p:tav tm="0">
                                          <p:val>
                                            <p:strVal val="#ppt_y+.1"/>
                                          </p:val>
                                        </p:tav>
                                        <p:tav tm="100000">
                                          <p:val>
                                            <p:strVal val="#ppt_y"/>
                                          </p:val>
                                        </p:tav>
                                      </p:tavLst>
                                    </p:anim>
                                  </p:childTnLst>
                                </p:cTn>
                              </p:par>
                              <p:par>
                                <p:cTn id="160" presetID="42" presetClass="entr" presetSubtype="0" fill="hold" nodeType="withEffect">
                                  <p:stCondLst>
                                    <p:cond delay="990"/>
                                  </p:stCondLst>
                                  <p:childTnLst>
                                    <p:set>
                                      <p:cBhvr>
                                        <p:cTn id="161" dur="1" fill="hold">
                                          <p:stCondLst>
                                            <p:cond delay="0"/>
                                          </p:stCondLst>
                                        </p:cTn>
                                        <p:tgtEl>
                                          <p:spTgt spid="34"/>
                                        </p:tgtEl>
                                        <p:attrNameLst>
                                          <p:attrName>style.visibility</p:attrName>
                                        </p:attrNameLst>
                                      </p:cBhvr>
                                      <p:to>
                                        <p:strVal val="visible"/>
                                      </p:to>
                                    </p:set>
                                    <p:animEffect transition="in" filter="fade">
                                      <p:cBhvr>
                                        <p:cTn id="162" dur="550"/>
                                        <p:tgtEl>
                                          <p:spTgt spid="34"/>
                                        </p:tgtEl>
                                      </p:cBhvr>
                                    </p:animEffect>
                                    <p:anim calcmode="lin" valueType="num">
                                      <p:cBhvr additive="base">
                                        <p:cTn id="163" dur="550" fill="hold"/>
                                        <p:tgtEl>
                                          <p:spTgt spid="34"/>
                                        </p:tgtEl>
                                        <p:attrNameLst>
                                          <p:attrName>ppt_x</p:attrName>
                                        </p:attrNameLst>
                                      </p:cBhvr>
                                      <p:tavLst>
                                        <p:tav tm="0">
                                          <p:val>
                                            <p:strVal val="#ppt_x"/>
                                          </p:val>
                                        </p:tav>
                                        <p:tav tm="100000">
                                          <p:val>
                                            <p:strVal val="#ppt_x"/>
                                          </p:val>
                                        </p:tav>
                                      </p:tavLst>
                                    </p:anim>
                                    <p:anim calcmode="lin" valueType="num">
                                      <p:cBhvr additive="base">
                                        <p:cTn id="164" dur="550" fill="hold"/>
                                        <p:tgtEl>
                                          <p:spTgt spid="34"/>
                                        </p:tgtEl>
                                        <p:attrNameLst>
                                          <p:attrName>ppt_y</p:attrName>
                                        </p:attrNameLst>
                                      </p:cBhvr>
                                      <p:tavLst>
                                        <p:tav tm="0">
                                          <p:val>
                                            <p:strVal val="#ppt_y+.1"/>
                                          </p:val>
                                        </p:tav>
                                        <p:tav tm="100000">
                                          <p:val>
                                            <p:strVal val="#ppt_y"/>
                                          </p:val>
                                        </p:tav>
                                      </p:tavLst>
                                    </p:anim>
                                  </p:childTnLst>
                                </p:cTn>
                              </p:par>
                              <p:par>
                                <p:cTn id="165" presetID="42" presetClass="entr" presetSubtype="0" fill="hold" nodeType="withEffect">
                                  <p:stCondLst>
                                    <p:cond delay="990"/>
                                  </p:stCondLst>
                                  <p:childTnLst>
                                    <p:set>
                                      <p:cBhvr>
                                        <p:cTn id="166" dur="1" fill="hold">
                                          <p:stCondLst>
                                            <p:cond delay="0"/>
                                          </p:stCondLst>
                                        </p:cTn>
                                        <p:tgtEl>
                                          <p:spTgt spid="35"/>
                                        </p:tgtEl>
                                        <p:attrNameLst>
                                          <p:attrName>style.visibility</p:attrName>
                                        </p:attrNameLst>
                                      </p:cBhvr>
                                      <p:to>
                                        <p:strVal val="visible"/>
                                      </p:to>
                                    </p:set>
                                    <p:animEffect transition="in" filter="fade">
                                      <p:cBhvr>
                                        <p:cTn id="167" dur="550"/>
                                        <p:tgtEl>
                                          <p:spTgt spid="35"/>
                                        </p:tgtEl>
                                      </p:cBhvr>
                                    </p:animEffect>
                                    <p:anim calcmode="lin" valueType="num">
                                      <p:cBhvr additive="base">
                                        <p:cTn id="168" dur="550" fill="hold"/>
                                        <p:tgtEl>
                                          <p:spTgt spid="35"/>
                                        </p:tgtEl>
                                        <p:attrNameLst>
                                          <p:attrName>ppt_x</p:attrName>
                                        </p:attrNameLst>
                                      </p:cBhvr>
                                      <p:tavLst>
                                        <p:tav tm="0">
                                          <p:val>
                                            <p:strVal val="#ppt_x"/>
                                          </p:val>
                                        </p:tav>
                                        <p:tav tm="100000">
                                          <p:val>
                                            <p:strVal val="#ppt_x"/>
                                          </p:val>
                                        </p:tav>
                                      </p:tavLst>
                                    </p:anim>
                                    <p:anim calcmode="lin" valueType="num">
                                      <p:cBhvr additive="base">
                                        <p:cTn id="169" dur="550" fill="hold"/>
                                        <p:tgtEl>
                                          <p:spTgt spid="35"/>
                                        </p:tgtEl>
                                        <p:attrNameLst>
                                          <p:attrName>ppt_y</p:attrName>
                                        </p:attrNameLst>
                                      </p:cBhvr>
                                      <p:tavLst>
                                        <p:tav tm="0">
                                          <p:val>
                                            <p:strVal val="#ppt_y+.1"/>
                                          </p:val>
                                        </p:tav>
                                        <p:tav tm="100000">
                                          <p:val>
                                            <p:strVal val="#ppt_y"/>
                                          </p:val>
                                        </p:tav>
                                      </p:tavLst>
                                    </p:anim>
                                  </p:childTnLst>
                                </p:cTn>
                              </p:par>
                              <p:par>
                                <p:cTn id="170" presetID="42" presetClass="entr" presetSubtype="0" fill="hold" nodeType="withEffect">
                                  <p:stCondLst>
                                    <p:cond delay="990"/>
                                  </p:stCondLst>
                                  <p:childTnLst>
                                    <p:set>
                                      <p:cBhvr>
                                        <p:cTn id="171" dur="1" fill="hold">
                                          <p:stCondLst>
                                            <p:cond delay="0"/>
                                          </p:stCondLst>
                                        </p:cTn>
                                        <p:tgtEl>
                                          <p:spTgt spid="36"/>
                                        </p:tgtEl>
                                        <p:attrNameLst>
                                          <p:attrName>style.visibility</p:attrName>
                                        </p:attrNameLst>
                                      </p:cBhvr>
                                      <p:to>
                                        <p:strVal val="visible"/>
                                      </p:to>
                                    </p:set>
                                    <p:animEffect transition="in" filter="fade">
                                      <p:cBhvr>
                                        <p:cTn id="172" dur="550"/>
                                        <p:tgtEl>
                                          <p:spTgt spid="36"/>
                                        </p:tgtEl>
                                      </p:cBhvr>
                                    </p:animEffect>
                                    <p:anim calcmode="lin" valueType="num">
                                      <p:cBhvr additive="base">
                                        <p:cTn id="173" dur="550" fill="hold"/>
                                        <p:tgtEl>
                                          <p:spTgt spid="36"/>
                                        </p:tgtEl>
                                        <p:attrNameLst>
                                          <p:attrName>ppt_x</p:attrName>
                                        </p:attrNameLst>
                                      </p:cBhvr>
                                      <p:tavLst>
                                        <p:tav tm="0">
                                          <p:val>
                                            <p:strVal val="#ppt_x"/>
                                          </p:val>
                                        </p:tav>
                                        <p:tav tm="100000">
                                          <p:val>
                                            <p:strVal val="#ppt_x"/>
                                          </p:val>
                                        </p:tav>
                                      </p:tavLst>
                                    </p:anim>
                                    <p:anim calcmode="lin" valueType="num">
                                      <p:cBhvr additive="base">
                                        <p:cTn id="174" dur="550" fill="hold"/>
                                        <p:tgtEl>
                                          <p:spTgt spid="36"/>
                                        </p:tgtEl>
                                        <p:attrNameLst>
                                          <p:attrName>ppt_y</p:attrName>
                                        </p:attrNameLst>
                                      </p:cBhvr>
                                      <p:tavLst>
                                        <p:tav tm="0">
                                          <p:val>
                                            <p:strVal val="#ppt_y+.1"/>
                                          </p:val>
                                        </p:tav>
                                        <p:tav tm="100000">
                                          <p:val>
                                            <p:strVal val="#ppt_y"/>
                                          </p:val>
                                        </p:tav>
                                      </p:tavLst>
                                    </p:anim>
                                  </p:childTnLst>
                                </p:cTn>
                              </p:par>
                              <p:par>
                                <p:cTn id="175" presetID="42" presetClass="entr" presetSubtype="0" fill="hold" nodeType="withEffect">
                                  <p:stCondLst>
                                    <p:cond delay="990"/>
                                  </p:stCondLst>
                                  <p:childTnLst>
                                    <p:set>
                                      <p:cBhvr>
                                        <p:cTn id="176" dur="1" fill="hold">
                                          <p:stCondLst>
                                            <p:cond delay="0"/>
                                          </p:stCondLst>
                                        </p:cTn>
                                        <p:tgtEl>
                                          <p:spTgt spid="37"/>
                                        </p:tgtEl>
                                        <p:attrNameLst>
                                          <p:attrName>style.visibility</p:attrName>
                                        </p:attrNameLst>
                                      </p:cBhvr>
                                      <p:to>
                                        <p:strVal val="visible"/>
                                      </p:to>
                                    </p:set>
                                    <p:animEffect transition="in" filter="fade">
                                      <p:cBhvr>
                                        <p:cTn id="177" dur="550"/>
                                        <p:tgtEl>
                                          <p:spTgt spid="37"/>
                                        </p:tgtEl>
                                      </p:cBhvr>
                                    </p:animEffect>
                                    <p:anim calcmode="lin" valueType="num">
                                      <p:cBhvr additive="base">
                                        <p:cTn id="178" dur="550" fill="hold"/>
                                        <p:tgtEl>
                                          <p:spTgt spid="37"/>
                                        </p:tgtEl>
                                        <p:attrNameLst>
                                          <p:attrName>ppt_x</p:attrName>
                                        </p:attrNameLst>
                                      </p:cBhvr>
                                      <p:tavLst>
                                        <p:tav tm="0">
                                          <p:val>
                                            <p:strVal val="#ppt_x"/>
                                          </p:val>
                                        </p:tav>
                                        <p:tav tm="100000">
                                          <p:val>
                                            <p:strVal val="#ppt_x"/>
                                          </p:val>
                                        </p:tav>
                                      </p:tavLst>
                                    </p:anim>
                                    <p:anim calcmode="lin" valueType="num">
                                      <p:cBhvr additive="base">
                                        <p:cTn id="179" dur="550" fill="hold"/>
                                        <p:tgtEl>
                                          <p:spTgt spid="37"/>
                                        </p:tgtEl>
                                        <p:attrNameLst>
                                          <p:attrName>ppt_y</p:attrName>
                                        </p:attrNameLst>
                                      </p:cBhvr>
                                      <p:tavLst>
                                        <p:tav tm="0">
                                          <p:val>
                                            <p:strVal val="#ppt_y+.1"/>
                                          </p:val>
                                        </p:tav>
                                        <p:tav tm="100000">
                                          <p:val>
                                            <p:strVal val="#ppt_y"/>
                                          </p:val>
                                        </p:tav>
                                      </p:tavLst>
                                    </p:anim>
                                  </p:childTnLst>
                                </p:cTn>
                              </p:par>
                              <p:par>
                                <p:cTn id="180" presetID="42" presetClass="entr" presetSubtype="0" fill="hold" nodeType="withEffect">
                                  <p:stCondLst>
                                    <p:cond delay="990"/>
                                  </p:stCondLst>
                                  <p:childTnLst>
                                    <p:set>
                                      <p:cBhvr>
                                        <p:cTn id="181" dur="1" fill="hold">
                                          <p:stCondLst>
                                            <p:cond delay="0"/>
                                          </p:stCondLst>
                                        </p:cTn>
                                        <p:tgtEl>
                                          <p:spTgt spid="38"/>
                                        </p:tgtEl>
                                        <p:attrNameLst>
                                          <p:attrName>style.visibility</p:attrName>
                                        </p:attrNameLst>
                                      </p:cBhvr>
                                      <p:to>
                                        <p:strVal val="visible"/>
                                      </p:to>
                                    </p:set>
                                    <p:animEffect transition="in" filter="fade">
                                      <p:cBhvr>
                                        <p:cTn id="182" dur="550"/>
                                        <p:tgtEl>
                                          <p:spTgt spid="38"/>
                                        </p:tgtEl>
                                      </p:cBhvr>
                                    </p:animEffect>
                                    <p:anim calcmode="lin" valueType="num">
                                      <p:cBhvr additive="base">
                                        <p:cTn id="183" dur="550" fill="hold"/>
                                        <p:tgtEl>
                                          <p:spTgt spid="38"/>
                                        </p:tgtEl>
                                        <p:attrNameLst>
                                          <p:attrName>ppt_x</p:attrName>
                                        </p:attrNameLst>
                                      </p:cBhvr>
                                      <p:tavLst>
                                        <p:tav tm="0">
                                          <p:val>
                                            <p:strVal val="#ppt_x"/>
                                          </p:val>
                                        </p:tav>
                                        <p:tav tm="100000">
                                          <p:val>
                                            <p:strVal val="#ppt_x"/>
                                          </p:val>
                                        </p:tav>
                                      </p:tavLst>
                                    </p:anim>
                                    <p:anim calcmode="lin" valueType="num">
                                      <p:cBhvr additive="base">
                                        <p:cTn id="184" dur="550" fill="hold"/>
                                        <p:tgtEl>
                                          <p:spTgt spid="3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2F1F8"/>
        </a:solidFill>
      </p:bgPr>
    </p:bg>
    <p:spTree>
      <p:nvGrpSpPr>
        <p:cNvPr id="1" name=""/>
        <p:cNvGrpSpPr/>
        <p:nvPr/>
      </p:nvGrpSpPr>
      <p:grpSpPr>
        <a:xfrm>
          <a:off x="0" y="0"/>
          <a:ext cx="0" cy="0"/>
          <a:chOff x="0" y="0"/>
          <a:chExt cx="0" cy="0"/>
        </a:xfrm>
      </p:grpSpPr>
      <p:sp>
        <p:nvSpPr>
          <p:cNvPr id="2" name="anim:0:zoom:0"/>
          <p:cNvSpPr txBox="1"/>
          <p:nvPr/>
        </p:nvSpPr>
        <p:spPr>
          <a:xfrm rot="-180000">
            <a:off x="548640" y="320040"/>
            <a:ext cx="1527048" cy="384048"/>
          </a:xfrm>
          <a:prstGeom prst="roundRect">
            <a:avLst>
              <a:gd name="adj" fmla="val 19048"/>
            </a:avLst>
          </a:prstGeom>
          <a:solidFill>
            <a:srgbClr val="FFE600"/>
          </a:solidFill>
          <a:ln w="25400">
            <a:solidFill>
              <a:srgbClr val="000000"/>
            </a:solidFill>
          </a:ln>
          <a:effectLst>
            <a:outerShdw sx="100000" sy="100000" kx="0" ky="0" algn="bl" rotWithShape="0" blurRad="101600" dist="38100" dir="2700000">
              <a:srgbClr val="000000">
                <a:alpha val="100000"/>
              </a:srgbClr>
            </a:outerShdw>
          </a:effectLst>
        </p:spPr>
        <p:txBody>
          <a:bodyPr wrap="square" lIns="0" tIns="0" rIns="0" bIns="0"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CHAPTER 1</a:t>
            </a:r>
            <a:endParaRPr lang="en-US" sz="1200" dirty="0"/>
          </a:p>
        </p:txBody>
      </p:sp>
      <p:sp>
        <p:nvSpPr>
          <p:cNvPr id="3" name="Text 1"/>
          <p:cNvSpPr txBox="1"/>
          <p:nvPr/>
        </p:nvSpPr>
        <p:spPr>
          <a:xfrm>
            <a:off x="548640" y="822960"/>
            <a:ext cx="11064240" cy="685800"/>
          </a:xfrm>
          <a:prstGeom prst="rect">
            <a:avLst/>
          </a:prstGeom>
          <a:noFill/>
          <a:ln/>
        </p:spPr>
        <p:txBody>
          <a:bodyPr wrap="square" lIns="0" tIns="0" rIns="0" bIns="0" rtlCol="0" anchor="ctr"/>
          <a:lstStyle/>
          <a:p>
            <a:pPr indent="0" marL="0">
              <a:buNone/>
            </a:pPr>
            <a:r>
              <a:rPr lang="en-US" sz="3200" b="1" dirty="0">
                <a:solidFill>
                  <a:srgbClr val="000000"/>
                </a:solidFill>
                <a:latin typeface="Arial" pitchFamily="34" charset="0"/>
                <a:ea typeface="Arial" pitchFamily="34" charset="-122"/>
                <a:cs typeface="Arial" pitchFamily="34" charset="-120"/>
              </a:rPr>
              <a:t>THEORETICAL FRAMEWORK</a:t>
            </a:r>
            <a:endParaRPr lang="en-US" sz="3200" dirty="0"/>
          </a:p>
        </p:txBody>
      </p:sp>
      <p:sp>
        <p:nvSpPr>
          <p:cNvPr id="4" name="Text 2"/>
          <p:cNvSpPr txBox="1"/>
          <p:nvPr/>
        </p:nvSpPr>
        <p:spPr>
          <a:xfrm>
            <a:off x="548640" y="1481328"/>
            <a:ext cx="11064240" cy="365760"/>
          </a:xfrm>
          <a:prstGeom prst="rect">
            <a:avLst/>
          </a:prstGeom>
          <a:noFill/>
          <a:ln/>
        </p:spPr>
        <p:txBody>
          <a:bodyPr wrap="square" lIns="0" tIns="0" rIns="0" bIns="0" rtlCol="0" anchor="t"/>
          <a:lstStyle/>
          <a:p>
            <a:pPr indent="0" marL="0">
              <a:buNone/>
            </a:pPr>
            <a:r>
              <a:rPr lang="en-US" sz="1500" dirty="0">
                <a:solidFill>
                  <a:srgbClr val="333333"/>
                </a:solidFill>
                <a:latin typeface="Arial" pitchFamily="34" charset="0"/>
                <a:ea typeface="Arial" pitchFamily="34" charset="-122"/>
                <a:cs typeface="Arial" pitchFamily="34" charset="-120"/>
              </a:rPr>
              <a:t>Four theories and models the study stands on</a:t>
            </a:r>
            <a:endParaRPr lang="en-US" sz="1500" dirty="0"/>
          </a:p>
        </p:txBody>
      </p:sp>
      <p:sp>
        <p:nvSpPr>
          <p:cNvPr id="5" name="anim:1:zoom:0"/>
          <p:cNvSpPr txBox="1"/>
          <p:nvPr/>
        </p:nvSpPr>
        <p:spPr>
          <a:xfrm>
            <a:off x="4636008" y="3246120"/>
            <a:ext cx="2926080" cy="1463040"/>
          </a:xfrm>
          <a:prstGeom prst="roundRect">
            <a:avLst>
              <a:gd name="adj" fmla="val 7500"/>
            </a:avLst>
          </a:prstGeom>
          <a:solidFill>
            <a:srgbClr val="1E50FF"/>
          </a:solidFill>
          <a:ln w="38100">
            <a:solidFill>
              <a:srgbClr val="000000"/>
            </a:solidFill>
          </a:ln>
          <a:effectLst>
            <a:outerShdw sx="100000" sy="100000" kx="0" ky="0" algn="bl" rotWithShape="0" blurRad="101600" dist="88900" dir="2700000">
              <a:srgbClr val="000000">
                <a:alpha val="100000"/>
              </a:srgbClr>
            </a:outerShdw>
          </a:effectLst>
        </p:spPr>
        <p:txBody>
          <a:bodyPr wrap="square" lIns="127000" tIns="127000" rIns="127000" bIns="12700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BARBERBOOK PH</a:t>
            </a:r>
            <a:endParaRPr lang="en-US" sz="2000" dirty="0"/>
          </a:p>
          <a:p>
            <a:pPr algn="ctr" indent="0" marL="0">
              <a:buNone/>
            </a:pPr>
            <a:r>
              <a:rPr lang="en-US" sz="1150" dirty="0">
                <a:solidFill>
                  <a:srgbClr val="FFFFFF"/>
                </a:solidFill>
                <a:latin typeface="Arial" pitchFamily="34" charset="0"/>
                <a:ea typeface="Arial" pitchFamily="34" charset="-122"/>
                <a:cs typeface="Arial" pitchFamily="34" charset="-120"/>
              </a:rPr>
              <a:t>Online Appointment and Haircut Preference System</a:t>
            </a:r>
            <a:endParaRPr lang="en-US" sz="2000" dirty="0"/>
          </a:p>
        </p:txBody>
      </p:sp>
      <p:sp>
        <p:nvSpPr>
          <p:cNvPr id="6" name="anim:2:float:0"/>
          <p:cNvSpPr/>
          <p:nvPr/>
        </p:nvSpPr>
        <p:spPr>
          <a:xfrm>
            <a:off x="548640" y="2011680"/>
            <a:ext cx="3383280" cy="1417320"/>
          </a:xfrm>
          <a:prstGeom prst="roundRect">
            <a:avLst>
              <a:gd name="adj" fmla="val 7742"/>
            </a:avLst>
          </a:prstGeom>
          <a:solidFill>
            <a:srgbClr val="FFE600"/>
          </a:solidFill>
          <a:ln w="28575">
            <a:solidFill>
              <a:srgbClr val="000000"/>
            </a:solidFill>
            <a:prstDash val="solid"/>
          </a:ln>
          <a:effectLst>
            <a:outerShdw sx="100000" sy="100000" kx="0" ky="0" algn="bl" rotWithShape="0" blurRad="101600" dist="63500" dir="2700000">
              <a:srgbClr val="000000">
                <a:alpha val="100000"/>
              </a:srgbClr>
            </a:outerShdw>
          </a:effectLst>
        </p:spPr>
      </p:sp>
      <p:sp>
        <p:nvSpPr>
          <p:cNvPr id="7" name="anim:2:float:0"/>
          <p:cNvSpPr txBox="1"/>
          <p:nvPr/>
        </p:nvSpPr>
        <p:spPr>
          <a:xfrm>
            <a:off x="731520" y="2121408"/>
            <a:ext cx="3017520" cy="1197864"/>
          </a:xfrm>
          <a:prstGeom prst="rect">
            <a:avLst/>
          </a:prstGeom>
          <a:noFill/>
          <a:ln/>
        </p:spPr>
        <p:txBody>
          <a:bodyPr wrap="square" lIns="0" tIns="0" rIns="0" bIns="0" rtlCol="0" anchor="ctr"/>
          <a:lstStyle/>
          <a:p>
            <a:pPr indent="0" marL="0">
              <a:buNone/>
            </a:pPr>
            <a:r>
              <a:rPr lang="en-US" sz="1400" b="1" dirty="0">
                <a:solidFill>
                  <a:srgbClr val="000000"/>
                </a:solidFill>
                <a:latin typeface="Arial" pitchFamily="34" charset="0"/>
                <a:ea typeface="Arial" pitchFamily="34" charset="-122"/>
                <a:cs typeface="Arial" pitchFamily="34" charset="-120"/>
              </a:rPr>
              <a:t>TECHNOLOGY ACCEPTANCE MODEL</a:t>
            </a:r>
            <a:endParaRPr lang="en-US" sz="1400" dirty="0"/>
          </a:p>
          <a:p>
            <a:pPr indent="0" marL="0">
              <a:buNone/>
            </a:pPr>
            <a:r>
              <a:rPr lang="en-US" sz="1100" i="1" dirty="0">
                <a:solidFill>
                  <a:srgbClr val="333333"/>
                </a:solidFill>
                <a:latin typeface="Arial" pitchFamily="34" charset="0"/>
                <a:ea typeface="Arial" pitchFamily="34" charset="-122"/>
                <a:cs typeface="Arial" pitchFamily="34" charset="-120"/>
              </a:rPr>
              <a:t>Davis (1989); Venkatesh et al. (2003)</a:t>
            </a:r>
            <a:endParaRPr lang="en-US" sz="1400" dirty="0"/>
          </a:p>
          <a:p>
            <a:pPr indent="0" marL="0">
              <a:buNone/>
            </a:pPr>
            <a:r>
              <a:rPr lang="en-US" sz="1350" dirty="0">
                <a:solidFill>
                  <a:srgbClr val="000000"/>
                </a:solidFill>
                <a:latin typeface="Arial" pitchFamily="34" charset="0"/>
                <a:ea typeface="Arial" pitchFamily="34" charset="-122"/>
                <a:cs typeface="Arial" pitchFamily="34" charset="-120"/>
              </a:rPr>
              <a:t>People use it if it is useful and easy to use.</a:t>
            </a:r>
            <a:endParaRPr lang="en-US" sz="1400" dirty="0"/>
          </a:p>
        </p:txBody>
      </p:sp>
      <p:sp>
        <p:nvSpPr>
          <p:cNvPr id="8" name="anim:2:wipe:1"/>
          <p:cNvSpPr/>
          <p:nvPr/>
        </p:nvSpPr>
        <p:spPr>
          <a:xfrm>
            <a:off x="3931920" y="2720340"/>
            <a:ext cx="658368" cy="845820"/>
          </a:xfrm>
          <a:prstGeom prst="line">
            <a:avLst/>
          </a:prstGeom>
          <a:noFill/>
          <a:ln w="38100">
            <a:solidFill>
              <a:srgbClr val="000000"/>
            </a:solidFill>
            <a:prstDash val="solid"/>
            <a:tailEnd type="triangle"/>
          </a:ln>
        </p:spPr>
      </p:sp>
      <p:sp>
        <p:nvSpPr>
          <p:cNvPr id="9" name="anim:3:float:0"/>
          <p:cNvSpPr/>
          <p:nvPr/>
        </p:nvSpPr>
        <p:spPr>
          <a:xfrm>
            <a:off x="8257032" y="2011680"/>
            <a:ext cx="3383280" cy="1417320"/>
          </a:xfrm>
          <a:prstGeom prst="roundRect">
            <a:avLst>
              <a:gd name="adj" fmla="val 7742"/>
            </a:avLst>
          </a:prstGeom>
          <a:solidFill>
            <a:srgbClr val="FFFFFF"/>
          </a:solidFill>
          <a:ln w="28575">
            <a:solidFill>
              <a:srgbClr val="000000"/>
            </a:solidFill>
            <a:prstDash val="solid"/>
          </a:ln>
          <a:effectLst>
            <a:outerShdw sx="100000" sy="100000" kx="0" ky="0" algn="bl" rotWithShape="0" blurRad="101600" dist="63500" dir="2700000">
              <a:srgbClr val="000000">
                <a:alpha val="100000"/>
              </a:srgbClr>
            </a:outerShdw>
          </a:effectLst>
        </p:spPr>
      </p:sp>
      <p:sp>
        <p:nvSpPr>
          <p:cNvPr id="10" name="anim:3:float:0"/>
          <p:cNvSpPr txBox="1"/>
          <p:nvPr/>
        </p:nvSpPr>
        <p:spPr>
          <a:xfrm>
            <a:off x="8439912" y="2121408"/>
            <a:ext cx="3017520" cy="1197864"/>
          </a:xfrm>
          <a:prstGeom prst="rect">
            <a:avLst/>
          </a:prstGeom>
          <a:noFill/>
          <a:ln/>
        </p:spPr>
        <p:txBody>
          <a:bodyPr wrap="square" lIns="0" tIns="0" rIns="0" bIns="0" rtlCol="0" anchor="ctr"/>
          <a:lstStyle/>
          <a:p>
            <a:pPr indent="0" marL="0">
              <a:buNone/>
            </a:pPr>
            <a:r>
              <a:rPr lang="en-US" sz="1400" b="1" dirty="0">
                <a:solidFill>
                  <a:srgbClr val="000000"/>
                </a:solidFill>
                <a:latin typeface="Arial" pitchFamily="34" charset="0"/>
                <a:ea typeface="Arial" pitchFamily="34" charset="-122"/>
                <a:cs typeface="Arial" pitchFamily="34" charset="-120"/>
              </a:rPr>
              <a:t>DELONE &amp; MCLEAN IS SUCCESS</a:t>
            </a:r>
            <a:endParaRPr lang="en-US" sz="1400" dirty="0"/>
          </a:p>
          <a:p>
            <a:pPr indent="0" marL="0">
              <a:buNone/>
            </a:pPr>
            <a:r>
              <a:rPr lang="en-US" sz="1100" i="1" dirty="0">
                <a:solidFill>
                  <a:srgbClr val="333333"/>
                </a:solidFill>
                <a:latin typeface="Arial" pitchFamily="34" charset="0"/>
                <a:ea typeface="Arial" pitchFamily="34" charset="-122"/>
                <a:cs typeface="Arial" pitchFamily="34" charset="-120"/>
              </a:rPr>
              <a:t>DeLone and McLean (2003)</a:t>
            </a:r>
            <a:endParaRPr lang="en-US" sz="1400" dirty="0"/>
          </a:p>
          <a:p>
            <a:pPr indent="0" marL="0">
              <a:buNone/>
            </a:pPr>
            <a:r>
              <a:rPr lang="en-US" sz="1350" dirty="0">
                <a:solidFill>
                  <a:srgbClr val="000000"/>
                </a:solidFill>
                <a:latin typeface="Arial" pitchFamily="34" charset="0"/>
                <a:ea typeface="Arial" pitchFamily="34" charset="-122"/>
                <a:cs typeface="Arial" pitchFamily="34" charset="-120"/>
              </a:rPr>
              <a:t>Quality leads to use, satisfaction, and net benefits.</a:t>
            </a:r>
            <a:endParaRPr lang="en-US" sz="1400" dirty="0"/>
          </a:p>
        </p:txBody>
      </p:sp>
      <p:sp>
        <p:nvSpPr>
          <p:cNvPr id="11" name="anim:3:wipe:1"/>
          <p:cNvSpPr/>
          <p:nvPr/>
        </p:nvSpPr>
        <p:spPr>
          <a:xfrm flipH="1">
            <a:off x="7607808" y="2720340"/>
            <a:ext cx="649224" cy="845820"/>
          </a:xfrm>
          <a:prstGeom prst="line">
            <a:avLst/>
          </a:prstGeom>
          <a:noFill/>
          <a:ln w="38100">
            <a:solidFill>
              <a:srgbClr val="000000"/>
            </a:solidFill>
            <a:prstDash val="solid"/>
            <a:tailEnd type="triangle"/>
          </a:ln>
        </p:spPr>
      </p:sp>
      <p:sp>
        <p:nvSpPr>
          <p:cNvPr id="12" name="anim:4:float:0"/>
          <p:cNvSpPr/>
          <p:nvPr/>
        </p:nvSpPr>
        <p:spPr>
          <a:xfrm>
            <a:off x="548640" y="4617720"/>
            <a:ext cx="3383280" cy="1417320"/>
          </a:xfrm>
          <a:prstGeom prst="roundRect">
            <a:avLst>
              <a:gd name="adj" fmla="val 7742"/>
            </a:avLst>
          </a:prstGeom>
          <a:solidFill>
            <a:srgbClr val="FFFFFF"/>
          </a:solidFill>
          <a:ln w="28575">
            <a:solidFill>
              <a:srgbClr val="000000"/>
            </a:solidFill>
            <a:prstDash val="solid"/>
          </a:ln>
          <a:effectLst>
            <a:outerShdw sx="100000" sy="100000" kx="0" ky="0" algn="bl" rotWithShape="0" blurRad="101600" dist="63500" dir="2700000">
              <a:srgbClr val="000000">
                <a:alpha val="100000"/>
              </a:srgbClr>
            </a:outerShdw>
          </a:effectLst>
        </p:spPr>
      </p:sp>
      <p:sp>
        <p:nvSpPr>
          <p:cNvPr id="13" name="anim:4:float:0"/>
          <p:cNvSpPr txBox="1"/>
          <p:nvPr/>
        </p:nvSpPr>
        <p:spPr>
          <a:xfrm>
            <a:off x="731520" y="4727448"/>
            <a:ext cx="3017520" cy="1197864"/>
          </a:xfrm>
          <a:prstGeom prst="rect">
            <a:avLst/>
          </a:prstGeom>
          <a:noFill/>
          <a:ln/>
        </p:spPr>
        <p:txBody>
          <a:bodyPr wrap="square" lIns="0" tIns="0" rIns="0" bIns="0" rtlCol="0" anchor="ctr"/>
          <a:lstStyle/>
          <a:p>
            <a:pPr indent="0" marL="0">
              <a:buNone/>
            </a:pPr>
            <a:r>
              <a:rPr lang="en-US" sz="1400" b="1" dirty="0">
                <a:solidFill>
                  <a:srgbClr val="000000"/>
                </a:solidFill>
                <a:latin typeface="Arial" pitchFamily="34" charset="0"/>
                <a:ea typeface="Arial" pitchFamily="34" charset="-122"/>
                <a:cs typeface="Arial" pitchFamily="34" charset="-120"/>
              </a:rPr>
              <a:t>PSYCHOLOGY OF WAITING LINES</a:t>
            </a:r>
            <a:endParaRPr lang="en-US" sz="1400" dirty="0"/>
          </a:p>
          <a:p>
            <a:pPr indent="0" marL="0">
              <a:buNone/>
            </a:pPr>
            <a:r>
              <a:rPr lang="en-US" sz="1100" i="1" dirty="0">
                <a:solidFill>
                  <a:srgbClr val="333333"/>
                </a:solidFill>
                <a:latin typeface="Arial" pitchFamily="34" charset="0"/>
                <a:ea typeface="Arial" pitchFamily="34" charset="-122"/>
                <a:cs typeface="Arial" pitchFamily="34" charset="-120"/>
              </a:rPr>
              <a:t>Maister (1985); Taylor (1994)</a:t>
            </a:r>
            <a:endParaRPr lang="en-US" sz="1400" dirty="0"/>
          </a:p>
          <a:p>
            <a:pPr indent="0" marL="0">
              <a:buNone/>
            </a:pPr>
            <a:r>
              <a:rPr lang="en-US" sz="1350" dirty="0">
                <a:solidFill>
                  <a:srgbClr val="000000"/>
                </a:solidFill>
                <a:latin typeface="Arial" pitchFamily="34" charset="0"/>
                <a:ea typeface="Arial" pitchFamily="34" charset="-122"/>
                <a:cs typeface="Arial" pitchFamily="34" charset="-120"/>
              </a:rPr>
              <a:t>Uncertain waits feel longer. A fixed slot fixes that.</a:t>
            </a:r>
            <a:endParaRPr lang="en-US" sz="1400" dirty="0"/>
          </a:p>
        </p:txBody>
      </p:sp>
      <p:sp>
        <p:nvSpPr>
          <p:cNvPr id="14" name="anim:4:wipe:1"/>
          <p:cNvSpPr/>
          <p:nvPr/>
        </p:nvSpPr>
        <p:spPr>
          <a:xfrm flipV="1">
            <a:off x="3931920" y="4389120"/>
            <a:ext cx="658368" cy="937260"/>
          </a:xfrm>
          <a:prstGeom prst="line">
            <a:avLst/>
          </a:prstGeom>
          <a:noFill/>
          <a:ln w="38100">
            <a:solidFill>
              <a:srgbClr val="000000"/>
            </a:solidFill>
            <a:prstDash val="solid"/>
            <a:tailEnd type="triangle"/>
          </a:ln>
        </p:spPr>
      </p:sp>
      <p:sp>
        <p:nvSpPr>
          <p:cNvPr id="15" name="anim:5:float:0"/>
          <p:cNvSpPr/>
          <p:nvPr/>
        </p:nvSpPr>
        <p:spPr>
          <a:xfrm>
            <a:off x="8257032" y="4617720"/>
            <a:ext cx="3383280" cy="1417320"/>
          </a:xfrm>
          <a:prstGeom prst="roundRect">
            <a:avLst>
              <a:gd name="adj" fmla="val 7742"/>
            </a:avLst>
          </a:prstGeom>
          <a:solidFill>
            <a:srgbClr val="FFE600"/>
          </a:solidFill>
          <a:ln w="28575">
            <a:solidFill>
              <a:srgbClr val="000000"/>
            </a:solidFill>
            <a:prstDash val="solid"/>
          </a:ln>
          <a:effectLst>
            <a:outerShdw sx="100000" sy="100000" kx="0" ky="0" algn="bl" rotWithShape="0" blurRad="101600" dist="63500" dir="2700000">
              <a:srgbClr val="000000">
                <a:alpha val="100000"/>
              </a:srgbClr>
            </a:outerShdw>
          </a:effectLst>
        </p:spPr>
      </p:sp>
      <p:sp>
        <p:nvSpPr>
          <p:cNvPr id="16" name="anim:5:float:0"/>
          <p:cNvSpPr txBox="1"/>
          <p:nvPr/>
        </p:nvSpPr>
        <p:spPr>
          <a:xfrm>
            <a:off x="8439912" y="4727448"/>
            <a:ext cx="3017520" cy="1197864"/>
          </a:xfrm>
          <a:prstGeom prst="rect">
            <a:avLst/>
          </a:prstGeom>
          <a:noFill/>
          <a:ln/>
        </p:spPr>
        <p:txBody>
          <a:bodyPr wrap="square" lIns="0" tIns="0" rIns="0" bIns="0" rtlCol="0" anchor="ctr"/>
          <a:lstStyle/>
          <a:p>
            <a:pPr indent="0" marL="0">
              <a:buNone/>
            </a:pPr>
            <a:r>
              <a:rPr lang="en-US" sz="1400" b="1" dirty="0">
                <a:solidFill>
                  <a:srgbClr val="000000"/>
                </a:solidFill>
                <a:latin typeface="Arial" pitchFamily="34" charset="0"/>
                <a:ea typeface="Arial" pitchFamily="34" charset="-122"/>
                <a:cs typeface="Arial" pitchFamily="34" charset="-120"/>
              </a:rPr>
              <a:t>ISO/IEC 25010 QUALITY MODEL</a:t>
            </a:r>
            <a:endParaRPr lang="en-US" sz="1400" dirty="0"/>
          </a:p>
          <a:p>
            <a:pPr indent="0" marL="0">
              <a:buNone/>
            </a:pPr>
            <a:r>
              <a:rPr lang="en-US" sz="1100" i="1" dirty="0">
                <a:solidFill>
                  <a:srgbClr val="333333"/>
                </a:solidFill>
                <a:latin typeface="Arial" pitchFamily="34" charset="0"/>
                <a:ea typeface="Arial" pitchFamily="34" charset="-122"/>
                <a:cs typeface="Arial" pitchFamily="34" charset="-120"/>
              </a:rPr>
              <a:t>ISO (2011, 2023)</a:t>
            </a:r>
            <a:endParaRPr lang="en-US" sz="1400" dirty="0"/>
          </a:p>
          <a:p>
            <a:pPr indent="0" marL="0">
              <a:buNone/>
            </a:pPr>
            <a:r>
              <a:rPr lang="en-US" sz="1350" dirty="0">
                <a:solidFill>
                  <a:srgbClr val="000000"/>
                </a:solidFill>
                <a:latin typeface="Arial" pitchFamily="34" charset="0"/>
                <a:ea typeface="Arial" pitchFamily="34" charset="-122"/>
                <a:cs typeface="Arial" pitchFamily="34" charset="-120"/>
              </a:rPr>
              <a:t>The basis of our evaluation questionnaire.</a:t>
            </a:r>
            <a:endParaRPr lang="en-US" sz="1400" dirty="0"/>
          </a:p>
        </p:txBody>
      </p:sp>
      <p:sp>
        <p:nvSpPr>
          <p:cNvPr id="17" name="anim:5:wipe:1"/>
          <p:cNvSpPr/>
          <p:nvPr/>
        </p:nvSpPr>
        <p:spPr>
          <a:xfrm flipH="1" flipV="1">
            <a:off x="7607808" y="4389120"/>
            <a:ext cx="649224" cy="937260"/>
          </a:xfrm>
          <a:prstGeom prst="line">
            <a:avLst/>
          </a:prstGeom>
          <a:noFill/>
          <a:ln w="38100">
            <a:solidFill>
              <a:srgbClr val="000000"/>
            </a:solidFill>
            <a:prstDash val="solid"/>
            <a:tailEnd type="triangle"/>
          </a:ln>
        </p:spPr>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420" fill="hold"/>
                                        <p:tgtEl>
                                          <p:spTgt spid="2"/>
                                        </p:tgtEl>
                                        <p:attrNameLst>
                                          <p:attrName>ppt_w</p:attrName>
                                        </p:attrNameLst>
                                      </p:cBhvr>
                                      <p:tavLst>
                                        <p:tav tm="0">
                                          <p:val>
                                            <p:fltVal val="0"/>
                                          </p:val>
                                        </p:tav>
                                        <p:tav tm="100000">
                                          <p:val>
                                            <p:strVal val="#ppt_w"/>
                                          </p:val>
                                        </p:tav>
                                      </p:tavLst>
                                    </p:anim>
                                    <p:anim calcmode="lin" valueType="num">
                                      <p:cBhvr additive="base">
                                        <p:cTn id="8" dur="420" fill="hold"/>
                                        <p:tgtEl>
                                          <p:spTgt spid="2"/>
                                        </p:tgtEl>
                                        <p:attrNameLst>
                                          <p:attrName>ppt_h</p:attrName>
                                        </p:attrNameLst>
                                      </p:cBhvr>
                                      <p:tavLst>
                                        <p:tav tm="0">
                                          <p:val>
                                            <p:fltVal val="0"/>
                                          </p:val>
                                        </p:tav>
                                        <p:tav tm="100000">
                                          <p:val>
                                            <p:strVal val="#ppt_h"/>
                                          </p:val>
                                        </p:tav>
                                      </p:tavLst>
                                    </p:anim>
                                    <p:animEffect transition="in" filter="fade">
                                      <p:cBhvr>
                                        <p:cTn id="9" dur="420"/>
                                        <p:tgtEl>
                                          <p:spTgt spid="2"/>
                                        </p:tgtEl>
                                      </p:cBhvr>
                                    </p:animEffect>
                                  </p:childTnLst>
                                </p:cTn>
                              </p:par>
                              <p:par>
                                <p:cTn id="10" presetID="53" presetClass="entr" presetSubtype="16" fill="hold" nodeType="withEffect">
                                  <p:stCondLst>
                                    <p:cond delay="27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420" fill="hold"/>
                                        <p:tgtEl>
                                          <p:spTgt spid="5"/>
                                        </p:tgtEl>
                                        <p:attrNameLst>
                                          <p:attrName>ppt_w</p:attrName>
                                        </p:attrNameLst>
                                      </p:cBhvr>
                                      <p:tavLst>
                                        <p:tav tm="0">
                                          <p:val>
                                            <p:fltVal val="0"/>
                                          </p:val>
                                        </p:tav>
                                        <p:tav tm="100000">
                                          <p:val>
                                            <p:strVal val="#ppt_w"/>
                                          </p:val>
                                        </p:tav>
                                      </p:tavLst>
                                    </p:anim>
                                    <p:anim calcmode="lin" valueType="num">
                                      <p:cBhvr additive="base">
                                        <p:cTn id="13" dur="420" fill="hold"/>
                                        <p:tgtEl>
                                          <p:spTgt spid="5"/>
                                        </p:tgtEl>
                                        <p:attrNameLst>
                                          <p:attrName>ppt_h</p:attrName>
                                        </p:attrNameLst>
                                      </p:cBhvr>
                                      <p:tavLst>
                                        <p:tav tm="0">
                                          <p:val>
                                            <p:fltVal val="0"/>
                                          </p:val>
                                        </p:tav>
                                        <p:tav tm="100000">
                                          <p:val>
                                            <p:strVal val="#ppt_h"/>
                                          </p:val>
                                        </p:tav>
                                      </p:tavLst>
                                    </p:anim>
                                    <p:animEffect transition="in" filter="fade">
                                      <p:cBhvr>
                                        <p:cTn id="14" dur="420"/>
                                        <p:tgtEl>
                                          <p:spTgt spid="5"/>
                                        </p:tgtEl>
                                      </p:cBhvr>
                                    </p:animEffect>
                                  </p:childTnLst>
                                </p:cTn>
                              </p:par>
                              <p:par>
                                <p:cTn id="15" presetID="42" presetClass="entr" presetSubtype="0" fill="hold" nodeType="withEffect">
                                  <p:stCondLst>
                                    <p:cond delay="54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50"/>
                                        <p:tgtEl>
                                          <p:spTgt spid="6"/>
                                        </p:tgtEl>
                                      </p:cBhvr>
                                    </p:animEffect>
                                    <p:anim calcmode="lin" valueType="num">
                                      <p:cBhvr additive="base">
                                        <p:cTn id="18" dur="550" fill="hold"/>
                                        <p:tgtEl>
                                          <p:spTgt spid="6"/>
                                        </p:tgtEl>
                                        <p:attrNameLst>
                                          <p:attrName>ppt_x</p:attrName>
                                        </p:attrNameLst>
                                      </p:cBhvr>
                                      <p:tavLst>
                                        <p:tav tm="0">
                                          <p:val>
                                            <p:strVal val="#ppt_x"/>
                                          </p:val>
                                        </p:tav>
                                        <p:tav tm="100000">
                                          <p:val>
                                            <p:strVal val="#ppt_x"/>
                                          </p:val>
                                        </p:tav>
                                      </p:tavLst>
                                    </p:anim>
                                    <p:anim calcmode="lin" valueType="num">
                                      <p:cBhvr additive="base">
                                        <p:cTn id="19" dur="550" fill="hold"/>
                                        <p:tgtEl>
                                          <p:spTgt spid="6"/>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54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50"/>
                                        <p:tgtEl>
                                          <p:spTgt spid="7"/>
                                        </p:tgtEl>
                                      </p:cBhvr>
                                    </p:animEffect>
                                    <p:anim calcmode="lin" valueType="num">
                                      <p:cBhvr additive="base">
                                        <p:cTn id="23" dur="550" fill="hold"/>
                                        <p:tgtEl>
                                          <p:spTgt spid="7"/>
                                        </p:tgtEl>
                                        <p:attrNameLst>
                                          <p:attrName>ppt_x</p:attrName>
                                        </p:attrNameLst>
                                      </p:cBhvr>
                                      <p:tavLst>
                                        <p:tav tm="0">
                                          <p:val>
                                            <p:strVal val="#ppt_x"/>
                                          </p:val>
                                        </p:tav>
                                        <p:tav tm="100000">
                                          <p:val>
                                            <p:strVal val="#ppt_x"/>
                                          </p:val>
                                        </p:tav>
                                      </p:tavLst>
                                    </p:anim>
                                    <p:anim calcmode="lin" valueType="num">
                                      <p:cBhvr additive="base">
                                        <p:cTn id="24" dur="550" fill="hold"/>
                                        <p:tgtEl>
                                          <p:spTgt spid="7"/>
                                        </p:tgtEl>
                                        <p:attrNameLst>
                                          <p:attrName>ppt_y</p:attrName>
                                        </p:attrNameLst>
                                      </p:cBhvr>
                                      <p:tavLst>
                                        <p:tav tm="0">
                                          <p:val>
                                            <p:strVal val="#ppt_y+.1"/>
                                          </p:val>
                                        </p:tav>
                                        <p:tav tm="100000">
                                          <p:val>
                                            <p:strVal val="#ppt_y"/>
                                          </p:val>
                                        </p:tav>
                                      </p:tavLst>
                                    </p:anim>
                                  </p:childTnLst>
                                </p:cTn>
                              </p:par>
                              <p:par>
                                <p:cTn id="25" presetID="22" presetClass="entr" presetSubtype="8" fill="hold" nodeType="withEffect">
                                  <p:stCondLst>
                                    <p:cond delay="660"/>
                                  </p:stCondLst>
                                  <p:childTnLst>
                                    <p:set>
                                      <p:cBhvr>
                                        <p:cTn id="26" dur="1" fill="hold">
                                          <p:stCondLst>
                                            <p:cond delay="0"/>
                                          </p:stCondLst>
                                        </p:cTn>
                                        <p:tgtEl>
                                          <p:spTgt spid="8"/>
                                        </p:tgtEl>
                                        <p:attrNameLst>
                                          <p:attrName>style.visibility</p:attrName>
                                        </p:attrNameLst>
                                      </p:cBhvr>
                                      <p:to>
                                        <p:strVal val="visible"/>
                                      </p:to>
                                    </p:set>
                                    <p:animEffect transition="in" filter="wipe(left)">
                                      <p:cBhvr>
                                        <p:cTn id="27" dur="450"/>
                                        <p:tgtEl>
                                          <p:spTgt spid="8"/>
                                        </p:tgtEl>
                                      </p:cBhvr>
                                    </p:animEffect>
                                  </p:childTnLst>
                                </p:cTn>
                              </p:par>
                              <p:par>
                                <p:cTn id="28" presetID="42" presetClass="entr" presetSubtype="0" fill="hold" nodeType="withEffect">
                                  <p:stCondLst>
                                    <p:cond delay="96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50"/>
                                        <p:tgtEl>
                                          <p:spTgt spid="9"/>
                                        </p:tgtEl>
                                      </p:cBhvr>
                                    </p:animEffect>
                                    <p:anim calcmode="lin" valueType="num">
                                      <p:cBhvr additive="base">
                                        <p:cTn id="31" dur="550" fill="hold"/>
                                        <p:tgtEl>
                                          <p:spTgt spid="9"/>
                                        </p:tgtEl>
                                        <p:attrNameLst>
                                          <p:attrName>ppt_x</p:attrName>
                                        </p:attrNameLst>
                                      </p:cBhvr>
                                      <p:tavLst>
                                        <p:tav tm="0">
                                          <p:val>
                                            <p:strVal val="#ppt_x"/>
                                          </p:val>
                                        </p:tav>
                                        <p:tav tm="100000">
                                          <p:val>
                                            <p:strVal val="#ppt_x"/>
                                          </p:val>
                                        </p:tav>
                                      </p:tavLst>
                                    </p:anim>
                                    <p:anim calcmode="lin" valueType="num">
                                      <p:cBhvr additive="base">
                                        <p:cTn id="32" dur="550" fill="hold"/>
                                        <p:tgtEl>
                                          <p:spTgt spid="9"/>
                                        </p:tgtEl>
                                        <p:attrNameLst>
                                          <p:attrName>ppt_y</p:attrName>
                                        </p:attrNameLst>
                                      </p:cBhvr>
                                      <p:tavLst>
                                        <p:tav tm="0">
                                          <p:val>
                                            <p:strVal val="#ppt_y+.1"/>
                                          </p:val>
                                        </p:tav>
                                        <p:tav tm="100000">
                                          <p:val>
                                            <p:strVal val="#ppt_y"/>
                                          </p:val>
                                        </p:tav>
                                      </p:tavLst>
                                    </p:anim>
                                  </p:childTnLst>
                                </p:cTn>
                              </p:par>
                              <p:par>
                                <p:cTn id="33" presetID="42" presetClass="entr" presetSubtype="0" fill="hold" nodeType="withEffect">
                                  <p:stCondLst>
                                    <p:cond delay="96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550"/>
                                        <p:tgtEl>
                                          <p:spTgt spid="10"/>
                                        </p:tgtEl>
                                      </p:cBhvr>
                                    </p:animEffect>
                                    <p:anim calcmode="lin" valueType="num">
                                      <p:cBhvr additive="base">
                                        <p:cTn id="36" dur="550" fill="hold"/>
                                        <p:tgtEl>
                                          <p:spTgt spid="10"/>
                                        </p:tgtEl>
                                        <p:attrNameLst>
                                          <p:attrName>ppt_x</p:attrName>
                                        </p:attrNameLst>
                                      </p:cBhvr>
                                      <p:tavLst>
                                        <p:tav tm="0">
                                          <p:val>
                                            <p:strVal val="#ppt_x"/>
                                          </p:val>
                                        </p:tav>
                                        <p:tav tm="100000">
                                          <p:val>
                                            <p:strVal val="#ppt_x"/>
                                          </p:val>
                                        </p:tav>
                                      </p:tavLst>
                                    </p:anim>
                                    <p:anim calcmode="lin" valueType="num">
                                      <p:cBhvr additive="base">
                                        <p:cTn id="37" dur="550" fill="hold"/>
                                        <p:tgtEl>
                                          <p:spTgt spid="10"/>
                                        </p:tgtEl>
                                        <p:attrNameLst>
                                          <p:attrName>ppt_y</p:attrName>
                                        </p:attrNameLst>
                                      </p:cBhvr>
                                      <p:tavLst>
                                        <p:tav tm="0">
                                          <p:val>
                                            <p:strVal val="#ppt_y+.1"/>
                                          </p:val>
                                        </p:tav>
                                        <p:tav tm="100000">
                                          <p:val>
                                            <p:strVal val="#ppt_y"/>
                                          </p:val>
                                        </p:tav>
                                      </p:tavLst>
                                    </p:anim>
                                  </p:childTnLst>
                                </p:cTn>
                              </p:par>
                              <p:par>
                                <p:cTn id="38" presetID="22" presetClass="entr" presetSubtype="8" fill="hold" nodeType="withEffect">
                                  <p:stCondLst>
                                    <p:cond delay="1080"/>
                                  </p:stCondLst>
                                  <p:childTnLst>
                                    <p:set>
                                      <p:cBhvr>
                                        <p:cTn id="39" dur="1" fill="hold">
                                          <p:stCondLst>
                                            <p:cond delay="0"/>
                                          </p:stCondLst>
                                        </p:cTn>
                                        <p:tgtEl>
                                          <p:spTgt spid="11"/>
                                        </p:tgtEl>
                                        <p:attrNameLst>
                                          <p:attrName>style.visibility</p:attrName>
                                        </p:attrNameLst>
                                      </p:cBhvr>
                                      <p:to>
                                        <p:strVal val="visible"/>
                                      </p:to>
                                    </p:set>
                                    <p:animEffect transition="in" filter="wipe(left)">
                                      <p:cBhvr>
                                        <p:cTn id="40" dur="450"/>
                                        <p:tgtEl>
                                          <p:spTgt spid="11"/>
                                        </p:tgtEl>
                                      </p:cBhvr>
                                    </p:animEffect>
                                  </p:childTnLst>
                                </p:cTn>
                              </p:par>
                              <p:par>
                                <p:cTn id="41" presetID="42" presetClass="entr" presetSubtype="0" fill="hold" nodeType="withEffect">
                                  <p:stCondLst>
                                    <p:cond delay="1380"/>
                                  </p:stCondLst>
                                  <p:childTnLst>
                                    <p:set>
                                      <p:cBhvr>
                                        <p:cTn id="42" dur="1" fill="hold">
                                          <p:stCondLst>
                                            <p:cond delay="0"/>
                                          </p:stCondLst>
                                        </p:cTn>
                                        <p:tgtEl>
                                          <p:spTgt spid="12"/>
                                        </p:tgtEl>
                                        <p:attrNameLst>
                                          <p:attrName>style.visibility</p:attrName>
                                        </p:attrNameLst>
                                      </p:cBhvr>
                                      <p:to>
                                        <p:strVal val="visible"/>
                                      </p:to>
                                    </p:set>
                                    <p:animEffect transition="in" filter="fade">
                                      <p:cBhvr>
                                        <p:cTn id="43" dur="550"/>
                                        <p:tgtEl>
                                          <p:spTgt spid="12"/>
                                        </p:tgtEl>
                                      </p:cBhvr>
                                    </p:animEffect>
                                    <p:anim calcmode="lin" valueType="num">
                                      <p:cBhvr additive="base">
                                        <p:cTn id="44" dur="550" fill="hold"/>
                                        <p:tgtEl>
                                          <p:spTgt spid="12"/>
                                        </p:tgtEl>
                                        <p:attrNameLst>
                                          <p:attrName>ppt_x</p:attrName>
                                        </p:attrNameLst>
                                      </p:cBhvr>
                                      <p:tavLst>
                                        <p:tav tm="0">
                                          <p:val>
                                            <p:strVal val="#ppt_x"/>
                                          </p:val>
                                        </p:tav>
                                        <p:tav tm="100000">
                                          <p:val>
                                            <p:strVal val="#ppt_x"/>
                                          </p:val>
                                        </p:tav>
                                      </p:tavLst>
                                    </p:anim>
                                    <p:anim calcmode="lin" valueType="num">
                                      <p:cBhvr additive="base">
                                        <p:cTn id="45" dur="550" fill="hold"/>
                                        <p:tgtEl>
                                          <p:spTgt spid="12"/>
                                        </p:tgtEl>
                                        <p:attrNameLst>
                                          <p:attrName>ppt_y</p:attrName>
                                        </p:attrNameLst>
                                      </p:cBhvr>
                                      <p:tavLst>
                                        <p:tav tm="0">
                                          <p:val>
                                            <p:strVal val="#ppt_y+.1"/>
                                          </p:val>
                                        </p:tav>
                                        <p:tav tm="100000">
                                          <p:val>
                                            <p:strVal val="#ppt_y"/>
                                          </p:val>
                                        </p:tav>
                                      </p:tavLst>
                                    </p:anim>
                                  </p:childTnLst>
                                </p:cTn>
                              </p:par>
                              <p:par>
                                <p:cTn id="46" presetID="42" presetClass="entr" presetSubtype="0" fill="hold" nodeType="withEffect">
                                  <p:stCondLst>
                                    <p:cond delay="1380"/>
                                  </p:stCondLst>
                                  <p:childTnLst>
                                    <p:set>
                                      <p:cBhvr>
                                        <p:cTn id="47" dur="1" fill="hold">
                                          <p:stCondLst>
                                            <p:cond delay="0"/>
                                          </p:stCondLst>
                                        </p:cTn>
                                        <p:tgtEl>
                                          <p:spTgt spid="13"/>
                                        </p:tgtEl>
                                        <p:attrNameLst>
                                          <p:attrName>style.visibility</p:attrName>
                                        </p:attrNameLst>
                                      </p:cBhvr>
                                      <p:to>
                                        <p:strVal val="visible"/>
                                      </p:to>
                                    </p:set>
                                    <p:animEffect transition="in" filter="fade">
                                      <p:cBhvr>
                                        <p:cTn id="48" dur="550"/>
                                        <p:tgtEl>
                                          <p:spTgt spid="13"/>
                                        </p:tgtEl>
                                      </p:cBhvr>
                                    </p:animEffect>
                                    <p:anim calcmode="lin" valueType="num">
                                      <p:cBhvr additive="base">
                                        <p:cTn id="49" dur="550" fill="hold"/>
                                        <p:tgtEl>
                                          <p:spTgt spid="13"/>
                                        </p:tgtEl>
                                        <p:attrNameLst>
                                          <p:attrName>ppt_x</p:attrName>
                                        </p:attrNameLst>
                                      </p:cBhvr>
                                      <p:tavLst>
                                        <p:tav tm="0">
                                          <p:val>
                                            <p:strVal val="#ppt_x"/>
                                          </p:val>
                                        </p:tav>
                                        <p:tav tm="100000">
                                          <p:val>
                                            <p:strVal val="#ppt_x"/>
                                          </p:val>
                                        </p:tav>
                                      </p:tavLst>
                                    </p:anim>
                                    <p:anim calcmode="lin" valueType="num">
                                      <p:cBhvr additive="base">
                                        <p:cTn id="50" dur="550" fill="hold"/>
                                        <p:tgtEl>
                                          <p:spTgt spid="13"/>
                                        </p:tgtEl>
                                        <p:attrNameLst>
                                          <p:attrName>ppt_y</p:attrName>
                                        </p:attrNameLst>
                                      </p:cBhvr>
                                      <p:tavLst>
                                        <p:tav tm="0">
                                          <p:val>
                                            <p:strVal val="#ppt_y+.1"/>
                                          </p:val>
                                        </p:tav>
                                        <p:tav tm="100000">
                                          <p:val>
                                            <p:strVal val="#ppt_y"/>
                                          </p:val>
                                        </p:tav>
                                      </p:tavLst>
                                    </p:anim>
                                  </p:childTnLst>
                                </p:cTn>
                              </p:par>
                              <p:par>
                                <p:cTn id="51" presetID="22" presetClass="entr" presetSubtype="8" fill="hold" nodeType="withEffect">
                                  <p:stCondLst>
                                    <p:cond delay="1500"/>
                                  </p:stCondLst>
                                  <p:childTnLst>
                                    <p:set>
                                      <p:cBhvr>
                                        <p:cTn id="52" dur="1" fill="hold">
                                          <p:stCondLst>
                                            <p:cond delay="0"/>
                                          </p:stCondLst>
                                        </p:cTn>
                                        <p:tgtEl>
                                          <p:spTgt spid="14"/>
                                        </p:tgtEl>
                                        <p:attrNameLst>
                                          <p:attrName>style.visibility</p:attrName>
                                        </p:attrNameLst>
                                      </p:cBhvr>
                                      <p:to>
                                        <p:strVal val="visible"/>
                                      </p:to>
                                    </p:set>
                                    <p:animEffect transition="in" filter="wipe(left)">
                                      <p:cBhvr>
                                        <p:cTn id="53" dur="450"/>
                                        <p:tgtEl>
                                          <p:spTgt spid="14"/>
                                        </p:tgtEl>
                                      </p:cBhvr>
                                    </p:animEffect>
                                  </p:childTnLst>
                                </p:cTn>
                              </p:par>
                              <p:par>
                                <p:cTn id="54" presetID="42" presetClass="entr" presetSubtype="0" fill="hold" nodeType="withEffect">
                                  <p:stCondLst>
                                    <p:cond delay="1800"/>
                                  </p:stCondLst>
                                  <p:childTnLst>
                                    <p:set>
                                      <p:cBhvr>
                                        <p:cTn id="55" dur="1" fill="hold">
                                          <p:stCondLst>
                                            <p:cond delay="0"/>
                                          </p:stCondLst>
                                        </p:cTn>
                                        <p:tgtEl>
                                          <p:spTgt spid="15"/>
                                        </p:tgtEl>
                                        <p:attrNameLst>
                                          <p:attrName>style.visibility</p:attrName>
                                        </p:attrNameLst>
                                      </p:cBhvr>
                                      <p:to>
                                        <p:strVal val="visible"/>
                                      </p:to>
                                    </p:set>
                                    <p:animEffect transition="in" filter="fade">
                                      <p:cBhvr>
                                        <p:cTn id="56" dur="550"/>
                                        <p:tgtEl>
                                          <p:spTgt spid="15"/>
                                        </p:tgtEl>
                                      </p:cBhvr>
                                    </p:animEffect>
                                    <p:anim calcmode="lin" valueType="num">
                                      <p:cBhvr additive="base">
                                        <p:cTn id="57" dur="550" fill="hold"/>
                                        <p:tgtEl>
                                          <p:spTgt spid="15"/>
                                        </p:tgtEl>
                                        <p:attrNameLst>
                                          <p:attrName>ppt_x</p:attrName>
                                        </p:attrNameLst>
                                      </p:cBhvr>
                                      <p:tavLst>
                                        <p:tav tm="0">
                                          <p:val>
                                            <p:strVal val="#ppt_x"/>
                                          </p:val>
                                        </p:tav>
                                        <p:tav tm="100000">
                                          <p:val>
                                            <p:strVal val="#ppt_x"/>
                                          </p:val>
                                        </p:tav>
                                      </p:tavLst>
                                    </p:anim>
                                    <p:anim calcmode="lin" valueType="num">
                                      <p:cBhvr additive="base">
                                        <p:cTn id="58" dur="550" fill="hold"/>
                                        <p:tgtEl>
                                          <p:spTgt spid="15"/>
                                        </p:tgtEl>
                                        <p:attrNameLst>
                                          <p:attrName>ppt_y</p:attrName>
                                        </p:attrNameLst>
                                      </p:cBhvr>
                                      <p:tavLst>
                                        <p:tav tm="0">
                                          <p:val>
                                            <p:strVal val="#ppt_y+.1"/>
                                          </p:val>
                                        </p:tav>
                                        <p:tav tm="100000">
                                          <p:val>
                                            <p:strVal val="#ppt_y"/>
                                          </p:val>
                                        </p:tav>
                                      </p:tavLst>
                                    </p:anim>
                                  </p:childTnLst>
                                </p:cTn>
                              </p:par>
                              <p:par>
                                <p:cTn id="59" presetID="42" presetClass="entr" presetSubtype="0" fill="hold" nodeType="withEffect">
                                  <p:stCondLst>
                                    <p:cond delay="1800"/>
                                  </p:stCondLst>
                                  <p:childTnLst>
                                    <p:set>
                                      <p:cBhvr>
                                        <p:cTn id="60" dur="1" fill="hold">
                                          <p:stCondLst>
                                            <p:cond delay="0"/>
                                          </p:stCondLst>
                                        </p:cTn>
                                        <p:tgtEl>
                                          <p:spTgt spid="16"/>
                                        </p:tgtEl>
                                        <p:attrNameLst>
                                          <p:attrName>style.visibility</p:attrName>
                                        </p:attrNameLst>
                                      </p:cBhvr>
                                      <p:to>
                                        <p:strVal val="visible"/>
                                      </p:to>
                                    </p:set>
                                    <p:animEffect transition="in" filter="fade">
                                      <p:cBhvr>
                                        <p:cTn id="61" dur="550"/>
                                        <p:tgtEl>
                                          <p:spTgt spid="16"/>
                                        </p:tgtEl>
                                      </p:cBhvr>
                                    </p:animEffect>
                                    <p:anim calcmode="lin" valueType="num">
                                      <p:cBhvr additive="base">
                                        <p:cTn id="62" dur="550" fill="hold"/>
                                        <p:tgtEl>
                                          <p:spTgt spid="16"/>
                                        </p:tgtEl>
                                        <p:attrNameLst>
                                          <p:attrName>ppt_x</p:attrName>
                                        </p:attrNameLst>
                                      </p:cBhvr>
                                      <p:tavLst>
                                        <p:tav tm="0">
                                          <p:val>
                                            <p:strVal val="#ppt_x"/>
                                          </p:val>
                                        </p:tav>
                                        <p:tav tm="100000">
                                          <p:val>
                                            <p:strVal val="#ppt_x"/>
                                          </p:val>
                                        </p:tav>
                                      </p:tavLst>
                                    </p:anim>
                                    <p:anim calcmode="lin" valueType="num">
                                      <p:cBhvr additive="base">
                                        <p:cTn id="63" dur="550" fill="hold"/>
                                        <p:tgtEl>
                                          <p:spTgt spid="16"/>
                                        </p:tgtEl>
                                        <p:attrNameLst>
                                          <p:attrName>ppt_y</p:attrName>
                                        </p:attrNameLst>
                                      </p:cBhvr>
                                      <p:tavLst>
                                        <p:tav tm="0">
                                          <p:val>
                                            <p:strVal val="#ppt_y+.1"/>
                                          </p:val>
                                        </p:tav>
                                        <p:tav tm="100000">
                                          <p:val>
                                            <p:strVal val="#ppt_y"/>
                                          </p:val>
                                        </p:tav>
                                      </p:tavLst>
                                    </p:anim>
                                  </p:childTnLst>
                                </p:cTn>
                              </p:par>
                              <p:par>
                                <p:cTn id="64" presetID="22" presetClass="entr" presetSubtype="8" fill="hold" nodeType="withEffect">
                                  <p:stCondLst>
                                    <p:cond delay="1920"/>
                                  </p:stCondLst>
                                  <p:childTnLst>
                                    <p:set>
                                      <p:cBhvr>
                                        <p:cTn id="65" dur="1" fill="hold">
                                          <p:stCondLst>
                                            <p:cond delay="0"/>
                                          </p:stCondLst>
                                        </p:cTn>
                                        <p:tgtEl>
                                          <p:spTgt spid="17"/>
                                        </p:tgtEl>
                                        <p:attrNameLst>
                                          <p:attrName>style.visibility</p:attrName>
                                        </p:attrNameLst>
                                      </p:cBhvr>
                                      <p:to>
                                        <p:strVal val="visible"/>
                                      </p:to>
                                    </p:set>
                                    <p:animEffect transition="in" filter="wipe(left)">
                                      <p:cBhvr>
                                        <p:cTn id="66" dur="4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2F1F8"/>
        </a:solidFill>
      </p:bgPr>
    </p:bg>
    <p:spTree>
      <p:nvGrpSpPr>
        <p:cNvPr id="1" name=""/>
        <p:cNvGrpSpPr/>
        <p:nvPr/>
      </p:nvGrpSpPr>
      <p:grpSpPr>
        <a:xfrm>
          <a:off x="0" y="0"/>
          <a:ext cx="0" cy="0"/>
          <a:chOff x="0" y="0"/>
          <a:chExt cx="0" cy="0"/>
        </a:xfrm>
      </p:grpSpPr>
      <p:sp>
        <p:nvSpPr>
          <p:cNvPr id="2" name="anim:0:zoom:0"/>
          <p:cNvSpPr txBox="1"/>
          <p:nvPr/>
        </p:nvSpPr>
        <p:spPr>
          <a:xfrm rot="-180000">
            <a:off x="548640" y="320040"/>
            <a:ext cx="1527048" cy="384048"/>
          </a:xfrm>
          <a:prstGeom prst="roundRect">
            <a:avLst>
              <a:gd name="adj" fmla="val 19048"/>
            </a:avLst>
          </a:prstGeom>
          <a:solidFill>
            <a:srgbClr val="FFE600"/>
          </a:solidFill>
          <a:ln w="25400">
            <a:solidFill>
              <a:srgbClr val="000000"/>
            </a:solidFill>
          </a:ln>
          <a:effectLst>
            <a:outerShdw sx="100000" sy="100000" kx="0" ky="0" algn="bl" rotWithShape="0" blurRad="101600" dist="38100" dir="2700000">
              <a:srgbClr val="000000">
                <a:alpha val="100000"/>
              </a:srgbClr>
            </a:outerShdw>
          </a:effectLst>
        </p:spPr>
        <p:txBody>
          <a:bodyPr wrap="square" lIns="0" tIns="0" rIns="0" bIns="0"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CHAPTER 1</a:t>
            </a:r>
            <a:endParaRPr lang="en-US" sz="1200" dirty="0"/>
          </a:p>
        </p:txBody>
      </p:sp>
      <p:sp>
        <p:nvSpPr>
          <p:cNvPr id="3" name="Text 1"/>
          <p:cNvSpPr txBox="1"/>
          <p:nvPr/>
        </p:nvSpPr>
        <p:spPr>
          <a:xfrm>
            <a:off x="548640" y="822960"/>
            <a:ext cx="11064240" cy="685800"/>
          </a:xfrm>
          <a:prstGeom prst="rect">
            <a:avLst/>
          </a:prstGeom>
          <a:noFill/>
          <a:ln/>
        </p:spPr>
        <p:txBody>
          <a:bodyPr wrap="square" lIns="0" tIns="0" rIns="0" bIns="0" rtlCol="0" anchor="ctr"/>
          <a:lstStyle/>
          <a:p>
            <a:pPr indent="0" marL="0">
              <a:buNone/>
            </a:pPr>
            <a:r>
              <a:rPr lang="en-US" sz="3200" b="1" dirty="0">
                <a:solidFill>
                  <a:srgbClr val="000000"/>
                </a:solidFill>
                <a:latin typeface="Arial" pitchFamily="34" charset="0"/>
                <a:ea typeface="Arial" pitchFamily="34" charset="-122"/>
                <a:cs typeface="Arial" pitchFamily="34" charset="-120"/>
              </a:rPr>
              <a:t>CONCEPTUAL FRAMEWORK</a:t>
            </a:r>
            <a:endParaRPr lang="en-US" sz="3200" dirty="0"/>
          </a:p>
        </p:txBody>
      </p:sp>
      <p:sp>
        <p:nvSpPr>
          <p:cNvPr id="4" name="Text 2"/>
          <p:cNvSpPr txBox="1"/>
          <p:nvPr/>
        </p:nvSpPr>
        <p:spPr>
          <a:xfrm>
            <a:off x="548640" y="1481328"/>
            <a:ext cx="11064240" cy="365760"/>
          </a:xfrm>
          <a:prstGeom prst="rect">
            <a:avLst/>
          </a:prstGeom>
          <a:noFill/>
          <a:ln/>
        </p:spPr>
        <p:txBody>
          <a:bodyPr wrap="square" lIns="0" tIns="0" rIns="0" bIns="0" rtlCol="0" anchor="t"/>
          <a:lstStyle/>
          <a:p>
            <a:pPr indent="0" marL="0">
              <a:buNone/>
            </a:pPr>
            <a:r>
              <a:rPr lang="en-US" sz="1500" dirty="0">
                <a:solidFill>
                  <a:srgbClr val="333333"/>
                </a:solidFill>
                <a:latin typeface="Arial" pitchFamily="34" charset="0"/>
                <a:ea typeface="Arial" pitchFamily="34" charset="-122"/>
                <a:cs typeface="Arial" pitchFamily="34" charset="-120"/>
              </a:rPr>
              <a:t>Input-Process-Output model with a feedback loop</a:t>
            </a:r>
            <a:endParaRPr lang="en-US" sz="1500" dirty="0"/>
          </a:p>
        </p:txBody>
      </p:sp>
      <p:sp>
        <p:nvSpPr>
          <p:cNvPr id="5" name="anim:1:float:0"/>
          <p:cNvSpPr/>
          <p:nvPr/>
        </p:nvSpPr>
        <p:spPr>
          <a:xfrm>
            <a:off x="548640" y="2148840"/>
            <a:ext cx="3246120" cy="3520440"/>
          </a:xfrm>
          <a:prstGeom prst="roundRect">
            <a:avLst>
              <a:gd name="adj" fmla="val 3380"/>
            </a:avLst>
          </a:prstGeom>
          <a:solidFill>
            <a:srgbClr val="FFFFFF"/>
          </a:solidFill>
          <a:ln w="28575">
            <a:solidFill>
              <a:srgbClr val="000000"/>
            </a:solidFill>
            <a:prstDash val="solid"/>
          </a:ln>
          <a:effectLst>
            <a:outerShdw sx="100000" sy="100000" kx="0" ky="0" algn="bl" rotWithShape="0" blurRad="101600" dist="76200" dir="2700000">
              <a:srgbClr val="000000">
                <a:alpha val="100000"/>
              </a:srgbClr>
            </a:outerShdw>
          </a:effectLst>
        </p:spPr>
      </p:sp>
      <p:sp>
        <p:nvSpPr>
          <p:cNvPr id="6" name="anim:1:float:0"/>
          <p:cNvSpPr txBox="1"/>
          <p:nvPr/>
        </p:nvSpPr>
        <p:spPr>
          <a:xfrm rot="-180000">
            <a:off x="777240" y="1920240"/>
            <a:ext cx="1371600" cy="384048"/>
          </a:xfrm>
          <a:prstGeom prst="roundRect">
            <a:avLst>
              <a:gd name="adj" fmla="val 19048"/>
            </a:avLst>
          </a:prstGeom>
          <a:solidFill>
            <a:srgbClr val="000000"/>
          </a:solidFill>
          <a:ln w="25400">
            <a:solidFill>
              <a:srgbClr val="000000"/>
            </a:solidFill>
          </a:ln>
          <a:effectLst>
            <a:outerShdw sx="100000" sy="100000" kx="0" ky="0" algn="bl" rotWithShape="0" blurRad="101600" dist="38100" dir="2700000">
              <a:srgbClr val="000000">
                <a:alpha val="100000"/>
              </a:srgbClr>
            </a:outerShdw>
          </a:effectLst>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INPUT</a:t>
            </a:r>
            <a:endParaRPr lang="en-US" sz="1300" dirty="0"/>
          </a:p>
        </p:txBody>
      </p:sp>
      <p:sp>
        <p:nvSpPr>
          <p:cNvPr id="7" name="anim:1:float:0"/>
          <p:cNvSpPr txBox="1"/>
          <p:nvPr/>
        </p:nvSpPr>
        <p:spPr>
          <a:xfrm>
            <a:off x="777240" y="2514600"/>
            <a:ext cx="2788920" cy="3017520"/>
          </a:xfrm>
          <a:prstGeom prst="rect">
            <a:avLst/>
          </a:prstGeom>
          <a:noFill/>
          <a:ln/>
        </p:spPr>
        <p:txBody>
          <a:bodyPr wrap="square" lIns="0" tIns="0" rIns="0" bIns="0" rtlCol="0" anchor="t"/>
          <a:lstStyle/>
          <a:p>
            <a:pPr indent="0" marL="0">
              <a:buNone/>
            </a:pPr>
            <a:r>
              <a:rPr lang="en-US" sz="1200" b="1" dirty="0">
                <a:solidFill>
                  <a:srgbClr val="000000"/>
                </a:solidFill>
                <a:latin typeface="Arial" pitchFamily="34" charset="0"/>
                <a:ea typeface="Arial" pitchFamily="34" charset="-122"/>
                <a:cs typeface="Arial" pitchFamily="34" charset="-120"/>
              </a:rPr>
              <a:t>KNOWLEDGE</a:t>
            </a:r>
            <a:endParaRPr lang="en-US" sz="1200" dirty="0"/>
          </a:p>
          <a:p>
            <a:pPr indent="0" marL="0">
              <a:buNone/>
            </a:pPr>
            <a:r>
              <a:rPr lang="en-US" sz="1100" dirty="0">
                <a:solidFill>
                  <a:srgbClr val="000000"/>
                </a:solidFill>
                <a:latin typeface="Arial" pitchFamily="34" charset="0"/>
                <a:ea typeface="Arial" pitchFamily="34" charset="-122"/>
                <a:cs typeface="Arial" pitchFamily="34" charset="-120"/>
              </a:rPr>
              <a:t>Existing practices, problems, and needed features</a:t>
            </a:r>
            <a:endParaRPr lang="en-US" sz="12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200" dirty="0"/>
          </a:p>
          <a:p>
            <a:pPr indent="0" marL="0">
              <a:buNone/>
            </a:pPr>
            <a:r>
              <a:rPr lang="en-US" sz="1200" b="1" dirty="0">
                <a:solidFill>
                  <a:srgbClr val="000000"/>
                </a:solidFill>
                <a:latin typeface="Arial" pitchFamily="34" charset="0"/>
                <a:ea typeface="Arial" pitchFamily="34" charset="-122"/>
                <a:cs typeface="Arial" pitchFamily="34" charset="-120"/>
              </a:rPr>
              <a:t>SOFTWARE</a:t>
            </a:r>
            <a:endParaRPr lang="en-US" sz="1200" dirty="0"/>
          </a:p>
          <a:p>
            <a:pPr indent="0" marL="0">
              <a:buNone/>
            </a:pPr>
            <a:r>
              <a:rPr lang="en-US" sz="1100" dirty="0">
                <a:solidFill>
                  <a:srgbClr val="000000"/>
                </a:solidFill>
                <a:latin typeface="Arial" pitchFamily="34" charset="0"/>
                <a:ea typeface="Arial" pitchFamily="34" charset="-122"/>
                <a:cs typeface="Arial" pitchFamily="34" charset="-120"/>
              </a:rPr>
              <a:t>HTML5, CSS3, JS, Bootstrap, PHP (Laravel), MySQL, XAMPP, VS Code, GitHub, Figma</a:t>
            </a:r>
            <a:endParaRPr lang="en-US" sz="12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200" dirty="0"/>
          </a:p>
          <a:p>
            <a:pPr indent="0" marL="0">
              <a:buNone/>
            </a:pPr>
            <a:r>
              <a:rPr lang="en-US" sz="1200" b="1" dirty="0">
                <a:solidFill>
                  <a:srgbClr val="000000"/>
                </a:solidFill>
                <a:latin typeface="Arial" pitchFamily="34" charset="0"/>
                <a:ea typeface="Arial" pitchFamily="34" charset="-122"/>
                <a:cs typeface="Arial" pitchFamily="34" charset="-120"/>
              </a:rPr>
              <a:t>HARDWARE</a:t>
            </a:r>
            <a:endParaRPr lang="en-US" sz="1200" dirty="0"/>
          </a:p>
          <a:p>
            <a:pPr indent="0" marL="0">
              <a:buNone/>
            </a:pPr>
            <a:r>
              <a:rPr lang="en-US" sz="1100" dirty="0">
                <a:solidFill>
                  <a:srgbClr val="000000"/>
                </a:solidFill>
                <a:latin typeface="Arial" pitchFamily="34" charset="0"/>
                <a:ea typeface="Arial" pitchFamily="34" charset="-122"/>
                <a:cs typeface="Arial" pitchFamily="34" charset="-120"/>
              </a:rPr>
              <a:t>Laptop (8 GB RAM+), Android/iOS phone, internet</a:t>
            </a:r>
            <a:endParaRPr lang="en-US" sz="1200" dirty="0"/>
          </a:p>
        </p:txBody>
      </p:sp>
      <p:sp>
        <p:nvSpPr>
          <p:cNvPr id="8" name="anim:2:wipe:0"/>
          <p:cNvSpPr/>
          <p:nvPr/>
        </p:nvSpPr>
        <p:spPr>
          <a:xfrm>
            <a:off x="3886200" y="3680460"/>
            <a:ext cx="475488" cy="457200"/>
          </a:xfrm>
          <a:prstGeom prst="rightArrow">
            <a:avLst/>
          </a:prstGeom>
          <a:solidFill>
            <a:srgbClr val="000000"/>
          </a:solidFill>
          <a:ln w="12700">
            <a:solidFill>
              <a:srgbClr val="000000"/>
            </a:solidFill>
            <a:prstDash val="solid"/>
          </a:ln>
        </p:spPr>
      </p:sp>
      <p:sp>
        <p:nvSpPr>
          <p:cNvPr id="9" name="anim:3:float:0"/>
          <p:cNvSpPr/>
          <p:nvPr/>
        </p:nvSpPr>
        <p:spPr>
          <a:xfrm>
            <a:off x="4453128" y="2148840"/>
            <a:ext cx="3246120" cy="3520440"/>
          </a:xfrm>
          <a:prstGeom prst="roundRect">
            <a:avLst>
              <a:gd name="adj" fmla="val 3380"/>
            </a:avLst>
          </a:prstGeom>
          <a:solidFill>
            <a:srgbClr val="FFE600"/>
          </a:solidFill>
          <a:ln w="28575">
            <a:solidFill>
              <a:srgbClr val="000000"/>
            </a:solidFill>
            <a:prstDash val="solid"/>
          </a:ln>
          <a:effectLst>
            <a:outerShdw sx="100000" sy="100000" kx="0" ky="0" algn="bl" rotWithShape="0" blurRad="101600" dist="76200" dir="2700000">
              <a:srgbClr val="000000">
                <a:alpha val="100000"/>
              </a:srgbClr>
            </a:outerShdw>
          </a:effectLst>
        </p:spPr>
      </p:sp>
      <p:sp>
        <p:nvSpPr>
          <p:cNvPr id="10" name="anim:3:float:0"/>
          <p:cNvSpPr txBox="1"/>
          <p:nvPr/>
        </p:nvSpPr>
        <p:spPr>
          <a:xfrm rot="-180000">
            <a:off x="4681728" y="1920240"/>
            <a:ext cx="1371600" cy="384048"/>
          </a:xfrm>
          <a:prstGeom prst="roundRect">
            <a:avLst>
              <a:gd name="adj" fmla="val 19048"/>
            </a:avLst>
          </a:prstGeom>
          <a:solidFill>
            <a:srgbClr val="000000"/>
          </a:solidFill>
          <a:ln w="25400">
            <a:solidFill>
              <a:srgbClr val="000000"/>
            </a:solidFill>
          </a:ln>
          <a:effectLst>
            <a:outerShdw sx="100000" sy="100000" kx="0" ky="0" algn="bl" rotWithShape="0" blurRad="101600" dist="38100" dir="2700000">
              <a:srgbClr val="000000">
                <a:alpha val="100000"/>
              </a:srgbClr>
            </a:outerShdw>
          </a:effectLst>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PROCESS</a:t>
            </a:r>
            <a:endParaRPr lang="en-US" sz="1300" dirty="0"/>
          </a:p>
        </p:txBody>
      </p:sp>
      <p:sp>
        <p:nvSpPr>
          <p:cNvPr id="11" name="anim:3:float:0"/>
          <p:cNvSpPr txBox="1"/>
          <p:nvPr/>
        </p:nvSpPr>
        <p:spPr>
          <a:xfrm>
            <a:off x="4681728" y="2514600"/>
            <a:ext cx="2788920" cy="3017520"/>
          </a:xfrm>
          <a:prstGeom prst="rect">
            <a:avLst/>
          </a:prstGeom>
          <a:noFill/>
          <a:ln/>
        </p:spPr>
        <p:txBody>
          <a:bodyPr wrap="square" lIns="0" tIns="0" rIns="0" bIns="0" rtlCol="0" anchor="t"/>
          <a:lstStyle/>
          <a:p>
            <a:pPr indent="0" marL="0">
              <a:buNone/>
            </a:pPr>
            <a:r>
              <a:rPr lang="en-US" sz="1200" b="1" dirty="0">
                <a:solidFill>
                  <a:srgbClr val="000000"/>
                </a:solidFill>
                <a:latin typeface="Arial" pitchFamily="34" charset="0"/>
                <a:ea typeface="Arial" pitchFamily="34" charset="-122"/>
                <a:cs typeface="Arial" pitchFamily="34" charset="-120"/>
              </a:rPr>
              <a:t>AGILE DEVELOPMENT</a:t>
            </a:r>
            <a:endParaRPr lang="en-US" sz="1200" dirty="0"/>
          </a:p>
          <a:p>
            <a:pPr indent="0" marL="0">
              <a:buNone/>
            </a:pPr>
            <a:r>
              <a:rPr lang="en-US" sz="1100" dirty="0">
                <a:solidFill>
                  <a:srgbClr val="000000"/>
                </a:solidFill>
                <a:latin typeface="Arial" pitchFamily="34" charset="0"/>
                <a:ea typeface="Arial" pitchFamily="34" charset="-122"/>
                <a:cs typeface="Arial" pitchFamily="34" charset="-120"/>
              </a:rPr>
              <a:t>Requirements &gt; design (DFD, ERD, use case, UI) &gt; Sprint 1: booking &gt; Sprint 2: gallery and preferences &gt; Sprint 3: dashboard and notifications &gt; testing &gt; deployment</a:t>
            </a:r>
            <a:endParaRPr lang="en-US" sz="12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200" dirty="0"/>
          </a:p>
          <a:p>
            <a:pPr indent="0" marL="0">
              <a:buNone/>
            </a:pPr>
            <a:r>
              <a:rPr lang="en-US" sz="1200" b="1" dirty="0">
                <a:solidFill>
                  <a:srgbClr val="000000"/>
                </a:solidFill>
                <a:latin typeface="Arial" pitchFamily="34" charset="0"/>
                <a:ea typeface="Arial" pitchFamily="34" charset="-122"/>
                <a:cs typeface="Arial" pitchFamily="34" charset="-120"/>
              </a:rPr>
              <a:t>EVALUATION</a:t>
            </a:r>
            <a:endParaRPr lang="en-US" sz="1200" dirty="0"/>
          </a:p>
          <a:p>
            <a:pPr indent="0" marL="0">
              <a:buNone/>
            </a:pPr>
            <a:r>
              <a:rPr lang="en-US" sz="1100" dirty="0">
                <a:solidFill>
                  <a:srgbClr val="000000"/>
                </a:solidFill>
                <a:latin typeface="Arial" pitchFamily="34" charset="0"/>
                <a:ea typeface="Arial" pitchFamily="34" charset="-122"/>
                <a:cs typeface="Arial" pitchFamily="34" charset="-120"/>
              </a:rPr>
              <a:t>ISO/IEC 25010 questionnaire, weighted mean</a:t>
            </a:r>
            <a:endParaRPr lang="en-US" sz="1200" dirty="0"/>
          </a:p>
        </p:txBody>
      </p:sp>
      <p:sp>
        <p:nvSpPr>
          <p:cNvPr id="12" name="anim:4:wipe:0"/>
          <p:cNvSpPr/>
          <p:nvPr/>
        </p:nvSpPr>
        <p:spPr>
          <a:xfrm>
            <a:off x="7790688" y="3680460"/>
            <a:ext cx="475488" cy="457200"/>
          </a:xfrm>
          <a:prstGeom prst="rightArrow">
            <a:avLst/>
          </a:prstGeom>
          <a:solidFill>
            <a:srgbClr val="000000"/>
          </a:solidFill>
          <a:ln w="12700">
            <a:solidFill>
              <a:srgbClr val="000000"/>
            </a:solidFill>
            <a:prstDash val="solid"/>
          </a:ln>
        </p:spPr>
      </p:sp>
      <p:sp>
        <p:nvSpPr>
          <p:cNvPr id="13" name="anim:5:zoom:0"/>
          <p:cNvSpPr/>
          <p:nvPr/>
        </p:nvSpPr>
        <p:spPr>
          <a:xfrm>
            <a:off x="8357616" y="2148840"/>
            <a:ext cx="3246120" cy="3520440"/>
          </a:xfrm>
          <a:prstGeom prst="roundRect">
            <a:avLst>
              <a:gd name="adj" fmla="val 3380"/>
            </a:avLst>
          </a:prstGeom>
          <a:solidFill>
            <a:srgbClr val="1E50FF"/>
          </a:solidFill>
          <a:ln w="28575">
            <a:solidFill>
              <a:srgbClr val="000000"/>
            </a:solidFill>
            <a:prstDash val="solid"/>
          </a:ln>
          <a:effectLst>
            <a:outerShdw sx="100000" sy="100000" kx="0" ky="0" algn="bl" rotWithShape="0" blurRad="101600" dist="76200" dir="2700000">
              <a:srgbClr val="000000">
                <a:alpha val="100000"/>
              </a:srgbClr>
            </a:outerShdw>
          </a:effectLst>
        </p:spPr>
      </p:sp>
      <p:sp>
        <p:nvSpPr>
          <p:cNvPr id="14" name="anim:5:zoom:0"/>
          <p:cNvSpPr txBox="1"/>
          <p:nvPr/>
        </p:nvSpPr>
        <p:spPr>
          <a:xfrm rot="-180000">
            <a:off x="8586216" y="1920240"/>
            <a:ext cx="1371600" cy="384048"/>
          </a:xfrm>
          <a:prstGeom prst="roundRect">
            <a:avLst>
              <a:gd name="adj" fmla="val 19048"/>
            </a:avLst>
          </a:prstGeom>
          <a:solidFill>
            <a:srgbClr val="FFE600"/>
          </a:solidFill>
          <a:ln w="25400">
            <a:solidFill>
              <a:srgbClr val="000000"/>
            </a:solidFill>
          </a:ln>
          <a:effectLst>
            <a:outerShdw sx="100000" sy="100000" kx="0" ky="0" algn="bl" rotWithShape="0" blurRad="101600" dist="38100" dir="2700000">
              <a:srgbClr val="000000">
                <a:alpha val="100000"/>
              </a:srgbClr>
            </a:outerShdw>
          </a:effectLst>
        </p:spPr>
        <p:txBody>
          <a:bodyPr wrap="square" lIns="0" tIns="0" rIns="0" bIns="0" rtlCol="0" anchor="ctr"/>
          <a:lstStyle/>
          <a:p>
            <a:pPr algn="ctr" indent="0" marL="0">
              <a:buNone/>
            </a:pPr>
            <a:r>
              <a:rPr lang="en-US" sz="1300" b="1" dirty="0">
                <a:solidFill>
                  <a:srgbClr val="000000"/>
                </a:solidFill>
                <a:latin typeface="Arial" pitchFamily="34" charset="0"/>
                <a:ea typeface="Arial" pitchFamily="34" charset="-122"/>
                <a:cs typeface="Arial" pitchFamily="34" charset="-120"/>
              </a:rPr>
              <a:t>OUTPUT</a:t>
            </a:r>
            <a:endParaRPr lang="en-US" sz="1300" dirty="0"/>
          </a:p>
        </p:txBody>
      </p:sp>
      <p:sp>
        <p:nvSpPr>
          <p:cNvPr id="15" name="anim:5:zoom:0"/>
          <p:cNvSpPr txBox="1"/>
          <p:nvPr/>
        </p:nvSpPr>
        <p:spPr>
          <a:xfrm>
            <a:off x="8586216" y="2514600"/>
            <a:ext cx="2788920" cy="3017520"/>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BARBERBOOK PH</a:t>
            </a:r>
            <a:endParaRPr lang="en-US" sz="1200" dirty="0"/>
          </a:p>
          <a:p>
            <a:pPr indent="0" marL="0">
              <a:buNone/>
            </a:pPr>
            <a:r>
              <a:rPr lang="en-US" sz="1100" dirty="0">
                <a:solidFill>
                  <a:srgbClr val="FFFFFF"/>
                </a:solidFill>
                <a:latin typeface="Arial" pitchFamily="34" charset="0"/>
                <a:ea typeface="Arial" pitchFamily="34" charset="-122"/>
                <a:cs typeface="Arial" pitchFamily="34" charset="-120"/>
              </a:rPr>
              <a:t>Online Appointment and Haircut Preference System</a:t>
            </a:r>
            <a:endParaRPr lang="en-US" sz="1200" dirty="0"/>
          </a:p>
          <a:p>
            <a:pPr indent="0" marL="0">
              <a:buNone/>
            </a:pPr>
            <a:r>
              <a:rPr lang="en-US" sz="500" dirty="0">
                <a:solidFill>
                  <a:srgbClr val="FFFFFF"/>
                </a:solidFill>
                <a:latin typeface="Arial" pitchFamily="34" charset="0"/>
                <a:ea typeface="Arial" pitchFamily="34" charset="-122"/>
                <a:cs typeface="Arial" pitchFamily="34" charset="-120"/>
              </a:rPr>
              <a:t> </a:t>
            </a:r>
            <a:endParaRPr lang="en-US" sz="1200" dirty="0"/>
          </a:p>
          <a:p>
            <a:pPr indent="0" marL="0">
              <a:buNone/>
            </a:pPr>
            <a:r>
              <a:rPr lang="en-US" sz="1200" b="1" dirty="0">
                <a:solidFill>
                  <a:srgbClr val="FFFFFF"/>
                </a:solidFill>
                <a:latin typeface="Arial" pitchFamily="34" charset="0"/>
                <a:ea typeface="Arial" pitchFamily="34" charset="-122"/>
                <a:cs typeface="Arial" pitchFamily="34" charset="-120"/>
              </a:rPr>
              <a:t>RESULTS</a:t>
            </a:r>
            <a:endParaRPr lang="en-US" sz="1200" dirty="0"/>
          </a:p>
          <a:p>
            <a:pPr indent="0" marL="0">
              <a:buNone/>
            </a:pPr>
            <a:r>
              <a:rPr lang="en-US" sz="1100" dirty="0">
                <a:solidFill>
                  <a:srgbClr val="FFFFFF"/>
                </a:solidFill>
                <a:latin typeface="Arial" pitchFamily="34" charset="0"/>
                <a:ea typeface="Arial" pitchFamily="34" charset="-122"/>
                <a:cs typeface="Arial" pitchFamily="34" charset="-120"/>
              </a:rPr>
              <a:t>Acceptability in functionality, usability, efficiency, reliability, user satisfaction</a:t>
            </a:r>
            <a:endParaRPr lang="en-US" sz="1200" dirty="0"/>
          </a:p>
          <a:p>
            <a:pPr indent="0" marL="0">
              <a:buNone/>
            </a:pPr>
            <a:r>
              <a:rPr lang="en-US" sz="500" dirty="0">
                <a:solidFill>
                  <a:srgbClr val="FFFFFF"/>
                </a:solidFill>
                <a:latin typeface="Arial" pitchFamily="34" charset="0"/>
                <a:ea typeface="Arial" pitchFamily="34" charset="-122"/>
                <a:cs typeface="Arial" pitchFamily="34" charset="-120"/>
              </a:rPr>
              <a:t> </a:t>
            </a:r>
            <a:endParaRPr lang="en-US" sz="1200" dirty="0"/>
          </a:p>
          <a:p>
            <a:pPr indent="0" marL="0">
              <a:buNone/>
            </a:pPr>
            <a:r>
              <a:rPr lang="en-US" sz="1200" b="1" dirty="0">
                <a:solidFill>
                  <a:srgbClr val="FFFFFF"/>
                </a:solidFill>
                <a:latin typeface="Arial" pitchFamily="34" charset="0"/>
                <a:ea typeface="Arial" pitchFamily="34" charset="-122"/>
                <a:cs typeface="Arial" pitchFamily="34" charset="-120"/>
              </a:rPr>
              <a:t>PROPOSED IMPROVEMENTS</a:t>
            </a:r>
            <a:endParaRPr lang="en-US" sz="1200" dirty="0"/>
          </a:p>
        </p:txBody>
      </p:sp>
      <p:sp>
        <p:nvSpPr>
          <p:cNvPr id="16" name="anim:6:wipe:0"/>
          <p:cNvSpPr/>
          <p:nvPr/>
        </p:nvSpPr>
        <p:spPr>
          <a:xfrm>
            <a:off x="9980676" y="5724144"/>
            <a:ext cx="914" cy="356616"/>
          </a:xfrm>
          <a:prstGeom prst="line">
            <a:avLst/>
          </a:prstGeom>
          <a:noFill/>
          <a:ln w="38100">
            <a:solidFill>
              <a:srgbClr val="000000"/>
            </a:solidFill>
            <a:prstDash val="solid"/>
          </a:ln>
        </p:spPr>
      </p:sp>
      <p:sp>
        <p:nvSpPr>
          <p:cNvPr id="17" name="anim:6:wipe:1"/>
          <p:cNvSpPr/>
          <p:nvPr/>
        </p:nvSpPr>
        <p:spPr>
          <a:xfrm flipH="1">
            <a:off x="6076188" y="6080760"/>
            <a:ext cx="3904488" cy="914"/>
          </a:xfrm>
          <a:prstGeom prst="line">
            <a:avLst/>
          </a:prstGeom>
          <a:noFill/>
          <a:ln w="38100">
            <a:solidFill>
              <a:srgbClr val="000000"/>
            </a:solidFill>
            <a:prstDash val="solid"/>
          </a:ln>
        </p:spPr>
      </p:sp>
      <p:sp>
        <p:nvSpPr>
          <p:cNvPr id="18" name="anim:6:wipe:2"/>
          <p:cNvSpPr/>
          <p:nvPr/>
        </p:nvSpPr>
        <p:spPr>
          <a:xfrm flipV="1">
            <a:off x="6076188" y="5760720"/>
            <a:ext cx="914" cy="320040"/>
          </a:xfrm>
          <a:prstGeom prst="line">
            <a:avLst/>
          </a:prstGeom>
          <a:noFill/>
          <a:ln w="38100">
            <a:solidFill>
              <a:srgbClr val="000000"/>
            </a:solidFill>
            <a:prstDash val="solid"/>
            <a:tailEnd type="triangle"/>
          </a:ln>
        </p:spPr>
      </p:sp>
      <p:sp>
        <p:nvSpPr>
          <p:cNvPr id="19" name="anim:7:zoom:0"/>
          <p:cNvSpPr txBox="1"/>
          <p:nvPr/>
        </p:nvSpPr>
        <p:spPr>
          <a:xfrm>
            <a:off x="7388352" y="5897880"/>
            <a:ext cx="1280160" cy="347472"/>
          </a:xfrm>
          <a:prstGeom prst="roundRect">
            <a:avLst>
              <a:gd name="adj" fmla="val 21053"/>
            </a:avLst>
          </a:prstGeom>
          <a:solidFill>
            <a:srgbClr val="FEF08A"/>
          </a:solidFill>
          <a:ln w="25400">
            <a:solidFill>
              <a:srgbClr val="000000"/>
            </a:solidFill>
          </a:ln>
          <a:effectLst>
            <a:outerShdw sx="100000" sy="100000" kx="0" ky="0" algn="bl" rotWithShape="0" blurRad="101600" dist="38100" dir="2700000">
              <a:srgbClr val="000000">
                <a:alpha val="100000"/>
              </a:srgbClr>
            </a:outerShdw>
          </a:effectLst>
        </p:spPr>
        <p:txBody>
          <a:bodyPr wrap="square" lIns="0" tIns="0" rIns="0" bIns="0" rtlCol="0" anchor="ctr"/>
          <a:lstStyle/>
          <a:p>
            <a:pPr algn="ctr" indent="0" marL="0">
              <a:buNone/>
            </a:pPr>
            <a:r>
              <a:rPr lang="en-US" sz="1100" b="1" dirty="0">
                <a:solidFill>
                  <a:srgbClr val="000000"/>
                </a:solidFill>
                <a:latin typeface="Arial" pitchFamily="34" charset="0"/>
                <a:ea typeface="Arial" pitchFamily="34" charset="-122"/>
                <a:cs typeface="Arial" pitchFamily="34" charset="-120"/>
              </a:rPr>
              <a:t>FEEDBACK</a:t>
            </a:r>
            <a:endParaRPr lang="en-US" sz="1100" dirty="0"/>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420" fill="hold"/>
                                        <p:tgtEl>
                                          <p:spTgt spid="2"/>
                                        </p:tgtEl>
                                        <p:attrNameLst>
                                          <p:attrName>ppt_w</p:attrName>
                                        </p:attrNameLst>
                                      </p:cBhvr>
                                      <p:tavLst>
                                        <p:tav tm="0">
                                          <p:val>
                                            <p:fltVal val="0"/>
                                          </p:val>
                                        </p:tav>
                                        <p:tav tm="100000">
                                          <p:val>
                                            <p:strVal val="#ppt_w"/>
                                          </p:val>
                                        </p:tav>
                                      </p:tavLst>
                                    </p:anim>
                                    <p:anim calcmode="lin" valueType="num">
                                      <p:cBhvr additive="base">
                                        <p:cTn id="8" dur="420" fill="hold"/>
                                        <p:tgtEl>
                                          <p:spTgt spid="2"/>
                                        </p:tgtEl>
                                        <p:attrNameLst>
                                          <p:attrName>ppt_h</p:attrName>
                                        </p:attrNameLst>
                                      </p:cBhvr>
                                      <p:tavLst>
                                        <p:tav tm="0">
                                          <p:val>
                                            <p:fltVal val="0"/>
                                          </p:val>
                                        </p:tav>
                                        <p:tav tm="100000">
                                          <p:val>
                                            <p:strVal val="#ppt_h"/>
                                          </p:val>
                                        </p:tav>
                                      </p:tavLst>
                                    </p:anim>
                                    <p:animEffect transition="in" filter="fade">
                                      <p:cBhvr>
                                        <p:cTn id="9" dur="420"/>
                                        <p:tgtEl>
                                          <p:spTgt spid="2"/>
                                        </p:tgtEl>
                                      </p:cBhvr>
                                    </p:animEffect>
                                  </p:childTnLst>
                                </p:cTn>
                              </p:par>
                              <p:par>
                                <p:cTn id="10" presetID="42" presetClass="entr" presetSubtype="0" fill="hold" nodeType="withEffect">
                                  <p:stCondLst>
                                    <p:cond delay="27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50"/>
                                        <p:tgtEl>
                                          <p:spTgt spid="5"/>
                                        </p:tgtEl>
                                      </p:cBhvr>
                                    </p:animEffect>
                                    <p:anim calcmode="lin" valueType="num">
                                      <p:cBhvr additive="base">
                                        <p:cTn id="13" dur="550" fill="hold"/>
                                        <p:tgtEl>
                                          <p:spTgt spid="5"/>
                                        </p:tgtEl>
                                        <p:attrNameLst>
                                          <p:attrName>ppt_x</p:attrName>
                                        </p:attrNameLst>
                                      </p:cBhvr>
                                      <p:tavLst>
                                        <p:tav tm="0">
                                          <p:val>
                                            <p:strVal val="#ppt_x"/>
                                          </p:val>
                                        </p:tav>
                                        <p:tav tm="100000">
                                          <p:val>
                                            <p:strVal val="#ppt_x"/>
                                          </p:val>
                                        </p:tav>
                                      </p:tavLst>
                                    </p:anim>
                                    <p:anim calcmode="lin" valueType="num">
                                      <p:cBhvr additive="base">
                                        <p:cTn id="14" dur="550" fill="hold"/>
                                        <p:tgtEl>
                                          <p:spTgt spid="5"/>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27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50"/>
                                        <p:tgtEl>
                                          <p:spTgt spid="6"/>
                                        </p:tgtEl>
                                      </p:cBhvr>
                                    </p:animEffect>
                                    <p:anim calcmode="lin" valueType="num">
                                      <p:cBhvr additive="base">
                                        <p:cTn id="18" dur="550" fill="hold"/>
                                        <p:tgtEl>
                                          <p:spTgt spid="6"/>
                                        </p:tgtEl>
                                        <p:attrNameLst>
                                          <p:attrName>ppt_x</p:attrName>
                                        </p:attrNameLst>
                                      </p:cBhvr>
                                      <p:tavLst>
                                        <p:tav tm="0">
                                          <p:val>
                                            <p:strVal val="#ppt_x"/>
                                          </p:val>
                                        </p:tav>
                                        <p:tav tm="100000">
                                          <p:val>
                                            <p:strVal val="#ppt_x"/>
                                          </p:val>
                                        </p:tav>
                                      </p:tavLst>
                                    </p:anim>
                                    <p:anim calcmode="lin" valueType="num">
                                      <p:cBhvr additive="base">
                                        <p:cTn id="19" dur="550" fill="hold"/>
                                        <p:tgtEl>
                                          <p:spTgt spid="6"/>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27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50"/>
                                        <p:tgtEl>
                                          <p:spTgt spid="7"/>
                                        </p:tgtEl>
                                      </p:cBhvr>
                                    </p:animEffect>
                                    <p:anim calcmode="lin" valueType="num">
                                      <p:cBhvr additive="base">
                                        <p:cTn id="23" dur="550" fill="hold"/>
                                        <p:tgtEl>
                                          <p:spTgt spid="7"/>
                                        </p:tgtEl>
                                        <p:attrNameLst>
                                          <p:attrName>ppt_x</p:attrName>
                                        </p:attrNameLst>
                                      </p:cBhvr>
                                      <p:tavLst>
                                        <p:tav tm="0">
                                          <p:val>
                                            <p:strVal val="#ppt_x"/>
                                          </p:val>
                                        </p:tav>
                                        <p:tav tm="100000">
                                          <p:val>
                                            <p:strVal val="#ppt_x"/>
                                          </p:val>
                                        </p:tav>
                                      </p:tavLst>
                                    </p:anim>
                                    <p:anim calcmode="lin" valueType="num">
                                      <p:cBhvr additive="base">
                                        <p:cTn id="24" dur="550" fill="hold"/>
                                        <p:tgtEl>
                                          <p:spTgt spid="7"/>
                                        </p:tgtEl>
                                        <p:attrNameLst>
                                          <p:attrName>ppt_y</p:attrName>
                                        </p:attrNameLst>
                                      </p:cBhvr>
                                      <p:tavLst>
                                        <p:tav tm="0">
                                          <p:val>
                                            <p:strVal val="#ppt_y+.1"/>
                                          </p:val>
                                        </p:tav>
                                        <p:tav tm="100000">
                                          <p:val>
                                            <p:strVal val="#ppt_y"/>
                                          </p:val>
                                        </p:tav>
                                      </p:tavLst>
                                    </p:anim>
                                  </p:childTnLst>
                                </p:cTn>
                              </p:par>
                              <p:par>
                                <p:cTn id="25" presetID="22" presetClass="entr" presetSubtype="8" fill="hold" nodeType="withEffect">
                                  <p:stCondLst>
                                    <p:cond delay="670"/>
                                  </p:stCondLst>
                                  <p:childTnLst>
                                    <p:set>
                                      <p:cBhvr>
                                        <p:cTn id="26" dur="1" fill="hold">
                                          <p:stCondLst>
                                            <p:cond delay="0"/>
                                          </p:stCondLst>
                                        </p:cTn>
                                        <p:tgtEl>
                                          <p:spTgt spid="8"/>
                                        </p:tgtEl>
                                        <p:attrNameLst>
                                          <p:attrName>style.visibility</p:attrName>
                                        </p:attrNameLst>
                                      </p:cBhvr>
                                      <p:to>
                                        <p:strVal val="visible"/>
                                      </p:to>
                                    </p:set>
                                    <p:animEffect transition="in" filter="wipe(left)">
                                      <p:cBhvr>
                                        <p:cTn id="27" dur="450"/>
                                        <p:tgtEl>
                                          <p:spTgt spid="8"/>
                                        </p:tgtEl>
                                      </p:cBhvr>
                                    </p:animEffect>
                                  </p:childTnLst>
                                </p:cTn>
                              </p:par>
                              <p:par>
                                <p:cTn id="28" presetID="42" presetClass="entr" presetSubtype="0" fill="hold" nodeType="withEffect">
                                  <p:stCondLst>
                                    <p:cond delay="97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50"/>
                                        <p:tgtEl>
                                          <p:spTgt spid="9"/>
                                        </p:tgtEl>
                                      </p:cBhvr>
                                    </p:animEffect>
                                    <p:anim calcmode="lin" valueType="num">
                                      <p:cBhvr additive="base">
                                        <p:cTn id="31" dur="550" fill="hold"/>
                                        <p:tgtEl>
                                          <p:spTgt spid="9"/>
                                        </p:tgtEl>
                                        <p:attrNameLst>
                                          <p:attrName>ppt_x</p:attrName>
                                        </p:attrNameLst>
                                      </p:cBhvr>
                                      <p:tavLst>
                                        <p:tav tm="0">
                                          <p:val>
                                            <p:strVal val="#ppt_x"/>
                                          </p:val>
                                        </p:tav>
                                        <p:tav tm="100000">
                                          <p:val>
                                            <p:strVal val="#ppt_x"/>
                                          </p:val>
                                        </p:tav>
                                      </p:tavLst>
                                    </p:anim>
                                    <p:anim calcmode="lin" valueType="num">
                                      <p:cBhvr additive="base">
                                        <p:cTn id="32" dur="550" fill="hold"/>
                                        <p:tgtEl>
                                          <p:spTgt spid="9"/>
                                        </p:tgtEl>
                                        <p:attrNameLst>
                                          <p:attrName>ppt_y</p:attrName>
                                        </p:attrNameLst>
                                      </p:cBhvr>
                                      <p:tavLst>
                                        <p:tav tm="0">
                                          <p:val>
                                            <p:strVal val="#ppt_y+.1"/>
                                          </p:val>
                                        </p:tav>
                                        <p:tav tm="100000">
                                          <p:val>
                                            <p:strVal val="#ppt_y"/>
                                          </p:val>
                                        </p:tav>
                                      </p:tavLst>
                                    </p:anim>
                                  </p:childTnLst>
                                </p:cTn>
                              </p:par>
                              <p:par>
                                <p:cTn id="33" presetID="42" presetClass="entr" presetSubtype="0" fill="hold" nodeType="withEffect">
                                  <p:stCondLst>
                                    <p:cond delay="97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550"/>
                                        <p:tgtEl>
                                          <p:spTgt spid="10"/>
                                        </p:tgtEl>
                                      </p:cBhvr>
                                    </p:animEffect>
                                    <p:anim calcmode="lin" valueType="num">
                                      <p:cBhvr additive="base">
                                        <p:cTn id="36" dur="550" fill="hold"/>
                                        <p:tgtEl>
                                          <p:spTgt spid="10"/>
                                        </p:tgtEl>
                                        <p:attrNameLst>
                                          <p:attrName>ppt_x</p:attrName>
                                        </p:attrNameLst>
                                      </p:cBhvr>
                                      <p:tavLst>
                                        <p:tav tm="0">
                                          <p:val>
                                            <p:strVal val="#ppt_x"/>
                                          </p:val>
                                        </p:tav>
                                        <p:tav tm="100000">
                                          <p:val>
                                            <p:strVal val="#ppt_x"/>
                                          </p:val>
                                        </p:tav>
                                      </p:tavLst>
                                    </p:anim>
                                    <p:anim calcmode="lin" valueType="num">
                                      <p:cBhvr additive="base">
                                        <p:cTn id="37" dur="550" fill="hold"/>
                                        <p:tgtEl>
                                          <p:spTgt spid="10"/>
                                        </p:tgtEl>
                                        <p:attrNameLst>
                                          <p:attrName>ppt_y</p:attrName>
                                        </p:attrNameLst>
                                      </p:cBhvr>
                                      <p:tavLst>
                                        <p:tav tm="0">
                                          <p:val>
                                            <p:strVal val="#ppt_y+.1"/>
                                          </p:val>
                                        </p:tav>
                                        <p:tav tm="100000">
                                          <p:val>
                                            <p:strVal val="#ppt_y"/>
                                          </p:val>
                                        </p:tav>
                                      </p:tavLst>
                                    </p:anim>
                                  </p:childTnLst>
                                </p:cTn>
                              </p:par>
                              <p:par>
                                <p:cTn id="38" presetID="42" presetClass="entr" presetSubtype="0" fill="hold" nodeType="withEffect">
                                  <p:stCondLst>
                                    <p:cond delay="970"/>
                                  </p:stCondLst>
                                  <p:childTnLst>
                                    <p:set>
                                      <p:cBhvr>
                                        <p:cTn id="39" dur="1" fill="hold">
                                          <p:stCondLst>
                                            <p:cond delay="0"/>
                                          </p:stCondLst>
                                        </p:cTn>
                                        <p:tgtEl>
                                          <p:spTgt spid="11"/>
                                        </p:tgtEl>
                                        <p:attrNameLst>
                                          <p:attrName>style.visibility</p:attrName>
                                        </p:attrNameLst>
                                      </p:cBhvr>
                                      <p:to>
                                        <p:strVal val="visible"/>
                                      </p:to>
                                    </p:set>
                                    <p:animEffect transition="in" filter="fade">
                                      <p:cBhvr>
                                        <p:cTn id="40" dur="550"/>
                                        <p:tgtEl>
                                          <p:spTgt spid="11"/>
                                        </p:tgtEl>
                                      </p:cBhvr>
                                    </p:animEffect>
                                    <p:anim calcmode="lin" valueType="num">
                                      <p:cBhvr additive="base">
                                        <p:cTn id="41" dur="550" fill="hold"/>
                                        <p:tgtEl>
                                          <p:spTgt spid="11"/>
                                        </p:tgtEl>
                                        <p:attrNameLst>
                                          <p:attrName>ppt_x</p:attrName>
                                        </p:attrNameLst>
                                      </p:cBhvr>
                                      <p:tavLst>
                                        <p:tav tm="0">
                                          <p:val>
                                            <p:strVal val="#ppt_x"/>
                                          </p:val>
                                        </p:tav>
                                        <p:tav tm="100000">
                                          <p:val>
                                            <p:strVal val="#ppt_x"/>
                                          </p:val>
                                        </p:tav>
                                      </p:tavLst>
                                    </p:anim>
                                    <p:anim calcmode="lin" valueType="num">
                                      <p:cBhvr additive="base">
                                        <p:cTn id="42" dur="550" fill="hold"/>
                                        <p:tgtEl>
                                          <p:spTgt spid="11"/>
                                        </p:tgtEl>
                                        <p:attrNameLst>
                                          <p:attrName>ppt_y</p:attrName>
                                        </p:attrNameLst>
                                      </p:cBhvr>
                                      <p:tavLst>
                                        <p:tav tm="0">
                                          <p:val>
                                            <p:strVal val="#ppt_y+.1"/>
                                          </p:val>
                                        </p:tav>
                                        <p:tav tm="100000">
                                          <p:val>
                                            <p:strVal val="#ppt_y"/>
                                          </p:val>
                                        </p:tav>
                                      </p:tavLst>
                                    </p:anim>
                                  </p:childTnLst>
                                </p:cTn>
                              </p:par>
                              <p:par>
                                <p:cTn id="43" presetID="22" presetClass="entr" presetSubtype="8" fill="hold" nodeType="withEffect">
                                  <p:stCondLst>
                                    <p:cond delay="1370"/>
                                  </p:stCondLst>
                                  <p:childTnLst>
                                    <p:set>
                                      <p:cBhvr>
                                        <p:cTn id="44" dur="1" fill="hold">
                                          <p:stCondLst>
                                            <p:cond delay="0"/>
                                          </p:stCondLst>
                                        </p:cTn>
                                        <p:tgtEl>
                                          <p:spTgt spid="12"/>
                                        </p:tgtEl>
                                        <p:attrNameLst>
                                          <p:attrName>style.visibility</p:attrName>
                                        </p:attrNameLst>
                                      </p:cBhvr>
                                      <p:to>
                                        <p:strVal val="visible"/>
                                      </p:to>
                                    </p:set>
                                    <p:animEffect transition="in" filter="wipe(left)">
                                      <p:cBhvr>
                                        <p:cTn id="45" dur="450"/>
                                        <p:tgtEl>
                                          <p:spTgt spid="12"/>
                                        </p:tgtEl>
                                      </p:cBhvr>
                                    </p:animEffect>
                                  </p:childTnLst>
                                </p:cTn>
                              </p:par>
                              <p:par>
                                <p:cTn id="46" presetID="53" presetClass="entr" presetSubtype="16" fill="hold" nodeType="withEffect">
                                  <p:stCondLst>
                                    <p:cond delay="1670"/>
                                  </p:stCondLst>
                                  <p:childTnLst>
                                    <p:set>
                                      <p:cBhvr>
                                        <p:cTn id="47" dur="1" fill="hold">
                                          <p:stCondLst>
                                            <p:cond delay="0"/>
                                          </p:stCondLst>
                                        </p:cTn>
                                        <p:tgtEl>
                                          <p:spTgt spid="13"/>
                                        </p:tgtEl>
                                        <p:attrNameLst>
                                          <p:attrName>style.visibility</p:attrName>
                                        </p:attrNameLst>
                                      </p:cBhvr>
                                      <p:to>
                                        <p:strVal val="visible"/>
                                      </p:to>
                                    </p:set>
                                    <p:anim calcmode="lin" valueType="num">
                                      <p:cBhvr additive="base">
                                        <p:cTn id="48" dur="420" fill="hold"/>
                                        <p:tgtEl>
                                          <p:spTgt spid="13"/>
                                        </p:tgtEl>
                                        <p:attrNameLst>
                                          <p:attrName>ppt_w</p:attrName>
                                        </p:attrNameLst>
                                      </p:cBhvr>
                                      <p:tavLst>
                                        <p:tav tm="0">
                                          <p:val>
                                            <p:fltVal val="0"/>
                                          </p:val>
                                        </p:tav>
                                        <p:tav tm="100000">
                                          <p:val>
                                            <p:strVal val="#ppt_w"/>
                                          </p:val>
                                        </p:tav>
                                      </p:tavLst>
                                    </p:anim>
                                    <p:anim calcmode="lin" valueType="num">
                                      <p:cBhvr additive="base">
                                        <p:cTn id="49" dur="420" fill="hold"/>
                                        <p:tgtEl>
                                          <p:spTgt spid="13"/>
                                        </p:tgtEl>
                                        <p:attrNameLst>
                                          <p:attrName>ppt_h</p:attrName>
                                        </p:attrNameLst>
                                      </p:cBhvr>
                                      <p:tavLst>
                                        <p:tav tm="0">
                                          <p:val>
                                            <p:fltVal val="0"/>
                                          </p:val>
                                        </p:tav>
                                        <p:tav tm="100000">
                                          <p:val>
                                            <p:strVal val="#ppt_h"/>
                                          </p:val>
                                        </p:tav>
                                      </p:tavLst>
                                    </p:anim>
                                    <p:animEffect transition="in" filter="fade">
                                      <p:cBhvr>
                                        <p:cTn id="50" dur="420"/>
                                        <p:tgtEl>
                                          <p:spTgt spid="13"/>
                                        </p:tgtEl>
                                      </p:cBhvr>
                                    </p:animEffect>
                                  </p:childTnLst>
                                </p:cTn>
                              </p:par>
                              <p:par>
                                <p:cTn id="51" presetID="53" presetClass="entr" presetSubtype="16" fill="hold" nodeType="withEffect">
                                  <p:stCondLst>
                                    <p:cond delay="1670"/>
                                  </p:stCondLst>
                                  <p:childTnLst>
                                    <p:set>
                                      <p:cBhvr>
                                        <p:cTn id="52" dur="1" fill="hold">
                                          <p:stCondLst>
                                            <p:cond delay="0"/>
                                          </p:stCondLst>
                                        </p:cTn>
                                        <p:tgtEl>
                                          <p:spTgt spid="14"/>
                                        </p:tgtEl>
                                        <p:attrNameLst>
                                          <p:attrName>style.visibility</p:attrName>
                                        </p:attrNameLst>
                                      </p:cBhvr>
                                      <p:to>
                                        <p:strVal val="visible"/>
                                      </p:to>
                                    </p:set>
                                    <p:anim calcmode="lin" valueType="num">
                                      <p:cBhvr additive="base">
                                        <p:cTn id="53" dur="420" fill="hold"/>
                                        <p:tgtEl>
                                          <p:spTgt spid="14"/>
                                        </p:tgtEl>
                                        <p:attrNameLst>
                                          <p:attrName>ppt_w</p:attrName>
                                        </p:attrNameLst>
                                      </p:cBhvr>
                                      <p:tavLst>
                                        <p:tav tm="0">
                                          <p:val>
                                            <p:fltVal val="0"/>
                                          </p:val>
                                        </p:tav>
                                        <p:tav tm="100000">
                                          <p:val>
                                            <p:strVal val="#ppt_w"/>
                                          </p:val>
                                        </p:tav>
                                      </p:tavLst>
                                    </p:anim>
                                    <p:anim calcmode="lin" valueType="num">
                                      <p:cBhvr additive="base">
                                        <p:cTn id="54" dur="420" fill="hold"/>
                                        <p:tgtEl>
                                          <p:spTgt spid="14"/>
                                        </p:tgtEl>
                                        <p:attrNameLst>
                                          <p:attrName>ppt_h</p:attrName>
                                        </p:attrNameLst>
                                      </p:cBhvr>
                                      <p:tavLst>
                                        <p:tav tm="0">
                                          <p:val>
                                            <p:fltVal val="0"/>
                                          </p:val>
                                        </p:tav>
                                        <p:tav tm="100000">
                                          <p:val>
                                            <p:strVal val="#ppt_h"/>
                                          </p:val>
                                        </p:tav>
                                      </p:tavLst>
                                    </p:anim>
                                    <p:animEffect transition="in" filter="fade">
                                      <p:cBhvr>
                                        <p:cTn id="55" dur="420"/>
                                        <p:tgtEl>
                                          <p:spTgt spid="14"/>
                                        </p:tgtEl>
                                      </p:cBhvr>
                                    </p:animEffect>
                                  </p:childTnLst>
                                </p:cTn>
                              </p:par>
                              <p:par>
                                <p:cTn id="56" presetID="53" presetClass="entr" presetSubtype="16" fill="hold" nodeType="withEffect">
                                  <p:stCondLst>
                                    <p:cond delay="1670"/>
                                  </p:stCondLst>
                                  <p:childTnLst>
                                    <p:set>
                                      <p:cBhvr>
                                        <p:cTn id="57" dur="1" fill="hold">
                                          <p:stCondLst>
                                            <p:cond delay="0"/>
                                          </p:stCondLst>
                                        </p:cTn>
                                        <p:tgtEl>
                                          <p:spTgt spid="15"/>
                                        </p:tgtEl>
                                        <p:attrNameLst>
                                          <p:attrName>style.visibility</p:attrName>
                                        </p:attrNameLst>
                                      </p:cBhvr>
                                      <p:to>
                                        <p:strVal val="visible"/>
                                      </p:to>
                                    </p:set>
                                    <p:anim calcmode="lin" valueType="num">
                                      <p:cBhvr additive="base">
                                        <p:cTn id="58" dur="420" fill="hold"/>
                                        <p:tgtEl>
                                          <p:spTgt spid="15"/>
                                        </p:tgtEl>
                                        <p:attrNameLst>
                                          <p:attrName>ppt_w</p:attrName>
                                        </p:attrNameLst>
                                      </p:cBhvr>
                                      <p:tavLst>
                                        <p:tav tm="0">
                                          <p:val>
                                            <p:fltVal val="0"/>
                                          </p:val>
                                        </p:tav>
                                        <p:tav tm="100000">
                                          <p:val>
                                            <p:strVal val="#ppt_w"/>
                                          </p:val>
                                        </p:tav>
                                      </p:tavLst>
                                    </p:anim>
                                    <p:anim calcmode="lin" valueType="num">
                                      <p:cBhvr additive="base">
                                        <p:cTn id="59" dur="420" fill="hold"/>
                                        <p:tgtEl>
                                          <p:spTgt spid="15"/>
                                        </p:tgtEl>
                                        <p:attrNameLst>
                                          <p:attrName>ppt_h</p:attrName>
                                        </p:attrNameLst>
                                      </p:cBhvr>
                                      <p:tavLst>
                                        <p:tav tm="0">
                                          <p:val>
                                            <p:fltVal val="0"/>
                                          </p:val>
                                        </p:tav>
                                        <p:tav tm="100000">
                                          <p:val>
                                            <p:strVal val="#ppt_h"/>
                                          </p:val>
                                        </p:tav>
                                      </p:tavLst>
                                    </p:anim>
                                    <p:animEffect transition="in" filter="fade">
                                      <p:cBhvr>
                                        <p:cTn id="60" dur="420"/>
                                        <p:tgtEl>
                                          <p:spTgt spid="15"/>
                                        </p:tgtEl>
                                      </p:cBhvr>
                                    </p:animEffect>
                                  </p:childTnLst>
                                </p:cTn>
                              </p:par>
                              <p:par>
                                <p:cTn id="61" presetID="22" presetClass="entr" presetSubtype="8" fill="hold" nodeType="withEffect">
                                  <p:stCondLst>
                                    <p:cond delay="1940"/>
                                  </p:stCondLst>
                                  <p:childTnLst>
                                    <p:set>
                                      <p:cBhvr>
                                        <p:cTn id="62" dur="1" fill="hold">
                                          <p:stCondLst>
                                            <p:cond delay="0"/>
                                          </p:stCondLst>
                                        </p:cTn>
                                        <p:tgtEl>
                                          <p:spTgt spid="16"/>
                                        </p:tgtEl>
                                        <p:attrNameLst>
                                          <p:attrName>style.visibility</p:attrName>
                                        </p:attrNameLst>
                                      </p:cBhvr>
                                      <p:to>
                                        <p:strVal val="visible"/>
                                      </p:to>
                                    </p:set>
                                    <p:animEffect transition="in" filter="wipe(left)">
                                      <p:cBhvr>
                                        <p:cTn id="63" dur="450"/>
                                        <p:tgtEl>
                                          <p:spTgt spid="16"/>
                                        </p:tgtEl>
                                      </p:cBhvr>
                                    </p:animEffect>
                                  </p:childTnLst>
                                </p:cTn>
                              </p:par>
                              <p:par>
                                <p:cTn id="64" presetID="22" presetClass="entr" presetSubtype="8" fill="hold" nodeType="withEffect">
                                  <p:stCondLst>
                                    <p:cond delay="2060"/>
                                  </p:stCondLst>
                                  <p:childTnLst>
                                    <p:set>
                                      <p:cBhvr>
                                        <p:cTn id="65" dur="1" fill="hold">
                                          <p:stCondLst>
                                            <p:cond delay="0"/>
                                          </p:stCondLst>
                                        </p:cTn>
                                        <p:tgtEl>
                                          <p:spTgt spid="17"/>
                                        </p:tgtEl>
                                        <p:attrNameLst>
                                          <p:attrName>style.visibility</p:attrName>
                                        </p:attrNameLst>
                                      </p:cBhvr>
                                      <p:to>
                                        <p:strVal val="visible"/>
                                      </p:to>
                                    </p:set>
                                    <p:animEffect transition="in" filter="wipe(left)">
                                      <p:cBhvr>
                                        <p:cTn id="66" dur="450"/>
                                        <p:tgtEl>
                                          <p:spTgt spid="17"/>
                                        </p:tgtEl>
                                      </p:cBhvr>
                                    </p:animEffect>
                                  </p:childTnLst>
                                </p:cTn>
                              </p:par>
                              <p:par>
                                <p:cTn id="67" presetID="22" presetClass="entr" presetSubtype="8" fill="hold" nodeType="withEffect">
                                  <p:stCondLst>
                                    <p:cond delay="2180"/>
                                  </p:stCondLst>
                                  <p:childTnLst>
                                    <p:set>
                                      <p:cBhvr>
                                        <p:cTn id="68" dur="1" fill="hold">
                                          <p:stCondLst>
                                            <p:cond delay="0"/>
                                          </p:stCondLst>
                                        </p:cTn>
                                        <p:tgtEl>
                                          <p:spTgt spid="18"/>
                                        </p:tgtEl>
                                        <p:attrNameLst>
                                          <p:attrName>style.visibility</p:attrName>
                                        </p:attrNameLst>
                                      </p:cBhvr>
                                      <p:to>
                                        <p:strVal val="visible"/>
                                      </p:to>
                                    </p:set>
                                    <p:animEffect transition="in" filter="wipe(left)">
                                      <p:cBhvr>
                                        <p:cTn id="69" dur="450"/>
                                        <p:tgtEl>
                                          <p:spTgt spid="18"/>
                                        </p:tgtEl>
                                      </p:cBhvr>
                                    </p:animEffect>
                                  </p:childTnLst>
                                </p:cTn>
                              </p:par>
                              <p:par>
                                <p:cTn id="70" presetID="53" presetClass="entr" presetSubtype="16" fill="hold" nodeType="withEffect">
                                  <p:stCondLst>
                                    <p:cond delay="2480"/>
                                  </p:stCondLst>
                                  <p:childTnLst>
                                    <p:set>
                                      <p:cBhvr>
                                        <p:cTn id="71" dur="1" fill="hold">
                                          <p:stCondLst>
                                            <p:cond delay="0"/>
                                          </p:stCondLst>
                                        </p:cTn>
                                        <p:tgtEl>
                                          <p:spTgt spid="19"/>
                                        </p:tgtEl>
                                        <p:attrNameLst>
                                          <p:attrName>style.visibility</p:attrName>
                                        </p:attrNameLst>
                                      </p:cBhvr>
                                      <p:to>
                                        <p:strVal val="visible"/>
                                      </p:to>
                                    </p:set>
                                    <p:anim calcmode="lin" valueType="num">
                                      <p:cBhvr additive="base">
                                        <p:cTn id="72" dur="420" fill="hold"/>
                                        <p:tgtEl>
                                          <p:spTgt spid="19"/>
                                        </p:tgtEl>
                                        <p:attrNameLst>
                                          <p:attrName>ppt_w</p:attrName>
                                        </p:attrNameLst>
                                      </p:cBhvr>
                                      <p:tavLst>
                                        <p:tav tm="0">
                                          <p:val>
                                            <p:fltVal val="0"/>
                                          </p:val>
                                        </p:tav>
                                        <p:tav tm="100000">
                                          <p:val>
                                            <p:strVal val="#ppt_w"/>
                                          </p:val>
                                        </p:tav>
                                      </p:tavLst>
                                    </p:anim>
                                    <p:anim calcmode="lin" valueType="num">
                                      <p:cBhvr additive="base">
                                        <p:cTn id="73" dur="420" fill="hold"/>
                                        <p:tgtEl>
                                          <p:spTgt spid="19"/>
                                        </p:tgtEl>
                                        <p:attrNameLst>
                                          <p:attrName>ppt_h</p:attrName>
                                        </p:attrNameLst>
                                      </p:cBhvr>
                                      <p:tavLst>
                                        <p:tav tm="0">
                                          <p:val>
                                            <p:fltVal val="0"/>
                                          </p:val>
                                        </p:tav>
                                        <p:tav tm="100000">
                                          <p:val>
                                            <p:strVal val="#ppt_h"/>
                                          </p:val>
                                        </p:tav>
                                      </p:tavLst>
                                    </p:anim>
                                    <p:animEffect transition="in" filter="fade">
                                      <p:cBhvr>
                                        <p:cTn id="74" dur="42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E50FF"/>
        </a:solidFill>
      </p:bgPr>
    </p:bg>
    <p:spTree>
      <p:nvGrpSpPr>
        <p:cNvPr id="1" name=""/>
        <p:cNvGrpSpPr/>
        <p:nvPr/>
      </p:nvGrpSpPr>
      <p:grpSpPr>
        <a:xfrm>
          <a:off x="0" y="0"/>
          <a:ext cx="0" cy="0"/>
          <a:chOff x="0" y="0"/>
          <a:chExt cx="0" cy="0"/>
        </a:xfrm>
      </p:grpSpPr>
      <p:sp>
        <p:nvSpPr>
          <p:cNvPr id="2" name="anim:0:zoom:0"/>
          <p:cNvSpPr txBox="1"/>
          <p:nvPr/>
        </p:nvSpPr>
        <p:spPr>
          <a:xfrm rot="-180000">
            <a:off x="548640" y="320040"/>
            <a:ext cx="1883664" cy="384048"/>
          </a:xfrm>
          <a:prstGeom prst="roundRect">
            <a:avLst>
              <a:gd name="adj" fmla="val 19048"/>
            </a:avLst>
          </a:prstGeom>
          <a:solidFill>
            <a:srgbClr val="FFE600"/>
          </a:solidFill>
          <a:ln w="25400">
            <a:solidFill>
              <a:srgbClr val="000000"/>
            </a:solidFill>
          </a:ln>
          <a:effectLst>
            <a:outerShdw sx="100000" sy="100000" kx="0" ky="0" algn="bl" rotWithShape="0" blurRad="101600" dist="38100" dir="2700000">
              <a:srgbClr val="000000">
                <a:alpha val="100000"/>
              </a:srgbClr>
            </a:outerShdw>
          </a:effectLst>
        </p:spPr>
        <p:txBody>
          <a:bodyPr wrap="square" lIns="0" tIns="0" rIns="0" bIns="0"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USER JOURNEY</a:t>
            </a:r>
            <a:endParaRPr lang="en-US" sz="1200" dirty="0"/>
          </a:p>
        </p:txBody>
      </p:sp>
      <p:sp>
        <p:nvSpPr>
          <p:cNvPr id="3" name="Text 1"/>
          <p:cNvSpPr txBox="1"/>
          <p:nvPr/>
        </p:nvSpPr>
        <p:spPr>
          <a:xfrm>
            <a:off x="548640" y="822960"/>
            <a:ext cx="11064240" cy="685800"/>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FROM HOME SCREEN TO CONFIRMED SLOT</a:t>
            </a:r>
            <a:endParaRPr lang="en-US" sz="3200" dirty="0"/>
          </a:p>
        </p:txBody>
      </p:sp>
      <p:pic>
        <p:nvPicPr>
          <p:cNvPr id="4" name="anim:1:float:0" descr="img/nb_screen1.png">    </p:cNvPr>
          <p:cNvPicPr>
            <a:picLocks noChangeAspect="1"/>
          </p:cNvPicPr>
          <p:nvPr/>
        </p:nvPicPr>
        <p:blipFill>
          <a:blip r:embed="rId1"/>
          <a:stretch>
            <a:fillRect/>
          </a:stretch>
        </p:blipFill>
        <p:spPr>
          <a:xfrm>
            <a:off x="548640" y="1691640"/>
            <a:ext cx="1664208" cy="3562892"/>
          </a:xfrm>
          <a:prstGeom prst="rect">
            <a:avLst/>
          </a:prstGeom>
        </p:spPr>
      </p:pic>
      <p:sp>
        <p:nvSpPr>
          <p:cNvPr id="5" name="anim:1:float:0"/>
          <p:cNvSpPr txBox="1"/>
          <p:nvPr/>
        </p:nvSpPr>
        <p:spPr>
          <a:xfrm>
            <a:off x="530352" y="5437412"/>
            <a:ext cx="1700784" cy="411480"/>
          </a:xfrm>
          <a:prstGeom prst="roundRect">
            <a:avLst>
              <a:gd name="adj" fmla="val 17778"/>
            </a:avLst>
          </a:prstGeom>
          <a:solidFill>
            <a:srgbClr val="FFE600"/>
          </a:solidFill>
          <a:ln w="25400">
            <a:solidFill>
              <a:srgbClr val="000000"/>
            </a:solidFill>
          </a:ln>
          <a:effectLst>
            <a:outerShdw sx="100000" sy="100000" kx="0" ky="0" algn="bl" rotWithShape="0" blurRad="101600" dist="38100" dir="2700000">
              <a:srgbClr val="000000">
                <a:alpha val="100000"/>
              </a:srgbClr>
            </a:outerShdw>
          </a:effectLst>
        </p:spPr>
        <p:txBody>
          <a:bodyPr wrap="square" lIns="0" tIns="0" rIns="0" bIns="0" rtlCol="0" anchor="ctr"/>
          <a:lstStyle/>
          <a:p>
            <a:pPr algn="ctr" indent="0" marL="0">
              <a:buNone/>
            </a:pPr>
            <a:r>
              <a:rPr lang="en-US" sz="1050" b="1" dirty="0">
                <a:solidFill>
                  <a:srgbClr val="000000"/>
                </a:solidFill>
                <a:latin typeface="Arial" pitchFamily="34" charset="0"/>
                <a:ea typeface="Arial" pitchFamily="34" charset="-122"/>
                <a:cs typeface="Arial" pitchFamily="34" charset="-120"/>
              </a:rPr>
              <a:t>1  FIND A SHOP</a:t>
            </a:r>
            <a:endParaRPr lang="en-US" sz="1050" dirty="0"/>
          </a:p>
        </p:txBody>
      </p:sp>
      <p:pic>
        <p:nvPicPr>
          <p:cNvPr id="6" name="anim:1:float:1" descr="img/nb_screen2.png">    </p:cNvPr>
          <p:cNvPicPr>
            <a:picLocks noChangeAspect="1"/>
          </p:cNvPicPr>
          <p:nvPr/>
        </p:nvPicPr>
        <p:blipFill>
          <a:blip r:embed="rId2"/>
          <a:stretch>
            <a:fillRect/>
          </a:stretch>
        </p:blipFill>
        <p:spPr>
          <a:xfrm>
            <a:off x="2428646" y="1691640"/>
            <a:ext cx="1664208" cy="3562892"/>
          </a:xfrm>
          <a:prstGeom prst="rect">
            <a:avLst/>
          </a:prstGeom>
        </p:spPr>
      </p:pic>
      <p:sp>
        <p:nvSpPr>
          <p:cNvPr id="7" name="anim:1:float:1"/>
          <p:cNvSpPr txBox="1"/>
          <p:nvPr/>
        </p:nvSpPr>
        <p:spPr>
          <a:xfrm>
            <a:off x="2410358" y="5437412"/>
            <a:ext cx="1700784" cy="411480"/>
          </a:xfrm>
          <a:prstGeom prst="roundRect">
            <a:avLst>
              <a:gd name="adj" fmla="val 17778"/>
            </a:avLst>
          </a:prstGeom>
          <a:solidFill>
            <a:srgbClr val="FFE600"/>
          </a:solidFill>
          <a:ln w="25400">
            <a:solidFill>
              <a:srgbClr val="000000"/>
            </a:solidFill>
          </a:ln>
          <a:effectLst>
            <a:outerShdw sx="100000" sy="100000" kx="0" ky="0" algn="bl" rotWithShape="0" blurRad="101600" dist="38100" dir="2700000">
              <a:srgbClr val="000000">
                <a:alpha val="100000"/>
              </a:srgbClr>
            </a:outerShdw>
          </a:effectLst>
        </p:spPr>
        <p:txBody>
          <a:bodyPr wrap="square" lIns="0" tIns="0" rIns="0" bIns="0" rtlCol="0" anchor="ctr"/>
          <a:lstStyle/>
          <a:p>
            <a:pPr algn="ctr" indent="0" marL="0">
              <a:buNone/>
            </a:pPr>
            <a:r>
              <a:rPr lang="en-US" sz="1050" b="1" dirty="0">
                <a:solidFill>
                  <a:srgbClr val="000000"/>
                </a:solidFill>
                <a:latin typeface="Arial" pitchFamily="34" charset="0"/>
                <a:ea typeface="Arial" pitchFamily="34" charset="-122"/>
                <a:cs typeface="Arial" pitchFamily="34" charset="-120"/>
              </a:rPr>
              <a:t>2  CHOOSE A STYLE</a:t>
            </a:r>
            <a:endParaRPr lang="en-US" sz="1050" dirty="0"/>
          </a:p>
        </p:txBody>
      </p:sp>
      <p:pic>
        <p:nvPicPr>
          <p:cNvPr id="8" name="anim:1:float:2" descr="img/nb_screen3.png">    </p:cNvPr>
          <p:cNvPicPr>
            <a:picLocks noChangeAspect="1"/>
          </p:cNvPicPr>
          <p:nvPr/>
        </p:nvPicPr>
        <p:blipFill>
          <a:blip r:embed="rId3"/>
          <a:stretch>
            <a:fillRect/>
          </a:stretch>
        </p:blipFill>
        <p:spPr>
          <a:xfrm>
            <a:off x="4308653" y="1691640"/>
            <a:ext cx="1664208" cy="3562892"/>
          </a:xfrm>
          <a:prstGeom prst="rect">
            <a:avLst/>
          </a:prstGeom>
        </p:spPr>
      </p:pic>
      <p:sp>
        <p:nvSpPr>
          <p:cNvPr id="9" name="anim:1:float:2"/>
          <p:cNvSpPr txBox="1"/>
          <p:nvPr/>
        </p:nvSpPr>
        <p:spPr>
          <a:xfrm>
            <a:off x="4290365" y="5437412"/>
            <a:ext cx="1700784" cy="411480"/>
          </a:xfrm>
          <a:prstGeom prst="roundRect">
            <a:avLst>
              <a:gd name="adj" fmla="val 17778"/>
            </a:avLst>
          </a:prstGeom>
          <a:solidFill>
            <a:srgbClr val="FFE600"/>
          </a:solidFill>
          <a:ln w="25400">
            <a:solidFill>
              <a:srgbClr val="000000"/>
            </a:solidFill>
          </a:ln>
          <a:effectLst>
            <a:outerShdw sx="100000" sy="100000" kx="0" ky="0" algn="bl" rotWithShape="0" blurRad="101600" dist="38100" dir="2700000">
              <a:srgbClr val="000000">
                <a:alpha val="100000"/>
              </a:srgbClr>
            </a:outerShdw>
          </a:effectLst>
        </p:spPr>
        <p:txBody>
          <a:bodyPr wrap="square" lIns="0" tIns="0" rIns="0" bIns="0" rtlCol="0" anchor="ctr"/>
          <a:lstStyle/>
          <a:p>
            <a:pPr algn="ctr" indent="0" marL="0">
              <a:buNone/>
            </a:pPr>
            <a:r>
              <a:rPr lang="en-US" sz="1050" b="1" dirty="0">
                <a:solidFill>
                  <a:srgbClr val="000000"/>
                </a:solidFill>
                <a:latin typeface="Arial" pitchFamily="34" charset="0"/>
                <a:ea typeface="Arial" pitchFamily="34" charset="-122"/>
                <a:cs typeface="Arial" pitchFamily="34" charset="-120"/>
              </a:rPr>
              <a:t>3  BARBER + PREFS</a:t>
            </a:r>
            <a:endParaRPr lang="en-US" sz="1050" dirty="0"/>
          </a:p>
        </p:txBody>
      </p:sp>
      <p:pic>
        <p:nvPicPr>
          <p:cNvPr id="10" name="anim:1:float:3" descr="img/nb_screen4.png">    </p:cNvPr>
          <p:cNvPicPr>
            <a:picLocks noChangeAspect="1"/>
          </p:cNvPicPr>
          <p:nvPr/>
        </p:nvPicPr>
        <p:blipFill>
          <a:blip r:embed="rId4"/>
          <a:stretch>
            <a:fillRect/>
          </a:stretch>
        </p:blipFill>
        <p:spPr>
          <a:xfrm>
            <a:off x="6188659" y="1691640"/>
            <a:ext cx="1664208" cy="3562892"/>
          </a:xfrm>
          <a:prstGeom prst="rect">
            <a:avLst/>
          </a:prstGeom>
        </p:spPr>
      </p:pic>
      <p:sp>
        <p:nvSpPr>
          <p:cNvPr id="11" name="anim:1:float:3"/>
          <p:cNvSpPr txBox="1"/>
          <p:nvPr/>
        </p:nvSpPr>
        <p:spPr>
          <a:xfrm>
            <a:off x="6170371" y="5437412"/>
            <a:ext cx="1700784" cy="411480"/>
          </a:xfrm>
          <a:prstGeom prst="roundRect">
            <a:avLst>
              <a:gd name="adj" fmla="val 17778"/>
            </a:avLst>
          </a:prstGeom>
          <a:solidFill>
            <a:srgbClr val="FFE600"/>
          </a:solidFill>
          <a:ln w="25400">
            <a:solidFill>
              <a:srgbClr val="000000"/>
            </a:solidFill>
          </a:ln>
          <a:effectLst>
            <a:outerShdw sx="100000" sy="100000" kx="0" ky="0" algn="bl" rotWithShape="0" blurRad="101600" dist="38100" dir="2700000">
              <a:srgbClr val="000000">
                <a:alpha val="100000"/>
              </a:srgbClr>
            </a:outerShdw>
          </a:effectLst>
        </p:spPr>
        <p:txBody>
          <a:bodyPr wrap="square" lIns="0" tIns="0" rIns="0" bIns="0" rtlCol="0" anchor="ctr"/>
          <a:lstStyle/>
          <a:p>
            <a:pPr algn="ctr" indent="0" marL="0">
              <a:buNone/>
            </a:pPr>
            <a:r>
              <a:rPr lang="en-US" sz="1050" b="1" dirty="0">
                <a:solidFill>
                  <a:srgbClr val="000000"/>
                </a:solidFill>
                <a:latin typeface="Arial" pitchFamily="34" charset="0"/>
                <a:ea typeface="Arial" pitchFamily="34" charset="-122"/>
                <a:cs typeface="Arial" pitchFamily="34" charset="-120"/>
              </a:rPr>
              <a:t>4  PICK A FREE SLOT</a:t>
            </a:r>
            <a:endParaRPr lang="en-US" sz="1050" dirty="0"/>
          </a:p>
        </p:txBody>
      </p:sp>
      <p:pic>
        <p:nvPicPr>
          <p:cNvPr id="12" name="anim:1:float:4" descr="img/nb_screen6.png">    </p:cNvPr>
          <p:cNvPicPr>
            <a:picLocks noChangeAspect="1"/>
          </p:cNvPicPr>
          <p:nvPr/>
        </p:nvPicPr>
        <p:blipFill>
          <a:blip r:embed="rId5"/>
          <a:stretch>
            <a:fillRect/>
          </a:stretch>
        </p:blipFill>
        <p:spPr>
          <a:xfrm>
            <a:off x="8068666" y="1691640"/>
            <a:ext cx="1664208" cy="3562892"/>
          </a:xfrm>
          <a:prstGeom prst="rect">
            <a:avLst/>
          </a:prstGeom>
        </p:spPr>
      </p:pic>
      <p:sp>
        <p:nvSpPr>
          <p:cNvPr id="13" name="anim:1:float:4"/>
          <p:cNvSpPr txBox="1"/>
          <p:nvPr/>
        </p:nvSpPr>
        <p:spPr>
          <a:xfrm>
            <a:off x="8050378" y="5437412"/>
            <a:ext cx="1700784" cy="411480"/>
          </a:xfrm>
          <a:prstGeom prst="roundRect">
            <a:avLst>
              <a:gd name="adj" fmla="val 17778"/>
            </a:avLst>
          </a:prstGeom>
          <a:solidFill>
            <a:srgbClr val="FFE600"/>
          </a:solidFill>
          <a:ln w="25400">
            <a:solidFill>
              <a:srgbClr val="000000"/>
            </a:solidFill>
          </a:ln>
          <a:effectLst>
            <a:outerShdw sx="100000" sy="100000" kx="0" ky="0" algn="bl" rotWithShape="0" blurRad="101600" dist="38100" dir="2700000">
              <a:srgbClr val="000000">
                <a:alpha val="100000"/>
              </a:srgbClr>
            </a:outerShdw>
          </a:effectLst>
        </p:spPr>
        <p:txBody>
          <a:bodyPr wrap="square" lIns="0" tIns="0" rIns="0" bIns="0" rtlCol="0" anchor="ctr"/>
          <a:lstStyle/>
          <a:p>
            <a:pPr algn="ctr" indent="0" marL="0">
              <a:buNone/>
            </a:pPr>
            <a:r>
              <a:rPr lang="en-US" sz="1050" b="1" dirty="0">
                <a:solidFill>
                  <a:srgbClr val="000000"/>
                </a:solidFill>
                <a:latin typeface="Arial" pitchFamily="34" charset="0"/>
                <a:ea typeface="Arial" pitchFamily="34" charset="-122"/>
                <a:cs typeface="Arial" pitchFamily="34" charset="-120"/>
              </a:rPr>
              <a:t>5  CONFIRMED!</a:t>
            </a:r>
            <a:endParaRPr lang="en-US" sz="1050" dirty="0"/>
          </a:p>
        </p:txBody>
      </p:sp>
      <p:pic>
        <p:nvPicPr>
          <p:cNvPr id="14" name="anim:1:float:5" descr="img/nb_screen7.png">    </p:cNvPr>
          <p:cNvPicPr>
            <a:picLocks noChangeAspect="1"/>
          </p:cNvPicPr>
          <p:nvPr/>
        </p:nvPicPr>
        <p:blipFill>
          <a:blip r:embed="rId6"/>
          <a:stretch>
            <a:fillRect/>
          </a:stretch>
        </p:blipFill>
        <p:spPr>
          <a:xfrm>
            <a:off x="9948672" y="1691640"/>
            <a:ext cx="1664208" cy="3562892"/>
          </a:xfrm>
          <a:prstGeom prst="rect">
            <a:avLst/>
          </a:prstGeom>
        </p:spPr>
      </p:pic>
      <p:sp>
        <p:nvSpPr>
          <p:cNvPr id="15" name="anim:1:float:5"/>
          <p:cNvSpPr txBox="1"/>
          <p:nvPr/>
        </p:nvSpPr>
        <p:spPr>
          <a:xfrm>
            <a:off x="9930384" y="5437412"/>
            <a:ext cx="1700784" cy="411480"/>
          </a:xfrm>
          <a:prstGeom prst="roundRect">
            <a:avLst>
              <a:gd name="adj" fmla="val 17778"/>
            </a:avLst>
          </a:prstGeom>
          <a:solidFill>
            <a:srgbClr val="22C55E"/>
          </a:solidFill>
          <a:ln w="25400">
            <a:solidFill>
              <a:srgbClr val="000000"/>
            </a:solidFill>
          </a:ln>
          <a:effectLst>
            <a:outerShdw sx="100000" sy="100000" kx="0" ky="0" algn="bl" rotWithShape="0" blurRad="101600" dist="38100" dir="2700000">
              <a:srgbClr val="000000">
                <a:alpha val="100000"/>
              </a:srgbClr>
            </a:outerShdw>
          </a:effectLst>
        </p:spPr>
        <p:txBody>
          <a:bodyPr wrap="square" lIns="0" tIns="0" rIns="0" bIns="0" rtlCol="0" anchor="ctr"/>
          <a:lstStyle/>
          <a:p>
            <a:pPr algn="ctr" indent="0" marL="0">
              <a:buNone/>
            </a:pPr>
            <a:r>
              <a:rPr lang="en-US" sz="1050" b="1" dirty="0">
                <a:solidFill>
                  <a:srgbClr val="000000"/>
                </a:solidFill>
                <a:latin typeface="Arial" pitchFamily="34" charset="0"/>
                <a:ea typeface="Arial" pitchFamily="34" charset="-122"/>
                <a:cs typeface="Arial" pitchFamily="34" charset="-120"/>
              </a:rPr>
              <a:t>6  OWNER QUEUE</a:t>
            </a:r>
            <a:endParaRPr lang="en-US" sz="1050" dirty="0"/>
          </a:p>
        </p:txBody>
      </p:sp>
      <p:sp>
        <p:nvSpPr>
          <p:cNvPr id="16" name="Text 8"/>
          <p:cNvSpPr txBox="1"/>
          <p:nvPr/>
        </p:nvSpPr>
        <p:spPr>
          <a:xfrm>
            <a:off x="548640" y="6400800"/>
            <a:ext cx="11064240" cy="274320"/>
          </a:xfrm>
          <a:prstGeom prst="rect">
            <a:avLst/>
          </a:prstGeom>
          <a:noFill/>
          <a:ln/>
        </p:spPr>
        <p:txBody>
          <a:bodyPr wrap="square" lIns="0" tIns="0" rIns="0" bIns="0" rtlCol="0" anchor="t"/>
          <a:lstStyle/>
          <a:p>
            <a:pPr indent="0" marL="0">
              <a:buNone/>
            </a:pPr>
            <a:r>
              <a:rPr lang="en-US" sz="950" i="1" dirty="0">
                <a:solidFill>
                  <a:srgbClr val="DCE6FF"/>
                </a:solidFill>
                <a:latin typeface="Arial" pitchFamily="34" charset="0"/>
                <a:ea typeface="Arial" pitchFamily="34" charset="-122"/>
                <a:cs typeface="Arial" pitchFamily="34" charset="-120"/>
              </a:rPr>
              <a:t>Screens 1 to 5: customer side. Screen 6: the barbershop owner's dashboard. Proposed design in the website's actual theme.</a:t>
            </a:r>
            <a:endParaRPr lang="en-US" sz="950" dirty="0"/>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420" fill="hold"/>
                                        <p:tgtEl>
                                          <p:spTgt spid="2"/>
                                        </p:tgtEl>
                                        <p:attrNameLst>
                                          <p:attrName>ppt_w</p:attrName>
                                        </p:attrNameLst>
                                      </p:cBhvr>
                                      <p:tavLst>
                                        <p:tav tm="0">
                                          <p:val>
                                            <p:fltVal val="0"/>
                                          </p:val>
                                        </p:tav>
                                        <p:tav tm="100000">
                                          <p:val>
                                            <p:strVal val="#ppt_w"/>
                                          </p:val>
                                        </p:tav>
                                      </p:tavLst>
                                    </p:anim>
                                    <p:anim calcmode="lin" valueType="num">
                                      <p:cBhvr additive="base">
                                        <p:cTn id="8" dur="420" fill="hold"/>
                                        <p:tgtEl>
                                          <p:spTgt spid="2"/>
                                        </p:tgtEl>
                                        <p:attrNameLst>
                                          <p:attrName>ppt_h</p:attrName>
                                        </p:attrNameLst>
                                      </p:cBhvr>
                                      <p:tavLst>
                                        <p:tav tm="0">
                                          <p:val>
                                            <p:fltVal val="0"/>
                                          </p:val>
                                        </p:tav>
                                        <p:tav tm="100000">
                                          <p:val>
                                            <p:strVal val="#ppt_h"/>
                                          </p:val>
                                        </p:tav>
                                      </p:tavLst>
                                    </p:anim>
                                    <p:animEffect transition="in" filter="fade">
                                      <p:cBhvr>
                                        <p:cTn id="9" dur="420"/>
                                        <p:tgtEl>
                                          <p:spTgt spid="2"/>
                                        </p:tgtEl>
                                      </p:cBhvr>
                                    </p:animEffect>
                                  </p:childTnLst>
                                </p:cTn>
                              </p:par>
                              <p:par>
                                <p:cTn id="10" presetID="42" presetClass="entr" presetSubtype="0" fill="hold" nodeType="withEffect">
                                  <p:stCondLst>
                                    <p:cond delay="27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50"/>
                                        <p:tgtEl>
                                          <p:spTgt spid="4"/>
                                        </p:tgtEl>
                                      </p:cBhvr>
                                    </p:animEffect>
                                    <p:anim calcmode="lin" valueType="num">
                                      <p:cBhvr additive="base">
                                        <p:cTn id="13" dur="550" fill="hold"/>
                                        <p:tgtEl>
                                          <p:spTgt spid="4"/>
                                        </p:tgtEl>
                                        <p:attrNameLst>
                                          <p:attrName>ppt_x</p:attrName>
                                        </p:attrNameLst>
                                      </p:cBhvr>
                                      <p:tavLst>
                                        <p:tav tm="0">
                                          <p:val>
                                            <p:strVal val="#ppt_x"/>
                                          </p:val>
                                        </p:tav>
                                        <p:tav tm="100000">
                                          <p:val>
                                            <p:strVal val="#ppt_x"/>
                                          </p:val>
                                        </p:tav>
                                      </p:tavLst>
                                    </p:anim>
                                    <p:anim calcmode="lin" valueType="num">
                                      <p:cBhvr additive="base">
                                        <p:cTn id="14" dur="550" fill="hold"/>
                                        <p:tgtEl>
                                          <p:spTgt spid="4"/>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27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50"/>
                                        <p:tgtEl>
                                          <p:spTgt spid="5"/>
                                        </p:tgtEl>
                                      </p:cBhvr>
                                    </p:animEffect>
                                    <p:anim calcmode="lin" valueType="num">
                                      <p:cBhvr additive="base">
                                        <p:cTn id="18" dur="550" fill="hold"/>
                                        <p:tgtEl>
                                          <p:spTgt spid="5"/>
                                        </p:tgtEl>
                                        <p:attrNameLst>
                                          <p:attrName>ppt_x</p:attrName>
                                        </p:attrNameLst>
                                      </p:cBhvr>
                                      <p:tavLst>
                                        <p:tav tm="0">
                                          <p:val>
                                            <p:strVal val="#ppt_x"/>
                                          </p:val>
                                        </p:tav>
                                        <p:tav tm="100000">
                                          <p:val>
                                            <p:strVal val="#ppt_x"/>
                                          </p:val>
                                        </p:tav>
                                      </p:tavLst>
                                    </p:anim>
                                    <p:anim calcmode="lin" valueType="num">
                                      <p:cBhvr additive="base">
                                        <p:cTn id="19" dur="550" fill="hold"/>
                                        <p:tgtEl>
                                          <p:spTgt spid="5"/>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39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50"/>
                                        <p:tgtEl>
                                          <p:spTgt spid="6"/>
                                        </p:tgtEl>
                                      </p:cBhvr>
                                    </p:animEffect>
                                    <p:anim calcmode="lin" valueType="num">
                                      <p:cBhvr additive="base">
                                        <p:cTn id="23" dur="550" fill="hold"/>
                                        <p:tgtEl>
                                          <p:spTgt spid="6"/>
                                        </p:tgtEl>
                                        <p:attrNameLst>
                                          <p:attrName>ppt_x</p:attrName>
                                        </p:attrNameLst>
                                      </p:cBhvr>
                                      <p:tavLst>
                                        <p:tav tm="0">
                                          <p:val>
                                            <p:strVal val="#ppt_x"/>
                                          </p:val>
                                        </p:tav>
                                        <p:tav tm="100000">
                                          <p:val>
                                            <p:strVal val="#ppt_x"/>
                                          </p:val>
                                        </p:tav>
                                      </p:tavLst>
                                    </p:anim>
                                    <p:anim calcmode="lin" valueType="num">
                                      <p:cBhvr additive="base">
                                        <p:cTn id="24" dur="550" fill="hold"/>
                                        <p:tgtEl>
                                          <p:spTgt spid="6"/>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39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50"/>
                                        <p:tgtEl>
                                          <p:spTgt spid="7"/>
                                        </p:tgtEl>
                                      </p:cBhvr>
                                    </p:animEffect>
                                    <p:anim calcmode="lin" valueType="num">
                                      <p:cBhvr additive="base">
                                        <p:cTn id="28" dur="550" fill="hold"/>
                                        <p:tgtEl>
                                          <p:spTgt spid="7"/>
                                        </p:tgtEl>
                                        <p:attrNameLst>
                                          <p:attrName>ppt_x</p:attrName>
                                        </p:attrNameLst>
                                      </p:cBhvr>
                                      <p:tavLst>
                                        <p:tav tm="0">
                                          <p:val>
                                            <p:strVal val="#ppt_x"/>
                                          </p:val>
                                        </p:tav>
                                        <p:tav tm="100000">
                                          <p:val>
                                            <p:strVal val="#ppt_x"/>
                                          </p:val>
                                        </p:tav>
                                      </p:tavLst>
                                    </p:anim>
                                    <p:anim calcmode="lin" valueType="num">
                                      <p:cBhvr additive="base">
                                        <p:cTn id="29" dur="550" fill="hold"/>
                                        <p:tgtEl>
                                          <p:spTgt spid="7"/>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51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50"/>
                                        <p:tgtEl>
                                          <p:spTgt spid="8"/>
                                        </p:tgtEl>
                                      </p:cBhvr>
                                    </p:animEffect>
                                    <p:anim calcmode="lin" valueType="num">
                                      <p:cBhvr additive="base">
                                        <p:cTn id="33" dur="550" fill="hold"/>
                                        <p:tgtEl>
                                          <p:spTgt spid="8"/>
                                        </p:tgtEl>
                                        <p:attrNameLst>
                                          <p:attrName>ppt_x</p:attrName>
                                        </p:attrNameLst>
                                      </p:cBhvr>
                                      <p:tavLst>
                                        <p:tav tm="0">
                                          <p:val>
                                            <p:strVal val="#ppt_x"/>
                                          </p:val>
                                        </p:tav>
                                        <p:tav tm="100000">
                                          <p:val>
                                            <p:strVal val="#ppt_x"/>
                                          </p:val>
                                        </p:tav>
                                      </p:tavLst>
                                    </p:anim>
                                    <p:anim calcmode="lin" valueType="num">
                                      <p:cBhvr additive="base">
                                        <p:cTn id="34" dur="550" fill="hold"/>
                                        <p:tgtEl>
                                          <p:spTgt spid="8"/>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51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550"/>
                                        <p:tgtEl>
                                          <p:spTgt spid="9"/>
                                        </p:tgtEl>
                                      </p:cBhvr>
                                    </p:animEffect>
                                    <p:anim calcmode="lin" valueType="num">
                                      <p:cBhvr additive="base">
                                        <p:cTn id="38" dur="550" fill="hold"/>
                                        <p:tgtEl>
                                          <p:spTgt spid="9"/>
                                        </p:tgtEl>
                                        <p:attrNameLst>
                                          <p:attrName>ppt_x</p:attrName>
                                        </p:attrNameLst>
                                      </p:cBhvr>
                                      <p:tavLst>
                                        <p:tav tm="0">
                                          <p:val>
                                            <p:strVal val="#ppt_x"/>
                                          </p:val>
                                        </p:tav>
                                        <p:tav tm="100000">
                                          <p:val>
                                            <p:strVal val="#ppt_x"/>
                                          </p:val>
                                        </p:tav>
                                      </p:tavLst>
                                    </p:anim>
                                    <p:anim calcmode="lin" valueType="num">
                                      <p:cBhvr additive="base">
                                        <p:cTn id="39" dur="550" fill="hold"/>
                                        <p:tgtEl>
                                          <p:spTgt spid="9"/>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63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550"/>
                                        <p:tgtEl>
                                          <p:spTgt spid="10"/>
                                        </p:tgtEl>
                                      </p:cBhvr>
                                    </p:animEffect>
                                    <p:anim calcmode="lin" valueType="num">
                                      <p:cBhvr additive="base">
                                        <p:cTn id="43" dur="550" fill="hold"/>
                                        <p:tgtEl>
                                          <p:spTgt spid="10"/>
                                        </p:tgtEl>
                                        <p:attrNameLst>
                                          <p:attrName>ppt_x</p:attrName>
                                        </p:attrNameLst>
                                      </p:cBhvr>
                                      <p:tavLst>
                                        <p:tav tm="0">
                                          <p:val>
                                            <p:strVal val="#ppt_x"/>
                                          </p:val>
                                        </p:tav>
                                        <p:tav tm="100000">
                                          <p:val>
                                            <p:strVal val="#ppt_x"/>
                                          </p:val>
                                        </p:tav>
                                      </p:tavLst>
                                    </p:anim>
                                    <p:anim calcmode="lin" valueType="num">
                                      <p:cBhvr additive="base">
                                        <p:cTn id="44" dur="550" fill="hold"/>
                                        <p:tgtEl>
                                          <p:spTgt spid="10"/>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630"/>
                                  </p:stCondLst>
                                  <p:childTnLst>
                                    <p:set>
                                      <p:cBhvr>
                                        <p:cTn id="46" dur="1" fill="hold">
                                          <p:stCondLst>
                                            <p:cond delay="0"/>
                                          </p:stCondLst>
                                        </p:cTn>
                                        <p:tgtEl>
                                          <p:spTgt spid="11"/>
                                        </p:tgtEl>
                                        <p:attrNameLst>
                                          <p:attrName>style.visibility</p:attrName>
                                        </p:attrNameLst>
                                      </p:cBhvr>
                                      <p:to>
                                        <p:strVal val="visible"/>
                                      </p:to>
                                    </p:set>
                                    <p:animEffect transition="in" filter="fade">
                                      <p:cBhvr>
                                        <p:cTn id="47" dur="550"/>
                                        <p:tgtEl>
                                          <p:spTgt spid="11"/>
                                        </p:tgtEl>
                                      </p:cBhvr>
                                    </p:animEffect>
                                    <p:anim calcmode="lin" valueType="num">
                                      <p:cBhvr additive="base">
                                        <p:cTn id="48" dur="550" fill="hold"/>
                                        <p:tgtEl>
                                          <p:spTgt spid="11"/>
                                        </p:tgtEl>
                                        <p:attrNameLst>
                                          <p:attrName>ppt_x</p:attrName>
                                        </p:attrNameLst>
                                      </p:cBhvr>
                                      <p:tavLst>
                                        <p:tav tm="0">
                                          <p:val>
                                            <p:strVal val="#ppt_x"/>
                                          </p:val>
                                        </p:tav>
                                        <p:tav tm="100000">
                                          <p:val>
                                            <p:strVal val="#ppt_x"/>
                                          </p:val>
                                        </p:tav>
                                      </p:tavLst>
                                    </p:anim>
                                    <p:anim calcmode="lin" valueType="num">
                                      <p:cBhvr additive="base">
                                        <p:cTn id="49" dur="550" fill="hold"/>
                                        <p:tgtEl>
                                          <p:spTgt spid="11"/>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750"/>
                                  </p:stCondLst>
                                  <p:childTnLst>
                                    <p:set>
                                      <p:cBhvr>
                                        <p:cTn id="51" dur="1" fill="hold">
                                          <p:stCondLst>
                                            <p:cond delay="0"/>
                                          </p:stCondLst>
                                        </p:cTn>
                                        <p:tgtEl>
                                          <p:spTgt spid="12"/>
                                        </p:tgtEl>
                                        <p:attrNameLst>
                                          <p:attrName>style.visibility</p:attrName>
                                        </p:attrNameLst>
                                      </p:cBhvr>
                                      <p:to>
                                        <p:strVal val="visible"/>
                                      </p:to>
                                    </p:set>
                                    <p:animEffect transition="in" filter="fade">
                                      <p:cBhvr>
                                        <p:cTn id="52" dur="550"/>
                                        <p:tgtEl>
                                          <p:spTgt spid="12"/>
                                        </p:tgtEl>
                                      </p:cBhvr>
                                    </p:animEffect>
                                    <p:anim calcmode="lin" valueType="num">
                                      <p:cBhvr additive="base">
                                        <p:cTn id="53" dur="550" fill="hold"/>
                                        <p:tgtEl>
                                          <p:spTgt spid="12"/>
                                        </p:tgtEl>
                                        <p:attrNameLst>
                                          <p:attrName>ppt_x</p:attrName>
                                        </p:attrNameLst>
                                      </p:cBhvr>
                                      <p:tavLst>
                                        <p:tav tm="0">
                                          <p:val>
                                            <p:strVal val="#ppt_x"/>
                                          </p:val>
                                        </p:tav>
                                        <p:tav tm="100000">
                                          <p:val>
                                            <p:strVal val="#ppt_x"/>
                                          </p:val>
                                        </p:tav>
                                      </p:tavLst>
                                    </p:anim>
                                    <p:anim calcmode="lin" valueType="num">
                                      <p:cBhvr additive="base">
                                        <p:cTn id="54" dur="550" fill="hold"/>
                                        <p:tgtEl>
                                          <p:spTgt spid="12"/>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750"/>
                                  </p:stCondLst>
                                  <p:childTnLst>
                                    <p:set>
                                      <p:cBhvr>
                                        <p:cTn id="56" dur="1" fill="hold">
                                          <p:stCondLst>
                                            <p:cond delay="0"/>
                                          </p:stCondLst>
                                        </p:cTn>
                                        <p:tgtEl>
                                          <p:spTgt spid="13"/>
                                        </p:tgtEl>
                                        <p:attrNameLst>
                                          <p:attrName>style.visibility</p:attrName>
                                        </p:attrNameLst>
                                      </p:cBhvr>
                                      <p:to>
                                        <p:strVal val="visible"/>
                                      </p:to>
                                    </p:set>
                                    <p:animEffect transition="in" filter="fade">
                                      <p:cBhvr>
                                        <p:cTn id="57" dur="550"/>
                                        <p:tgtEl>
                                          <p:spTgt spid="13"/>
                                        </p:tgtEl>
                                      </p:cBhvr>
                                    </p:animEffect>
                                    <p:anim calcmode="lin" valueType="num">
                                      <p:cBhvr additive="base">
                                        <p:cTn id="58" dur="550" fill="hold"/>
                                        <p:tgtEl>
                                          <p:spTgt spid="13"/>
                                        </p:tgtEl>
                                        <p:attrNameLst>
                                          <p:attrName>ppt_x</p:attrName>
                                        </p:attrNameLst>
                                      </p:cBhvr>
                                      <p:tavLst>
                                        <p:tav tm="0">
                                          <p:val>
                                            <p:strVal val="#ppt_x"/>
                                          </p:val>
                                        </p:tav>
                                        <p:tav tm="100000">
                                          <p:val>
                                            <p:strVal val="#ppt_x"/>
                                          </p:val>
                                        </p:tav>
                                      </p:tavLst>
                                    </p:anim>
                                    <p:anim calcmode="lin" valueType="num">
                                      <p:cBhvr additive="base">
                                        <p:cTn id="59" dur="550" fill="hold"/>
                                        <p:tgtEl>
                                          <p:spTgt spid="13"/>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870"/>
                                  </p:stCondLst>
                                  <p:childTnLst>
                                    <p:set>
                                      <p:cBhvr>
                                        <p:cTn id="61" dur="1" fill="hold">
                                          <p:stCondLst>
                                            <p:cond delay="0"/>
                                          </p:stCondLst>
                                        </p:cTn>
                                        <p:tgtEl>
                                          <p:spTgt spid="14"/>
                                        </p:tgtEl>
                                        <p:attrNameLst>
                                          <p:attrName>style.visibility</p:attrName>
                                        </p:attrNameLst>
                                      </p:cBhvr>
                                      <p:to>
                                        <p:strVal val="visible"/>
                                      </p:to>
                                    </p:set>
                                    <p:animEffect transition="in" filter="fade">
                                      <p:cBhvr>
                                        <p:cTn id="62" dur="550"/>
                                        <p:tgtEl>
                                          <p:spTgt spid="14"/>
                                        </p:tgtEl>
                                      </p:cBhvr>
                                    </p:animEffect>
                                    <p:anim calcmode="lin" valueType="num">
                                      <p:cBhvr additive="base">
                                        <p:cTn id="63" dur="550" fill="hold"/>
                                        <p:tgtEl>
                                          <p:spTgt spid="14"/>
                                        </p:tgtEl>
                                        <p:attrNameLst>
                                          <p:attrName>ppt_x</p:attrName>
                                        </p:attrNameLst>
                                      </p:cBhvr>
                                      <p:tavLst>
                                        <p:tav tm="0">
                                          <p:val>
                                            <p:strVal val="#ppt_x"/>
                                          </p:val>
                                        </p:tav>
                                        <p:tav tm="100000">
                                          <p:val>
                                            <p:strVal val="#ppt_x"/>
                                          </p:val>
                                        </p:tav>
                                      </p:tavLst>
                                    </p:anim>
                                    <p:anim calcmode="lin" valueType="num">
                                      <p:cBhvr additive="base">
                                        <p:cTn id="64" dur="550" fill="hold"/>
                                        <p:tgtEl>
                                          <p:spTgt spid="14"/>
                                        </p:tgtEl>
                                        <p:attrNameLst>
                                          <p:attrName>ppt_y</p:attrName>
                                        </p:attrNameLst>
                                      </p:cBhvr>
                                      <p:tavLst>
                                        <p:tav tm="0">
                                          <p:val>
                                            <p:strVal val="#ppt_y+.1"/>
                                          </p:val>
                                        </p:tav>
                                        <p:tav tm="100000">
                                          <p:val>
                                            <p:strVal val="#ppt_y"/>
                                          </p:val>
                                        </p:tav>
                                      </p:tavLst>
                                    </p:anim>
                                  </p:childTnLst>
                                </p:cTn>
                              </p:par>
                              <p:par>
                                <p:cTn id="65" presetID="42" presetClass="entr" presetSubtype="0" fill="hold" nodeType="withEffect">
                                  <p:stCondLst>
                                    <p:cond delay="870"/>
                                  </p:stCondLst>
                                  <p:childTnLst>
                                    <p:set>
                                      <p:cBhvr>
                                        <p:cTn id="66" dur="1" fill="hold">
                                          <p:stCondLst>
                                            <p:cond delay="0"/>
                                          </p:stCondLst>
                                        </p:cTn>
                                        <p:tgtEl>
                                          <p:spTgt spid="15"/>
                                        </p:tgtEl>
                                        <p:attrNameLst>
                                          <p:attrName>style.visibility</p:attrName>
                                        </p:attrNameLst>
                                      </p:cBhvr>
                                      <p:to>
                                        <p:strVal val="visible"/>
                                      </p:to>
                                    </p:set>
                                    <p:animEffect transition="in" filter="fade">
                                      <p:cBhvr>
                                        <p:cTn id="67" dur="550"/>
                                        <p:tgtEl>
                                          <p:spTgt spid="15"/>
                                        </p:tgtEl>
                                      </p:cBhvr>
                                    </p:animEffect>
                                    <p:anim calcmode="lin" valueType="num">
                                      <p:cBhvr additive="base">
                                        <p:cTn id="68" dur="550" fill="hold"/>
                                        <p:tgtEl>
                                          <p:spTgt spid="15"/>
                                        </p:tgtEl>
                                        <p:attrNameLst>
                                          <p:attrName>ppt_x</p:attrName>
                                        </p:attrNameLst>
                                      </p:cBhvr>
                                      <p:tavLst>
                                        <p:tav tm="0">
                                          <p:val>
                                            <p:strVal val="#ppt_x"/>
                                          </p:val>
                                        </p:tav>
                                        <p:tav tm="100000">
                                          <p:val>
                                            <p:strVal val="#ppt_x"/>
                                          </p:val>
                                        </p:tav>
                                      </p:tavLst>
                                    </p:anim>
                                    <p:anim calcmode="lin" valueType="num">
                                      <p:cBhvr additive="base">
                                        <p:cTn id="69" dur="55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2F1F8"/>
        </a:solidFill>
      </p:bgPr>
    </p:bg>
    <p:spTree>
      <p:nvGrpSpPr>
        <p:cNvPr id="1" name=""/>
        <p:cNvGrpSpPr/>
        <p:nvPr/>
      </p:nvGrpSpPr>
      <p:grpSpPr>
        <a:xfrm>
          <a:off x="0" y="0"/>
          <a:ext cx="0" cy="0"/>
          <a:chOff x="0" y="0"/>
          <a:chExt cx="0" cy="0"/>
        </a:xfrm>
      </p:grpSpPr>
      <p:sp>
        <p:nvSpPr>
          <p:cNvPr id="2" name="anim:0:zoom:0"/>
          <p:cNvSpPr txBox="1"/>
          <p:nvPr/>
        </p:nvSpPr>
        <p:spPr>
          <a:xfrm rot="-180000">
            <a:off x="548640" y="320040"/>
            <a:ext cx="1527048" cy="384048"/>
          </a:xfrm>
          <a:prstGeom prst="roundRect">
            <a:avLst>
              <a:gd name="adj" fmla="val 19048"/>
            </a:avLst>
          </a:prstGeom>
          <a:solidFill>
            <a:srgbClr val="FFE600"/>
          </a:solidFill>
          <a:ln w="25400">
            <a:solidFill>
              <a:srgbClr val="000000"/>
            </a:solidFill>
          </a:ln>
          <a:effectLst>
            <a:outerShdw sx="100000" sy="100000" kx="0" ky="0" algn="bl" rotWithShape="0" blurRad="101600" dist="38100" dir="2700000">
              <a:srgbClr val="000000">
                <a:alpha val="100000"/>
              </a:srgbClr>
            </a:outerShdw>
          </a:effectLst>
        </p:spPr>
        <p:txBody>
          <a:bodyPr wrap="square" lIns="0" tIns="0" rIns="0" bIns="0"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CHAPTER 2</a:t>
            </a:r>
            <a:endParaRPr lang="en-US" sz="1200" dirty="0"/>
          </a:p>
        </p:txBody>
      </p:sp>
      <p:sp>
        <p:nvSpPr>
          <p:cNvPr id="3" name="Text 1"/>
          <p:cNvSpPr txBox="1"/>
          <p:nvPr/>
        </p:nvSpPr>
        <p:spPr>
          <a:xfrm>
            <a:off x="548640" y="822960"/>
            <a:ext cx="11064240" cy="685800"/>
          </a:xfrm>
          <a:prstGeom prst="rect">
            <a:avLst/>
          </a:prstGeom>
          <a:noFill/>
          <a:ln/>
        </p:spPr>
        <p:txBody>
          <a:bodyPr wrap="square" lIns="0" tIns="0" rIns="0" bIns="0" rtlCol="0" anchor="ctr"/>
          <a:lstStyle/>
          <a:p>
            <a:pPr indent="0" marL="0">
              <a:buNone/>
            </a:pPr>
            <a:r>
              <a:rPr lang="en-US" sz="3200" b="1" dirty="0">
                <a:solidFill>
                  <a:srgbClr val="000000"/>
                </a:solidFill>
                <a:latin typeface="Arial" pitchFamily="34" charset="0"/>
                <a:ea typeface="Arial" pitchFamily="34" charset="-122"/>
                <a:cs typeface="Arial" pitchFamily="34" charset="-120"/>
              </a:rPr>
              <a:t>WHAT 46 SOURCES TOLD US</a:t>
            </a:r>
            <a:endParaRPr lang="en-US" sz="3200" dirty="0"/>
          </a:p>
        </p:txBody>
      </p:sp>
      <p:sp>
        <p:nvSpPr>
          <p:cNvPr id="4" name="Text 2"/>
          <p:cNvSpPr txBox="1"/>
          <p:nvPr/>
        </p:nvSpPr>
        <p:spPr>
          <a:xfrm>
            <a:off x="548640" y="1481328"/>
            <a:ext cx="11064240" cy="365760"/>
          </a:xfrm>
          <a:prstGeom prst="rect">
            <a:avLst/>
          </a:prstGeom>
          <a:noFill/>
          <a:ln/>
        </p:spPr>
        <p:txBody>
          <a:bodyPr wrap="square" lIns="0" tIns="0" rIns="0" bIns="0" rtlCol="0" anchor="t"/>
          <a:lstStyle/>
          <a:p>
            <a:pPr indent="0" marL="0">
              <a:buNone/>
            </a:pPr>
            <a:r>
              <a:rPr lang="en-US" sz="1500" dirty="0">
                <a:solidFill>
                  <a:srgbClr val="333333"/>
                </a:solidFill>
                <a:latin typeface="Arial" pitchFamily="34" charset="0"/>
                <a:ea typeface="Arial" pitchFamily="34" charset="-122"/>
                <a:cs typeface="Arial" pitchFamily="34" charset="-120"/>
              </a:rPr>
              <a:t>Review of Related Literature and Studies</a:t>
            </a:r>
            <a:endParaRPr lang="en-US" sz="1500" dirty="0"/>
          </a:p>
        </p:txBody>
      </p:sp>
      <p:sp>
        <p:nvSpPr>
          <p:cNvPr id="5" name="anim:1:zoom:0"/>
          <p:cNvSpPr/>
          <p:nvPr/>
        </p:nvSpPr>
        <p:spPr>
          <a:xfrm>
            <a:off x="548640" y="2057400"/>
            <a:ext cx="5029200" cy="1143000"/>
          </a:xfrm>
          <a:prstGeom prst="roundRect">
            <a:avLst>
              <a:gd name="adj" fmla="val 9600"/>
            </a:avLst>
          </a:prstGeom>
          <a:solidFill>
            <a:srgbClr val="FFFFFF"/>
          </a:solidFill>
          <a:ln w="28575">
            <a:solidFill>
              <a:srgbClr val="000000"/>
            </a:solidFill>
            <a:prstDash val="solid"/>
          </a:ln>
          <a:effectLst>
            <a:outerShdw sx="100000" sy="100000" kx="0" ky="0" algn="bl" rotWithShape="0" blurRad="101600" dist="63500" dir="2700000">
              <a:srgbClr val="000000">
                <a:alpha val="100000"/>
              </a:srgbClr>
            </a:outerShdw>
          </a:effectLst>
        </p:spPr>
      </p:sp>
      <p:sp>
        <p:nvSpPr>
          <p:cNvPr id="6" name="anim:1:zoom:0"/>
          <p:cNvSpPr txBox="1"/>
          <p:nvPr/>
        </p:nvSpPr>
        <p:spPr>
          <a:xfrm>
            <a:off x="731520" y="2240280"/>
            <a:ext cx="777240" cy="777240"/>
          </a:xfrm>
          <a:prstGeom prst="roundRect">
            <a:avLst>
              <a:gd name="adj" fmla="val 9412"/>
            </a:avLst>
          </a:prstGeom>
          <a:solidFill>
            <a:srgbClr val="1E50FF"/>
          </a:solidFill>
          <a:ln w="25400">
            <a:solidFill>
              <a:srgbClr val="000000"/>
            </a:solidFill>
          </a:ln>
        </p:spPr>
        <p:txBody>
          <a:bodyPr wrap="square" lIns="0" tIns="0" rIns="0" bIns="0"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8</a:t>
            </a:r>
            <a:endParaRPr lang="en-US" sz="2800" dirty="0"/>
          </a:p>
        </p:txBody>
      </p:sp>
      <p:sp>
        <p:nvSpPr>
          <p:cNvPr id="7" name="anim:1:zoom:0"/>
          <p:cNvSpPr txBox="1"/>
          <p:nvPr/>
        </p:nvSpPr>
        <p:spPr>
          <a:xfrm>
            <a:off x="1691640" y="2194560"/>
            <a:ext cx="3749040" cy="868680"/>
          </a:xfrm>
          <a:prstGeom prst="rect">
            <a:avLst/>
          </a:prstGeom>
          <a:noFill/>
          <a:ln/>
        </p:spPr>
        <p:txBody>
          <a:bodyPr wrap="square" lIns="0" tIns="0" rIns="0" bIns="0" rtlCol="0" anchor="ctr"/>
          <a:lstStyle/>
          <a:p>
            <a:pPr indent="0" marL="0">
              <a:buNone/>
            </a:pPr>
            <a:r>
              <a:rPr lang="en-US" sz="1400" b="1" dirty="0">
                <a:solidFill>
                  <a:srgbClr val="000000"/>
                </a:solidFill>
                <a:latin typeface="Arial" pitchFamily="34" charset="0"/>
                <a:ea typeface="Arial" pitchFamily="34" charset="-122"/>
                <a:cs typeface="Arial" pitchFamily="34" charset="-120"/>
              </a:rPr>
              <a:t>INDONESIA STUDIES</a:t>
            </a:r>
            <a:endParaRPr lang="en-US" sz="1400" dirty="0"/>
          </a:p>
          <a:p>
            <a:pPr indent="0" marL="0">
              <a:buNone/>
            </a:pPr>
            <a:r>
              <a:rPr lang="en-US" sz="1150" dirty="0">
                <a:solidFill>
                  <a:srgbClr val="333333"/>
                </a:solidFill>
                <a:latin typeface="Arial" pitchFamily="34" charset="0"/>
                <a:ea typeface="Arial" pitchFamily="34" charset="-122"/>
                <a:cs typeface="Arial" pitchFamily="34" charset="-120"/>
              </a:rPr>
              <a:t>barbershop booking systems (web, Android, Laravel, CodeIgniter)</a:t>
            </a:r>
            <a:endParaRPr lang="en-US" sz="1400" dirty="0"/>
          </a:p>
        </p:txBody>
      </p:sp>
      <p:sp>
        <p:nvSpPr>
          <p:cNvPr id="8" name="anim:1:zoom:1"/>
          <p:cNvSpPr/>
          <p:nvPr/>
        </p:nvSpPr>
        <p:spPr>
          <a:xfrm>
            <a:off x="548640" y="3429000"/>
            <a:ext cx="5029200" cy="1143000"/>
          </a:xfrm>
          <a:prstGeom prst="roundRect">
            <a:avLst>
              <a:gd name="adj" fmla="val 9600"/>
            </a:avLst>
          </a:prstGeom>
          <a:solidFill>
            <a:srgbClr val="FFFFFF"/>
          </a:solidFill>
          <a:ln w="28575">
            <a:solidFill>
              <a:srgbClr val="000000"/>
            </a:solidFill>
            <a:prstDash val="solid"/>
          </a:ln>
          <a:effectLst>
            <a:outerShdw sx="100000" sy="100000" kx="0" ky="0" algn="bl" rotWithShape="0" blurRad="101600" dist="63500" dir="2700000">
              <a:srgbClr val="000000">
                <a:alpha val="100000"/>
              </a:srgbClr>
            </a:outerShdw>
          </a:effectLst>
        </p:spPr>
      </p:sp>
      <p:sp>
        <p:nvSpPr>
          <p:cNvPr id="9" name="anim:1:zoom:1"/>
          <p:cNvSpPr txBox="1"/>
          <p:nvPr/>
        </p:nvSpPr>
        <p:spPr>
          <a:xfrm>
            <a:off x="731520" y="3611880"/>
            <a:ext cx="777240" cy="777240"/>
          </a:xfrm>
          <a:prstGeom prst="roundRect">
            <a:avLst>
              <a:gd name="adj" fmla="val 9412"/>
            </a:avLst>
          </a:prstGeom>
          <a:solidFill>
            <a:srgbClr val="1E50FF"/>
          </a:solidFill>
          <a:ln w="25400">
            <a:solidFill>
              <a:srgbClr val="000000"/>
            </a:solidFill>
          </a:ln>
        </p:spPr>
        <p:txBody>
          <a:bodyPr wrap="square" lIns="0" tIns="0" rIns="0" bIns="0"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2</a:t>
            </a:r>
            <a:endParaRPr lang="en-US" sz="2800" dirty="0"/>
          </a:p>
        </p:txBody>
      </p:sp>
      <p:sp>
        <p:nvSpPr>
          <p:cNvPr id="10" name="anim:1:zoom:1"/>
          <p:cNvSpPr txBox="1"/>
          <p:nvPr/>
        </p:nvSpPr>
        <p:spPr>
          <a:xfrm>
            <a:off x="1691640" y="3566160"/>
            <a:ext cx="3749040" cy="868680"/>
          </a:xfrm>
          <a:prstGeom prst="rect">
            <a:avLst/>
          </a:prstGeom>
          <a:noFill/>
          <a:ln/>
        </p:spPr>
        <p:txBody>
          <a:bodyPr wrap="square" lIns="0" tIns="0" rIns="0" bIns="0" rtlCol="0" anchor="ctr"/>
          <a:lstStyle/>
          <a:p>
            <a:pPr indent="0" marL="0">
              <a:buNone/>
            </a:pPr>
            <a:r>
              <a:rPr lang="en-US" sz="1400" b="1" dirty="0">
                <a:solidFill>
                  <a:srgbClr val="000000"/>
                </a:solidFill>
                <a:latin typeface="Arial" pitchFamily="34" charset="0"/>
                <a:ea typeface="Arial" pitchFamily="34" charset="-122"/>
                <a:cs typeface="Arial" pitchFamily="34" charset="-120"/>
              </a:rPr>
              <a:t>MALAYSIA STUDIES</a:t>
            </a:r>
            <a:endParaRPr lang="en-US" sz="1400" dirty="0"/>
          </a:p>
          <a:p>
            <a:pPr indent="0" marL="0">
              <a:buNone/>
            </a:pPr>
            <a:r>
              <a:rPr lang="en-US" sz="1150" dirty="0">
                <a:solidFill>
                  <a:srgbClr val="333333"/>
                </a:solidFill>
                <a:latin typeface="Arial" pitchFamily="34" charset="0"/>
                <a:ea typeface="Arial" pitchFamily="34" charset="-122"/>
                <a:cs typeface="Arial" pitchFamily="34" charset="-120"/>
              </a:rPr>
              <a:t>barber booking app and centralized barbershop management</a:t>
            </a:r>
            <a:endParaRPr lang="en-US" sz="1400" dirty="0"/>
          </a:p>
        </p:txBody>
      </p:sp>
      <p:sp>
        <p:nvSpPr>
          <p:cNvPr id="11" name="anim:1:zoom:2"/>
          <p:cNvSpPr/>
          <p:nvPr/>
        </p:nvSpPr>
        <p:spPr>
          <a:xfrm>
            <a:off x="548640" y="4800600"/>
            <a:ext cx="5029200" cy="1143000"/>
          </a:xfrm>
          <a:prstGeom prst="roundRect">
            <a:avLst>
              <a:gd name="adj" fmla="val 9600"/>
            </a:avLst>
          </a:prstGeom>
          <a:solidFill>
            <a:srgbClr val="FFE600"/>
          </a:solidFill>
          <a:ln w="28575">
            <a:solidFill>
              <a:srgbClr val="000000"/>
            </a:solidFill>
            <a:prstDash val="solid"/>
          </a:ln>
          <a:effectLst>
            <a:outerShdw sx="100000" sy="100000" kx="0" ky="0" algn="bl" rotWithShape="0" blurRad="101600" dist="63500" dir="2700000">
              <a:srgbClr val="000000">
                <a:alpha val="100000"/>
              </a:srgbClr>
            </a:outerShdw>
          </a:effectLst>
        </p:spPr>
      </p:sp>
      <p:sp>
        <p:nvSpPr>
          <p:cNvPr id="12" name="anim:1:zoom:2"/>
          <p:cNvSpPr txBox="1"/>
          <p:nvPr/>
        </p:nvSpPr>
        <p:spPr>
          <a:xfrm>
            <a:off x="731520" y="4983480"/>
            <a:ext cx="777240" cy="777240"/>
          </a:xfrm>
          <a:prstGeom prst="roundRect">
            <a:avLst>
              <a:gd name="adj" fmla="val 9412"/>
            </a:avLst>
          </a:prstGeom>
          <a:solidFill>
            <a:srgbClr val="1E50FF"/>
          </a:solidFill>
          <a:ln w="25400">
            <a:solidFill>
              <a:srgbClr val="000000"/>
            </a:solidFill>
          </a:ln>
        </p:spPr>
        <p:txBody>
          <a:bodyPr wrap="square" lIns="0" tIns="0" rIns="0" bIns="0"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8</a:t>
            </a:r>
            <a:endParaRPr lang="en-US" sz="2800" dirty="0"/>
          </a:p>
        </p:txBody>
      </p:sp>
      <p:sp>
        <p:nvSpPr>
          <p:cNvPr id="13" name="anim:1:zoom:2"/>
          <p:cNvSpPr txBox="1"/>
          <p:nvPr/>
        </p:nvSpPr>
        <p:spPr>
          <a:xfrm>
            <a:off x="1691640" y="4937760"/>
            <a:ext cx="3749040" cy="868680"/>
          </a:xfrm>
          <a:prstGeom prst="rect">
            <a:avLst/>
          </a:prstGeom>
          <a:noFill/>
          <a:ln/>
        </p:spPr>
        <p:txBody>
          <a:bodyPr wrap="square" lIns="0" tIns="0" rIns="0" bIns="0" rtlCol="0" anchor="ctr"/>
          <a:lstStyle/>
          <a:p>
            <a:pPr indent="0" marL="0">
              <a:buNone/>
            </a:pPr>
            <a:r>
              <a:rPr lang="en-US" sz="1400" b="1" dirty="0">
                <a:solidFill>
                  <a:srgbClr val="000000"/>
                </a:solidFill>
                <a:latin typeface="Arial" pitchFamily="34" charset="0"/>
                <a:ea typeface="Arial" pitchFamily="34" charset="-122"/>
                <a:cs typeface="Arial" pitchFamily="34" charset="-120"/>
              </a:rPr>
              <a:t>PHILIPPINES STUDIES</a:t>
            </a:r>
            <a:endParaRPr lang="en-US" sz="1400" dirty="0"/>
          </a:p>
          <a:p>
            <a:pPr indent="0" marL="0">
              <a:buNone/>
            </a:pPr>
            <a:r>
              <a:rPr lang="en-US" sz="1150" dirty="0">
                <a:solidFill>
                  <a:srgbClr val="333333"/>
                </a:solidFill>
                <a:latin typeface="Arial" pitchFamily="34" charset="0"/>
                <a:ea typeface="Arial" pitchFamily="34" charset="-122"/>
                <a:cs typeface="Arial" pitchFamily="34" charset="-120"/>
              </a:rPr>
              <a:t>appointment and reservation systems + MSME record-keeping studies</a:t>
            </a:r>
            <a:endParaRPr lang="en-US" sz="1400" dirty="0"/>
          </a:p>
        </p:txBody>
      </p:sp>
      <p:sp>
        <p:nvSpPr>
          <p:cNvPr id="14" name="anim:2:float:0"/>
          <p:cNvSpPr/>
          <p:nvPr/>
        </p:nvSpPr>
        <p:spPr>
          <a:xfrm>
            <a:off x="6035040" y="2057400"/>
            <a:ext cx="5577840" cy="3886200"/>
          </a:xfrm>
          <a:prstGeom prst="roundRect">
            <a:avLst>
              <a:gd name="adj" fmla="val 2824"/>
            </a:avLst>
          </a:prstGeom>
          <a:solidFill>
            <a:srgbClr val="FFFFFF"/>
          </a:solidFill>
          <a:ln w="28575">
            <a:solidFill>
              <a:srgbClr val="000000"/>
            </a:solidFill>
            <a:prstDash val="solid"/>
          </a:ln>
          <a:effectLst>
            <a:outerShdw sx="100000" sy="100000" kx="0" ky="0" algn="bl" rotWithShape="0" blurRad="101600" dist="63500" dir="2700000">
              <a:srgbClr val="000000">
                <a:alpha val="100000"/>
              </a:srgbClr>
            </a:outerShdw>
          </a:effectLst>
        </p:spPr>
      </p:sp>
      <p:sp>
        <p:nvSpPr>
          <p:cNvPr id="15" name="anim:2:float:0"/>
          <p:cNvSpPr txBox="1"/>
          <p:nvPr/>
        </p:nvSpPr>
        <p:spPr>
          <a:xfrm rot="180000">
            <a:off x="6263640" y="1828800"/>
            <a:ext cx="1600200" cy="384048"/>
          </a:xfrm>
          <a:prstGeom prst="roundRect">
            <a:avLst>
              <a:gd name="adj" fmla="val 19048"/>
            </a:avLst>
          </a:prstGeom>
          <a:solidFill>
            <a:srgbClr val="FFE600"/>
          </a:solidFill>
          <a:ln w="25400">
            <a:solidFill>
              <a:srgbClr val="000000"/>
            </a:solidFill>
          </a:ln>
          <a:effectLst>
            <a:outerShdw sx="100000" sy="100000" kx="0" ky="0" algn="bl" rotWithShape="0" blurRad="101600" dist="38100" dir="2700000">
              <a:srgbClr val="000000">
                <a:alpha val="100000"/>
              </a:srgbClr>
            </a:outerShdw>
          </a:effectLst>
        </p:spPr>
        <p:txBody>
          <a:bodyPr wrap="square" lIns="0" tIns="0" rIns="0" bIns="0"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KEY LESSONS</a:t>
            </a:r>
            <a:endParaRPr lang="en-US" sz="1200" dirty="0"/>
          </a:p>
        </p:txBody>
      </p:sp>
      <p:pic>
        <p:nvPicPr>
          <p:cNvPr id="16" name="anim:3:float:0" descr="preencoded.png">    </p:cNvPr>
          <p:cNvPicPr>
            <a:picLocks noChangeAspect="1"/>
          </p:cNvPicPr>
          <p:nvPr/>
        </p:nvPicPr>
        <p:blipFill>
          <a:blip r:embed="rId1"/>
          <a:stretch>
            <a:fillRect/>
          </a:stretch>
        </p:blipFill>
        <p:spPr>
          <a:xfrm>
            <a:off x="6309360" y="2377440"/>
            <a:ext cx="292608" cy="292608"/>
          </a:xfrm>
          <a:prstGeom prst="rect">
            <a:avLst/>
          </a:prstGeom>
        </p:spPr>
      </p:pic>
      <p:sp>
        <p:nvSpPr>
          <p:cNvPr id="17" name="anim:3:float:0"/>
          <p:cNvSpPr txBox="1"/>
          <p:nvPr/>
        </p:nvSpPr>
        <p:spPr>
          <a:xfrm>
            <a:off x="6720840" y="2331720"/>
            <a:ext cx="4754880" cy="548640"/>
          </a:xfrm>
          <a:prstGeom prst="rect">
            <a:avLst/>
          </a:prstGeom>
          <a:noFill/>
          <a:ln/>
        </p:spPr>
        <p:txBody>
          <a:bodyPr wrap="square" lIns="0" tIns="0" rIns="0" bIns="0" rtlCol="0" anchor="t"/>
          <a:lstStyle/>
          <a:p>
            <a:pPr indent="0" marL="0">
              <a:buNone/>
            </a:pPr>
            <a:r>
              <a:rPr lang="en-US" sz="1300" b="1" dirty="0">
                <a:solidFill>
                  <a:srgbClr val="000000"/>
                </a:solidFill>
                <a:latin typeface="Arial" pitchFamily="34" charset="0"/>
                <a:ea typeface="Arial" pitchFamily="34" charset="-122"/>
                <a:cs typeface="Arial" pitchFamily="34" charset="-120"/>
              </a:rPr>
              <a:t>Uncertain waits feel longer</a:t>
            </a:r>
            <a:endParaRPr lang="en-US" sz="1300" dirty="0"/>
          </a:p>
          <a:p>
            <a:pPr indent="0" marL="0">
              <a:buNone/>
            </a:pPr>
            <a:r>
              <a:rPr lang="en-US" sz="1050" i="1" dirty="0">
                <a:solidFill>
                  <a:srgbClr val="333333"/>
                </a:solidFill>
                <a:latin typeface="Arial" pitchFamily="34" charset="0"/>
                <a:ea typeface="Arial" pitchFamily="34" charset="-122"/>
                <a:cs typeface="Arial" pitchFamily="34" charset="-120"/>
              </a:rPr>
              <a:t>Maister (1985); Taylor (1994)</a:t>
            </a:r>
            <a:endParaRPr lang="en-US" sz="1300" dirty="0"/>
          </a:p>
        </p:txBody>
      </p:sp>
      <p:pic>
        <p:nvPicPr>
          <p:cNvPr id="18" name="anim:3:float:1" descr="preencoded.png">    </p:cNvPr>
          <p:cNvPicPr>
            <a:picLocks noChangeAspect="1"/>
          </p:cNvPicPr>
          <p:nvPr/>
        </p:nvPicPr>
        <p:blipFill>
          <a:blip r:embed="rId2"/>
          <a:stretch>
            <a:fillRect/>
          </a:stretch>
        </p:blipFill>
        <p:spPr>
          <a:xfrm>
            <a:off x="6309360" y="2953512"/>
            <a:ext cx="292608" cy="292608"/>
          </a:xfrm>
          <a:prstGeom prst="rect">
            <a:avLst/>
          </a:prstGeom>
        </p:spPr>
      </p:pic>
      <p:sp>
        <p:nvSpPr>
          <p:cNvPr id="19" name="anim:3:float:1"/>
          <p:cNvSpPr txBox="1"/>
          <p:nvPr/>
        </p:nvSpPr>
        <p:spPr>
          <a:xfrm>
            <a:off x="6720840" y="2907792"/>
            <a:ext cx="4754880" cy="548640"/>
          </a:xfrm>
          <a:prstGeom prst="rect">
            <a:avLst/>
          </a:prstGeom>
          <a:noFill/>
          <a:ln/>
        </p:spPr>
        <p:txBody>
          <a:bodyPr wrap="square" lIns="0" tIns="0" rIns="0" bIns="0" rtlCol="0" anchor="t"/>
          <a:lstStyle/>
          <a:p>
            <a:pPr indent="0" marL="0">
              <a:buNone/>
            </a:pPr>
            <a:r>
              <a:rPr lang="en-US" sz="1300" b="1" dirty="0">
                <a:solidFill>
                  <a:srgbClr val="000000"/>
                </a:solidFill>
                <a:latin typeface="Arial" pitchFamily="34" charset="0"/>
                <a:ea typeface="Arial" pitchFamily="34" charset="-122"/>
                <a:cs typeface="Arial" pitchFamily="34" charset="-120"/>
              </a:rPr>
              <a:t>SMS reminders increase attendance</a:t>
            </a:r>
            <a:endParaRPr lang="en-US" sz="1300" dirty="0"/>
          </a:p>
          <a:p>
            <a:pPr indent="0" marL="0">
              <a:buNone/>
            </a:pPr>
            <a:r>
              <a:rPr lang="en-US" sz="1050" i="1" dirty="0">
                <a:solidFill>
                  <a:srgbClr val="333333"/>
                </a:solidFill>
                <a:latin typeface="Arial" pitchFamily="34" charset="0"/>
                <a:ea typeface="Arial" pitchFamily="34" charset="-122"/>
                <a:cs typeface="Arial" pitchFamily="34" charset="-120"/>
              </a:rPr>
              <a:t>Guy et al. (2012)</a:t>
            </a:r>
            <a:endParaRPr lang="en-US" sz="1300" dirty="0"/>
          </a:p>
        </p:txBody>
      </p:sp>
      <p:pic>
        <p:nvPicPr>
          <p:cNvPr id="20" name="anim:3:float:2" descr="preencoded.png">    </p:cNvPr>
          <p:cNvPicPr>
            <a:picLocks noChangeAspect="1"/>
          </p:cNvPicPr>
          <p:nvPr/>
        </p:nvPicPr>
        <p:blipFill>
          <a:blip r:embed="rId3"/>
          <a:stretch>
            <a:fillRect/>
          </a:stretch>
        </p:blipFill>
        <p:spPr>
          <a:xfrm>
            <a:off x="6309360" y="3529584"/>
            <a:ext cx="292608" cy="292608"/>
          </a:xfrm>
          <a:prstGeom prst="rect">
            <a:avLst/>
          </a:prstGeom>
        </p:spPr>
      </p:pic>
      <p:sp>
        <p:nvSpPr>
          <p:cNvPr id="21" name="anim:3:float:2"/>
          <p:cNvSpPr txBox="1"/>
          <p:nvPr/>
        </p:nvSpPr>
        <p:spPr>
          <a:xfrm>
            <a:off x="6720840" y="3483864"/>
            <a:ext cx="4754880" cy="548640"/>
          </a:xfrm>
          <a:prstGeom prst="rect">
            <a:avLst/>
          </a:prstGeom>
          <a:noFill/>
          <a:ln/>
        </p:spPr>
        <p:txBody>
          <a:bodyPr wrap="square" lIns="0" tIns="0" rIns="0" bIns="0" rtlCol="0" anchor="t"/>
          <a:lstStyle/>
          <a:p>
            <a:pPr indent="0" marL="0">
              <a:buNone/>
            </a:pPr>
            <a:r>
              <a:rPr lang="en-US" sz="1300" b="1" dirty="0">
                <a:solidFill>
                  <a:srgbClr val="000000"/>
                </a:solidFill>
                <a:latin typeface="Arial" pitchFamily="34" charset="0"/>
                <a:ea typeface="Arial" pitchFamily="34" charset="-122"/>
                <a:cs typeface="Arial" pitchFamily="34" charset="-120"/>
              </a:rPr>
              <a:t>Barber-client trust drives loyalty</a:t>
            </a:r>
            <a:endParaRPr lang="en-US" sz="1300" dirty="0"/>
          </a:p>
          <a:p>
            <a:pPr indent="0" marL="0">
              <a:buNone/>
            </a:pPr>
            <a:r>
              <a:rPr lang="en-US" sz="1050" i="1" dirty="0">
                <a:solidFill>
                  <a:srgbClr val="333333"/>
                </a:solidFill>
                <a:latin typeface="Arial" pitchFamily="34" charset="0"/>
                <a:ea typeface="Arial" pitchFamily="34" charset="-122"/>
                <a:cs typeface="Arial" pitchFamily="34" charset="-120"/>
              </a:rPr>
              <a:t>Price and Arnould (1999)</a:t>
            </a:r>
            <a:endParaRPr lang="en-US" sz="1300" dirty="0"/>
          </a:p>
        </p:txBody>
      </p:sp>
      <p:pic>
        <p:nvPicPr>
          <p:cNvPr id="22" name="anim:3:float:3" descr="preencoded.png">    </p:cNvPr>
          <p:cNvPicPr>
            <a:picLocks noChangeAspect="1"/>
          </p:cNvPicPr>
          <p:nvPr/>
        </p:nvPicPr>
        <p:blipFill>
          <a:blip r:embed="rId4"/>
          <a:stretch>
            <a:fillRect/>
          </a:stretch>
        </p:blipFill>
        <p:spPr>
          <a:xfrm>
            <a:off x="6309360" y="4105656"/>
            <a:ext cx="292608" cy="292608"/>
          </a:xfrm>
          <a:prstGeom prst="rect">
            <a:avLst/>
          </a:prstGeom>
        </p:spPr>
      </p:pic>
      <p:sp>
        <p:nvSpPr>
          <p:cNvPr id="23" name="anim:3:float:3"/>
          <p:cNvSpPr txBox="1"/>
          <p:nvPr/>
        </p:nvSpPr>
        <p:spPr>
          <a:xfrm>
            <a:off x="6720840" y="4059936"/>
            <a:ext cx="4754880" cy="548640"/>
          </a:xfrm>
          <a:prstGeom prst="rect">
            <a:avLst/>
          </a:prstGeom>
          <a:noFill/>
          <a:ln/>
        </p:spPr>
        <p:txBody>
          <a:bodyPr wrap="square" lIns="0" tIns="0" rIns="0" bIns="0" rtlCol="0" anchor="t"/>
          <a:lstStyle/>
          <a:p>
            <a:pPr indent="0" marL="0">
              <a:buNone/>
            </a:pPr>
            <a:r>
              <a:rPr lang="en-US" sz="1300" b="1" dirty="0">
                <a:solidFill>
                  <a:srgbClr val="000000"/>
                </a:solidFill>
                <a:latin typeface="Arial" pitchFamily="34" charset="0"/>
                <a:ea typeface="Arial" pitchFamily="34" charset="-122"/>
                <a:cs typeface="Arial" pitchFamily="34" charset="-120"/>
              </a:rPr>
              <a:t>Chat bookings cause schedule clashes</a:t>
            </a:r>
            <a:endParaRPr lang="en-US" sz="1300" dirty="0"/>
          </a:p>
          <a:p>
            <a:pPr indent="0" marL="0">
              <a:buNone/>
            </a:pPr>
            <a:r>
              <a:rPr lang="en-US" sz="1050" i="1" dirty="0">
                <a:solidFill>
                  <a:srgbClr val="333333"/>
                </a:solidFill>
                <a:latin typeface="Arial" pitchFamily="34" charset="0"/>
                <a:ea typeface="Arial" pitchFamily="34" charset="-122"/>
                <a:cs typeface="Arial" pitchFamily="34" charset="-120"/>
              </a:rPr>
              <a:t>Hidayat and Wibowo (2023)</a:t>
            </a:r>
            <a:endParaRPr lang="en-US" sz="1300" dirty="0"/>
          </a:p>
        </p:txBody>
      </p:sp>
      <p:pic>
        <p:nvPicPr>
          <p:cNvPr id="24" name="anim:3:float:4" descr="preencoded.png">    </p:cNvPr>
          <p:cNvPicPr>
            <a:picLocks noChangeAspect="1"/>
          </p:cNvPicPr>
          <p:nvPr/>
        </p:nvPicPr>
        <p:blipFill>
          <a:blip r:embed="rId5"/>
          <a:stretch>
            <a:fillRect/>
          </a:stretch>
        </p:blipFill>
        <p:spPr>
          <a:xfrm>
            <a:off x="6309360" y="4681728"/>
            <a:ext cx="292608" cy="292608"/>
          </a:xfrm>
          <a:prstGeom prst="rect">
            <a:avLst/>
          </a:prstGeom>
        </p:spPr>
      </p:pic>
      <p:sp>
        <p:nvSpPr>
          <p:cNvPr id="25" name="anim:3:float:4"/>
          <p:cNvSpPr txBox="1"/>
          <p:nvPr/>
        </p:nvSpPr>
        <p:spPr>
          <a:xfrm>
            <a:off x="6720840" y="4636008"/>
            <a:ext cx="4754880" cy="548640"/>
          </a:xfrm>
          <a:prstGeom prst="rect">
            <a:avLst/>
          </a:prstGeom>
          <a:noFill/>
          <a:ln/>
        </p:spPr>
        <p:txBody>
          <a:bodyPr wrap="square" lIns="0" tIns="0" rIns="0" bIns="0" rtlCol="0" anchor="t"/>
          <a:lstStyle/>
          <a:p>
            <a:pPr indent="0" marL="0">
              <a:buNone/>
            </a:pPr>
            <a:r>
              <a:rPr lang="en-US" sz="1300" b="1" dirty="0">
                <a:solidFill>
                  <a:srgbClr val="000000"/>
                </a:solidFill>
                <a:latin typeface="Arial" pitchFamily="34" charset="0"/>
                <a:ea typeface="Arial" pitchFamily="34" charset="-122"/>
                <a:cs typeface="Arial" pitchFamily="34" charset="-120"/>
              </a:rPr>
              <a:t>Cancellation and reports need extra care</a:t>
            </a:r>
            <a:endParaRPr lang="en-US" sz="1300" dirty="0"/>
          </a:p>
          <a:p>
            <a:pPr indent="0" marL="0">
              <a:buNone/>
            </a:pPr>
            <a:r>
              <a:rPr lang="en-US" sz="1050" i="1" dirty="0">
                <a:solidFill>
                  <a:srgbClr val="333333"/>
                </a:solidFill>
                <a:latin typeface="Arial" pitchFamily="34" charset="0"/>
                <a:ea typeface="Arial" pitchFamily="34" charset="-122"/>
                <a:cs typeface="Arial" pitchFamily="34" charset="-120"/>
              </a:rPr>
              <a:t>Rusdi and Isnin (2024)</a:t>
            </a:r>
            <a:endParaRPr lang="en-US" sz="1300" dirty="0"/>
          </a:p>
        </p:txBody>
      </p:sp>
      <p:pic>
        <p:nvPicPr>
          <p:cNvPr id="26" name="anim:3:float:5" descr="preencoded.png">    </p:cNvPr>
          <p:cNvPicPr>
            <a:picLocks noChangeAspect="1"/>
          </p:cNvPicPr>
          <p:nvPr/>
        </p:nvPicPr>
        <p:blipFill>
          <a:blip r:embed="rId6"/>
          <a:stretch>
            <a:fillRect/>
          </a:stretch>
        </p:blipFill>
        <p:spPr>
          <a:xfrm>
            <a:off x="6309360" y="5257800"/>
            <a:ext cx="292608" cy="292608"/>
          </a:xfrm>
          <a:prstGeom prst="rect">
            <a:avLst/>
          </a:prstGeom>
        </p:spPr>
      </p:pic>
      <p:sp>
        <p:nvSpPr>
          <p:cNvPr id="27" name="anim:3:float:5"/>
          <p:cNvSpPr txBox="1"/>
          <p:nvPr/>
        </p:nvSpPr>
        <p:spPr>
          <a:xfrm>
            <a:off x="6720840" y="5212080"/>
            <a:ext cx="4754880" cy="548640"/>
          </a:xfrm>
          <a:prstGeom prst="rect">
            <a:avLst/>
          </a:prstGeom>
          <a:noFill/>
          <a:ln/>
        </p:spPr>
        <p:txBody>
          <a:bodyPr wrap="square" lIns="0" tIns="0" rIns="0" bIns="0" rtlCol="0" anchor="t"/>
          <a:lstStyle/>
          <a:p>
            <a:pPr indent="0" marL="0">
              <a:buNone/>
            </a:pPr>
            <a:r>
              <a:rPr lang="en-US" sz="1300" b="1" dirty="0">
                <a:solidFill>
                  <a:srgbClr val="000000"/>
                </a:solidFill>
                <a:latin typeface="Arial" pitchFamily="34" charset="0"/>
                <a:ea typeface="Arial" pitchFamily="34" charset="-122"/>
                <a:cs typeface="Arial" pitchFamily="34" charset="-120"/>
              </a:rPr>
              <a:t>ISO 25010 is standard in PH system studies</a:t>
            </a:r>
            <a:endParaRPr lang="en-US" sz="1300" dirty="0"/>
          </a:p>
          <a:p>
            <a:pPr indent="0" marL="0">
              <a:buNone/>
            </a:pPr>
            <a:r>
              <a:rPr lang="en-US" sz="1050" i="1" dirty="0">
                <a:solidFill>
                  <a:srgbClr val="333333"/>
                </a:solidFill>
                <a:latin typeface="Arial" pitchFamily="34" charset="0"/>
                <a:ea typeface="Arial" pitchFamily="34" charset="-122"/>
                <a:cs typeface="Arial" pitchFamily="34" charset="-120"/>
              </a:rPr>
              <a:t>Concepcion et al. (2026); Ramento et al. (2024)</a:t>
            </a:r>
            <a:endParaRPr lang="en-US" sz="1300" dirty="0"/>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420" fill="hold"/>
                                        <p:tgtEl>
                                          <p:spTgt spid="2"/>
                                        </p:tgtEl>
                                        <p:attrNameLst>
                                          <p:attrName>ppt_w</p:attrName>
                                        </p:attrNameLst>
                                      </p:cBhvr>
                                      <p:tavLst>
                                        <p:tav tm="0">
                                          <p:val>
                                            <p:fltVal val="0"/>
                                          </p:val>
                                        </p:tav>
                                        <p:tav tm="100000">
                                          <p:val>
                                            <p:strVal val="#ppt_w"/>
                                          </p:val>
                                        </p:tav>
                                      </p:tavLst>
                                    </p:anim>
                                    <p:anim calcmode="lin" valueType="num">
                                      <p:cBhvr additive="base">
                                        <p:cTn id="8" dur="420" fill="hold"/>
                                        <p:tgtEl>
                                          <p:spTgt spid="2"/>
                                        </p:tgtEl>
                                        <p:attrNameLst>
                                          <p:attrName>ppt_h</p:attrName>
                                        </p:attrNameLst>
                                      </p:cBhvr>
                                      <p:tavLst>
                                        <p:tav tm="0">
                                          <p:val>
                                            <p:fltVal val="0"/>
                                          </p:val>
                                        </p:tav>
                                        <p:tav tm="100000">
                                          <p:val>
                                            <p:strVal val="#ppt_h"/>
                                          </p:val>
                                        </p:tav>
                                      </p:tavLst>
                                    </p:anim>
                                    <p:animEffect transition="in" filter="fade">
                                      <p:cBhvr>
                                        <p:cTn id="9" dur="420"/>
                                        <p:tgtEl>
                                          <p:spTgt spid="2"/>
                                        </p:tgtEl>
                                      </p:cBhvr>
                                    </p:animEffect>
                                  </p:childTnLst>
                                </p:cTn>
                              </p:par>
                              <p:par>
                                <p:cTn id="10" presetID="53" presetClass="entr" presetSubtype="16" fill="hold" nodeType="withEffect">
                                  <p:stCondLst>
                                    <p:cond delay="27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420" fill="hold"/>
                                        <p:tgtEl>
                                          <p:spTgt spid="5"/>
                                        </p:tgtEl>
                                        <p:attrNameLst>
                                          <p:attrName>ppt_w</p:attrName>
                                        </p:attrNameLst>
                                      </p:cBhvr>
                                      <p:tavLst>
                                        <p:tav tm="0">
                                          <p:val>
                                            <p:fltVal val="0"/>
                                          </p:val>
                                        </p:tav>
                                        <p:tav tm="100000">
                                          <p:val>
                                            <p:strVal val="#ppt_w"/>
                                          </p:val>
                                        </p:tav>
                                      </p:tavLst>
                                    </p:anim>
                                    <p:anim calcmode="lin" valueType="num">
                                      <p:cBhvr additive="base">
                                        <p:cTn id="13" dur="420" fill="hold"/>
                                        <p:tgtEl>
                                          <p:spTgt spid="5"/>
                                        </p:tgtEl>
                                        <p:attrNameLst>
                                          <p:attrName>ppt_h</p:attrName>
                                        </p:attrNameLst>
                                      </p:cBhvr>
                                      <p:tavLst>
                                        <p:tav tm="0">
                                          <p:val>
                                            <p:fltVal val="0"/>
                                          </p:val>
                                        </p:tav>
                                        <p:tav tm="100000">
                                          <p:val>
                                            <p:strVal val="#ppt_h"/>
                                          </p:val>
                                        </p:tav>
                                      </p:tavLst>
                                    </p:anim>
                                    <p:animEffect transition="in" filter="fade">
                                      <p:cBhvr>
                                        <p:cTn id="14" dur="420"/>
                                        <p:tgtEl>
                                          <p:spTgt spid="5"/>
                                        </p:tgtEl>
                                      </p:cBhvr>
                                    </p:animEffect>
                                  </p:childTnLst>
                                </p:cTn>
                              </p:par>
                              <p:par>
                                <p:cTn id="15" presetID="53" presetClass="entr" presetSubtype="16" fill="hold" nodeType="withEffect">
                                  <p:stCondLst>
                                    <p:cond delay="27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420" fill="hold"/>
                                        <p:tgtEl>
                                          <p:spTgt spid="6"/>
                                        </p:tgtEl>
                                        <p:attrNameLst>
                                          <p:attrName>ppt_w</p:attrName>
                                        </p:attrNameLst>
                                      </p:cBhvr>
                                      <p:tavLst>
                                        <p:tav tm="0">
                                          <p:val>
                                            <p:fltVal val="0"/>
                                          </p:val>
                                        </p:tav>
                                        <p:tav tm="100000">
                                          <p:val>
                                            <p:strVal val="#ppt_w"/>
                                          </p:val>
                                        </p:tav>
                                      </p:tavLst>
                                    </p:anim>
                                    <p:anim calcmode="lin" valueType="num">
                                      <p:cBhvr additive="base">
                                        <p:cTn id="18" dur="420" fill="hold"/>
                                        <p:tgtEl>
                                          <p:spTgt spid="6"/>
                                        </p:tgtEl>
                                        <p:attrNameLst>
                                          <p:attrName>ppt_h</p:attrName>
                                        </p:attrNameLst>
                                      </p:cBhvr>
                                      <p:tavLst>
                                        <p:tav tm="0">
                                          <p:val>
                                            <p:fltVal val="0"/>
                                          </p:val>
                                        </p:tav>
                                        <p:tav tm="100000">
                                          <p:val>
                                            <p:strVal val="#ppt_h"/>
                                          </p:val>
                                        </p:tav>
                                      </p:tavLst>
                                    </p:anim>
                                    <p:animEffect transition="in" filter="fade">
                                      <p:cBhvr>
                                        <p:cTn id="19" dur="420"/>
                                        <p:tgtEl>
                                          <p:spTgt spid="6"/>
                                        </p:tgtEl>
                                      </p:cBhvr>
                                    </p:animEffect>
                                  </p:childTnLst>
                                </p:cTn>
                              </p:par>
                              <p:par>
                                <p:cTn id="20" presetID="53" presetClass="entr" presetSubtype="16" fill="hold" nodeType="withEffect">
                                  <p:stCondLst>
                                    <p:cond delay="270"/>
                                  </p:stCondLst>
                                  <p:childTnLst>
                                    <p:set>
                                      <p:cBhvr>
                                        <p:cTn id="21" dur="1" fill="hold">
                                          <p:stCondLst>
                                            <p:cond delay="0"/>
                                          </p:stCondLst>
                                        </p:cTn>
                                        <p:tgtEl>
                                          <p:spTgt spid="7"/>
                                        </p:tgtEl>
                                        <p:attrNameLst>
                                          <p:attrName>style.visibility</p:attrName>
                                        </p:attrNameLst>
                                      </p:cBhvr>
                                      <p:to>
                                        <p:strVal val="visible"/>
                                      </p:to>
                                    </p:set>
                                    <p:anim calcmode="lin" valueType="num">
                                      <p:cBhvr additive="base">
                                        <p:cTn id="22" dur="420" fill="hold"/>
                                        <p:tgtEl>
                                          <p:spTgt spid="7"/>
                                        </p:tgtEl>
                                        <p:attrNameLst>
                                          <p:attrName>ppt_w</p:attrName>
                                        </p:attrNameLst>
                                      </p:cBhvr>
                                      <p:tavLst>
                                        <p:tav tm="0">
                                          <p:val>
                                            <p:fltVal val="0"/>
                                          </p:val>
                                        </p:tav>
                                        <p:tav tm="100000">
                                          <p:val>
                                            <p:strVal val="#ppt_w"/>
                                          </p:val>
                                        </p:tav>
                                      </p:tavLst>
                                    </p:anim>
                                    <p:anim calcmode="lin" valueType="num">
                                      <p:cBhvr additive="base">
                                        <p:cTn id="23" dur="420" fill="hold"/>
                                        <p:tgtEl>
                                          <p:spTgt spid="7"/>
                                        </p:tgtEl>
                                        <p:attrNameLst>
                                          <p:attrName>ppt_h</p:attrName>
                                        </p:attrNameLst>
                                      </p:cBhvr>
                                      <p:tavLst>
                                        <p:tav tm="0">
                                          <p:val>
                                            <p:fltVal val="0"/>
                                          </p:val>
                                        </p:tav>
                                        <p:tav tm="100000">
                                          <p:val>
                                            <p:strVal val="#ppt_h"/>
                                          </p:val>
                                        </p:tav>
                                      </p:tavLst>
                                    </p:anim>
                                    <p:animEffect transition="in" filter="fade">
                                      <p:cBhvr>
                                        <p:cTn id="24" dur="420"/>
                                        <p:tgtEl>
                                          <p:spTgt spid="7"/>
                                        </p:tgtEl>
                                      </p:cBhvr>
                                    </p:animEffect>
                                  </p:childTnLst>
                                </p:cTn>
                              </p:par>
                              <p:par>
                                <p:cTn id="25" presetID="53" presetClass="entr" presetSubtype="16" fill="hold" nodeType="withEffect">
                                  <p:stCondLst>
                                    <p:cond delay="39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420" fill="hold"/>
                                        <p:tgtEl>
                                          <p:spTgt spid="8"/>
                                        </p:tgtEl>
                                        <p:attrNameLst>
                                          <p:attrName>ppt_w</p:attrName>
                                        </p:attrNameLst>
                                      </p:cBhvr>
                                      <p:tavLst>
                                        <p:tav tm="0">
                                          <p:val>
                                            <p:fltVal val="0"/>
                                          </p:val>
                                        </p:tav>
                                        <p:tav tm="100000">
                                          <p:val>
                                            <p:strVal val="#ppt_w"/>
                                          </p:val>
                                        </p:tav>
                                      </p:tavLst>
                                    </p:anim>
                                    <p:anim calcmode="lin" valueType="num">
                                      <p:cBhvr additive="base">
                                        <p:cTn id="28" dur="420" fill="hold"/>
                                        <p:tgtEl>
                                          <p:spTgt spid="8"/>
                                        </p:tgtEl>
                                        <p:attrNameLst>
                                          <p:attrName>ppt_h</p:attrName>
                                        </p:attrNameLst>
                                      </p:cBhvr>
                                      <p:tavLst>
                                        <p:tav tm="0">
                                          <p:val>
                                            <p:fltVal val="0"/>
                                          </p:val>
                                        </p:tav>
                                        <p:tav tm="100000">
                                          <p:val>
                                            <p:strVal val="#ppt_h"/>
                                          </p:val>
                                        </p:tav>
                                      </p:tavLst>
                                    </p:anim>
                                    <p:animEffect transition="in" filter="fade">
                                      <p:cBhvr>
                                        <p:cTn id="29" dur="420"/>
                                        <p:tgtEl>
                                          <p:spTgt spid="8"/>
                                        </p:tgtEl>
                                      </p:cBhvr>
                                    </p:animEffect>
                                  </p:childTnLst>
                                </p:cTn>
                              </p:par>
                              <p:par>
                                <p:cTn id="30" presetID="53" presetClass="entr" presetSubtype="16" fill="hold" nodeType="withEffect">
                                  <p:stCondLst>
                                    <p:cond delay="390"/>
                                  </p:stCondLst>
                                  <p:childTnLst>
                                    <p:set>
                                      <p:cBhvr>
                                        <p:cTn id="31" dur="1" fill="hold">
                                          <p:stCondLst>
                                            <p:cond delay="0"/>
                                          </p:stCondLst>
                                        </p:cTn>
                                        <p:tgtEl>
                                          <p:spTgt spid="9"/>
                                        </p:tgtEl>
                                        <p:attrNameLst>
                                          <p:attrName>style.visibility</p:attrName>
                                        </p:attrNameLst>
                                      </p:cBhvr>
                                      <p:to>
                                        <p:strVal val="visible"/>
                                      </p:to>
                                    </p:set>
                                    <p:anim calcmode="lin" valueType="num">
                                      <p:cBhvr additive="base">
                                        <p:cTn id="32" dur="420" fill="hold"/>
                                        <p:tgtEl>
                                          <p:spTgt spid="9"/>
                                        </p:tgtEl>
                                        <p:attrNameLst>
                                          <p:attrName>ppt_w</p:attrName>
                                        </p:attrNameLst>
                                      </p:cBhvr>
                                      <p:tavLst>
                                        <p:tav tm="0">
                                          <p:val>
                                            <p:fltVal val="0"/>
                                          </p:val>
                                        </p:tav>
                                        <p:tav tm="100000">
                                          <p:val>
                                            <p:strVal val="#ppt_w"/>
                                          </p:val>
                                        </p:tav>
                                      </p:tavLst>
                                    </p:anim>
                                    <p:anim calcmode="lin" valueType="num">
                                      <p:cBhvr additive="base">
                                        <p:cTn id="33" dur="420" fill="hold"/>
                                        <p:tgtEl>
                                          <p:spTgt spid="9"/>
                                        </p:tgtEl>
                                        <p:attrNameLst>
                                          <p:attrName>ppt_h</p:attrName>
                                        </p:attrNameLst>
                                      </p:cBhvr>
                                      <p:tavLst>
                                        <p:tav tm="0">
                                          <p:val>
                                            <p:fltVal val="0"/>
                                          </p:val>
                                        </p:tav>
                                        <p:tav tm="100000">
                                          <p:val>
                                            <p:strVal val="#ppt_h"/>
                                          </p:val>
                                        </p:tav>
                                      </p:tavLst>
                                    </p:anim>
                                    <p:animEffect transition="in" filter="fade">
                                      <p:cBhvr>
                                        <p:cTn id="34" dur="420"/>
                                        <p:tgtEl>
                                          <p:spTgt spid="9"/>
                                        </p:tgtEl>
                                      </p:cBhvr>
                                    </p:animEffect>
                                  </p:childTnLst>
                                </p:cTn>
                              </p:par>
                              <p:par>
                                <p:cTn id="35" presetID="53" presetClass="entr" presetSubtype="16" fill="hold" nodeType="withEffect">
                                  <p:stCondLst>
                                    <p:cond delay="390"/>
                                  </p:stCondLst>
                                  <p:childTnLst>
                                    <p:set>
                                      <p:cBhvr>
                                        <p:cTn id="36" dur="1" fill="hold">
                                          <p:stCondLst>
                                            <p:cond delay="0"/>
                                          </p:stCondLst>
                                        </p:cTn>
                                        <p:tgtEl>
                                          <p:spTgt spid="10"/>
                                        </p:tgtEl>
                                        <p:attrNameLst>
                                          <p:attrName>style.visibility</p:attrName>
                                        </p:attrNameLst>
                                      </p:cBhvr>
                                      <p:to>
                                        <p:strVal val="visible"/>
                                      </p:to>
                                    </p:set>
                                    <p:anim calcmode="lin" valueType="num">
                                      <p:cBhvr additive="base">
                                        <p:cTn id="37" dur="420" fill="hold"/>
                                        <p:tgtEl>
                                          <p:spTgt spid="10"/>
                                        </p:tgtEl>
                                        <p:attrNameLst>
                                          <p:attrName>ppt_w</p:attrName>
                                        </p:attrNameLst>
                                      </p:cBhvr>
                                      <p:tavLst>
                                        <p:tav tm="0">
                                          <p:val>
                                            <p:fltVal val="0"/>
                                          </p:val>
                                        </p:tav>
                                        <p:tav tm="100000">
                                          <p:val>
                                            <p:strVal val="#ppt_w"/>
                                          </p:val>
                                        </p:tav>
                                      </p:tavLst>
                                    </p:anim>
                                    <p:anim calcmode="lin" valueType="num">
                                      <p:cBhvr additive="base">
                                        <p:cTn id="38" dur="420" fill="hold"/>
                                        <p:tgtEl>
                                          <p:spTgt spid="10"/>
                                        </p:tgtEl>
                                        <p:attrNameLst>
                                          <p:attrName>ppt_h</p:attrName>
                                        </p:attrNameLst>
                                      </p:cBhvr>
                                      <p:tavLst>
                                        <p:tav tm="0">
                                          <p:val>
                                            <p:fltVal val="0"/>
                                          </p:val>
                                        </p:tav>
                                        <p:tav tm="100000">
                                          <p:val>
                                            <p:strVal val="#ppt_h"/>
                                          </p:val>
                                        </p:tav>
                                      </p:tavLst>
                                    </p:anim>
                                    <p:animEffect transition="in" filter="fade">
                                      <p:cBhvr>
                                        <p:cTn id="39" dur="420"/>
                                        <p:tgtEl>
                                          <p:spTgt spid="10"/>
                                        </p:tgtEl>
                                      </p:cBhvr>
                                    </p:animEffect>
                                  </p:childTnLst>
                                </p:cTn>
                              </p:par>
                              <p:par>
                                <p:cTn id="40" presetID="53" presetClass="entr" presetSubtype="16" fill="hold" nodeType="withEffect">
                                  <p:stCondLst>
                                    <p:cond delay="510"/>
                                  </p:stCondLst>
                                  <p:childTnLst>
                                    <p:set>
                                      <p:cBhvr>
                                        <p:cTn id="41" dur="1" fill="hold">
                                          <p:stCondLst>
                                            <p:cond delay="0"/>
                                          </p:stCondLst>
                                        </p:cTn>
                                        <p:tgtEl>
                                          <p:spTgt spid="11"/>
                                        </p:tgtEl>
                                        <p:attrNameLst>
                                          <p:attrName>style.visibility</p:attrName>
                                        </p:attrNameLst>
                                      </p:cBhvr>
                                      <p:to>
                                        <p:strVal val="visible"/>
                                      </p:to>
                                    </p:set>
                                    <p:anim calcmode="lin" valueType="num">
                                      <p:cBhvr additive="base">
                                        <p:cTn id="42" dur="420" fill="hold"/>
                                        <p:tgtEl>
                                          <p:spTgt spid="11"/>
                                        </p:tgtEl>
                                        <p:attrNameLst>
                                          <p:attrName>ppt_w</p:attrName>
                                        </p:attrNameLst>
                                      </p:cBhvr>
                                      <p:tavLst>
                                        <p:tav tm="0">
                                          <p:val>
                                            <p:fltVal val="0"/>
                                          </p:val>
                                        </p:tav>
                                        <p:tav tm="100000">
                                          <p:val>
                                            <p:strVal val="#ppt_w"/>
                                          </p:val>
                                        </p:tav>
                                      </p:tavLst>
                                    </p:anim>
                                    <p:anim calcmode="lin" valueType="num">
                                      <p:cBhvr additive="base">
                                        <p:cTn id="43" dur="420" fill="hold"/>
                                        <p:tgtEl>
                                          <p:spTgt spid="11"/>
                                        </p:tgtEl>
                                        <p:attrNameLst>
                                          <p:attrName>ppt_h</p:attrName>
                                        </p:attrNameLst>
                                      </p:cBhvr>
                                      <p:tavLst>
                                        <p:tav tm="0">
                                          <p:val>
                                            <p:fltVal val="0"/>
                                          </p:val>
                                        </p:tav>
                                        <p:tav tm="100000">
                                          <p:val>
                                            <p:strVal val="#ppt_h"/>
                                          </p:val>
                                        </p:tav>
                                      </p:tavLst>
                                    </p:anim>
                                    <p:animEffect transition="in" filter="fade">
                                      <p:cBhvr>
                                        <p:cTn id="44" dur="420"/>
                                        <p:tgtEl>
                                          <p:spTgt spid="11"/>
                                        </p:tgtEl>
                                      </p:cBhvr>
                                    </p:animEffect>
                                  </p:childTnLst>
                                </p:cTn>
                              </p:par>
                              <p:par>
                                <p:cTn id="45" presetID="53" presetClass="entr" presetSubtype="16" fill="hold" nodeType="withEffect">
                                  <p:stCondLst>
                                    <p:cond delay="510"/>
                                  </p:stCondLst>
                                  <p:childTnLst>
                                    <p:set>
                                      <p:cBhvr>
                                        <p:cTn id="46" dur="1" fill="hold">
                                          <p:stCondLst>
                                            <p:cond delay="0"/>
                                          </p:stCondLst>
                                        </p:cTn>
                                        <p:tgtEl>
                                          <p:spTgt spid="12"/>
                                        </p:tgtEl>
                                        <p:attrNameLst>
                                          <p:attrName>style.visibility</p:attrName>
                                        </p:attrNameLst>
                                      </p:cBhvr>
                                      <p:to>
                                        <p:strVal val="visible"/>
                                      </p:to>
                                    </p:set>
                                    <p:anim calcmode="lin" valueType="num">
                                      <p:cBhvr additive="base">
                                        <p:cTn id="47" dur="420" fill="hold"/>
                                        <p:tgtEl>
                                          <p:spTgt spid="12"/>
                                        </p:tgtEl>
                                        <p:attrNameLst>
                                          <p:attrName>ppt_w</p:attrName>
                                        </p:attrNameLst>
                                      </p:cBhvr>
                                      <p:tavLst>
                                        <p:tav tm="0">
                                          <p:val>
                                            <p:fltVal val="0"/>
                                          </p:val>
                                        </p:tav>
                                        <p:tav tm="100000">
                                          <p:val>
                                            <p:strVal val="#ppt_w"/>
                                          </p:val>
                                        </p:tav>
                                      </p:tavLst>
                                    </p:anim>
                                    <p:anim calcmode="lin" valueType="num">
                                      <p:cBhvr additive="base">
                                        <p:cTn id="48" dur="420" fill="hold"/>
                                        <p:tgtEl>
                                          <p:spTgt spid="12"/>
                                        </p:tgtEl>
                                        <p:attrNameLst>
                                          <p:attrName>ppt_h</p:attrName>
                                        </p:attrNameLst>
                                      </p:cBhvr>
                                      <p:tavLst>
                                        <p:tav tm="0">
                                          <p:val>
                                            <p:fltVal val="0"/>
                                          </p:val>
                                        </p:tav>
                                        <p:tav tm="100000">
                                          <p:val>
                                            <p:strVal val="#ppt_h"/>
                                          </p:val>
                                        </p:tav>
                                      </p:tavLst>
                                    </p:anim>
                                    <p:animEffect transition="in" filter="fade">
                                      <p:cBhvr>
                                        <p:cTn id="49" dur="420"/>
                                        <p:tgtEl>
                                          <p:spTgt spid="12"/>
                                        </p:tgtEl>
                                      </p:cBhvr>
                                    </p:animEffect>
                                  </p:childTnLst>
                                </p:cTn>
                              </p:par>
                              <p:par>
                                <p:cTn id="50" presetID="53" presetClass="entr" presetSubtype="16" fill="hold" nodeType="withEffect">
                                  <p:stCondLst>
                                    <p:cond delay="510"/>
                                  </p:stCondLst>
                                  <p:childTnLst>
                                    <p:set>
                                      <p:cBhvr>
                                        <p:cTn id="51" dur="1" fill="hold">
                                          <p:stCondLst>
                                            <p:cond delay="0"/>
                                          </p:stCondLst>
                                        </p:cTn>
                                        <p:tgtEl>
                                          <p:spTgt spid="13"/>
                                        </p:tgtEl>
                                        <p:attrNameLst>
                                          <p:attrName>style.visibility</p:attrName>
                                        </p:attrNameLst>
                                      </p:cBhvr>
                                      <p:to>
                                        <p:strVal val="visible"/>
                                      </p:to>
                                    </p:set>
                                    <p:anim calcmode="lin" valueType="num">
                                      <p:cBhvr additive="base">
                                        <p:cTn id="52" dur="420" fill="hold"/>
                                        <p:tgtEl>
                                          <p:spTgt spid="13"/>
                                        </p:tgtEl>
                                        <p:attrNameLst>
                                          <p:attrName>ppt_w</p:attrName>
                                        </p:attrNameLst>
                                      </p:cBhvr>
                                      <p:tavLst>
                                        <p:tav tm="0">
                                          <p:val>
                                            <p:fltVal val="0"/>
                                          </p:val>
                                        </p:tav>
                                        <p:tav tm="100000">
                                          <p:val>
                                            <p:strVal val="#ppt_w"/>
                                          </p:val>
                                        </p:tav>
                                      </p:tavLst>
                                    </p:anim>
                                    <p:anim calcmode="lin" valueType="num">
                                      <p:cBhvr additive="base">
                                        <p:cTn id="53" dur="420" fill="hold"/>
                                        <p:tgtEl>
                                          <p:spTgt spid="13"/>
                                        </p:tgtEl>
                                        <p:attrNameLst>
                                          <p:attrName>ppt_h</p:attrName>
                                        </p:attrNameLst>
                                      </p:cBhvr>
                                      <p:tavLst>
                                        <p:tav tm="0">
                                          <p:val>
                                            <p:fltVal val="0"/>
                                          </p:val>
                                        </p:tav>
                                        <p:tav tm="100000">
                                          <p:val>
                                            <p:strVal val="#ppt_h"/>
                                          </p:val>
                                        </p:tav>
                                      </p:tavLst>
                                    </p:anim>
                                    <p:animEffect transition="in" filter="fade">
                                      <p:cBhvr>
                                        <p:cTn id="54" dur="420"/>
                                        <p:tgtEl>
                                          <p:spTgt spid="13"/>
                                        </p:tgtEl>
                                      </p:cBhvr>
                                    </p:animEffect>
                                  </p:childTnLst>
                                </p:cTn>
                              </p:par>
                              <p:par>
                                <p:cTn id="55" presetID="42" presetClass="entr" presetSubtype="0" fill="hold" nodeType="withEffect">
                                  <p:stCondLst>
                                    <p:cond delay="780"/>
                                  </p:stCondLst>
                                  <p:childTnLst>
                                    <p:set>
                                      <p:cBhvr>
                                        <p:cTn id="56" dur="1" fill="hold">
                                          <p:stCondLst>
                                            <p:cond delay="0"/>
                                          </p:stCondLst>
                                        </p:cTn>
                                        <p:tgtEl>
                                          <p:spTgt spid="14"/>
                                        </p:tgtEl>
                                        <p:attrNameLst>
                                          <p:attrName>style.visibility</p:attrName>
                                        </p:attrNameLst>
                                      </p:cBhvr>
                                      <p:to>
                                        <p:strVal val="visible"/>
                                      </p:to>
                                    </p:set>
                                    <p:animEffect transition="in" filter="fade">
                                      <p:cBhvr>
                                        <p:cTn id="57" dur="550"/>
                                        <p:tgtEl>
                                          <p:spTgt spid="14"/>
                                        </p:tgtEl>
                                      </p:cBhvr>
                                    </p:animEffect>
                                    <p:anim calcmode="lin" valueType="num">
                                      <p:cBhvr additive="base">
                                        <p:cTn id="58" dur="550" fill="hold"/>
                                        <p:tgtEl>
                                          <p:spTgt spid="14"/>
                                        </p:tgtEl>
                                        <p:attrNameLst>
                                          <p:attrName>ppt_x</p:attrName>
                                        </p:attrNameLst>
                                      </p:cBhvr>
                                      <p:tavLst>
                                        <p:tav tm="0">
                                          <p:val>
                                            <p:strVal val="#ppt_x"/>
                                          </p:val>
                                        </p:tav>
                                        <p:tav tm="100000">
                                          <p:val>
                                            <p:strVal val="#ppt_x"/>
                                          </p:val>
                                        </p:tav>
                                      </p:tavLst>
                                    </p:anim>
                                    <p:anim calcmode="lin" valueType="num">
                                      <p:cBhvr additive="base">
                                        <p:cTn id="59" dur="550" fill="hold"/>
                                        <p:tgtEl>
                                          <p:spTgt spid="14"/>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780"/>
                                  </p:stCondLst>
                                  <p:childTnLst>
                                    <p:set>
                                      <p:cBhvr>
                                        <p:cTn id="61" dur="1" fill="hold">
                                          <p:stCondLst>
                                            <p:cond delay="0"/>
                                          </p:stCondLst>
                                        </p:cTn>
                                        <p:tgtEl>
                                          <p:spTgt spid="15"/>
                                        </p:tgtEl>
                                        <p:attrNameLst>
                                          <p:attrName>style.visibility</p:attrName>
                                        </p:attrNameLst>
                                      </p:cBhvr>
                                      <p:to>
                                        <p:strVal val="visible"/>
                                      </p:to>
                                    </p:set>
                                    <p:animEffect transition="in" filter="fade">
                                      <p:cBhvr>
                                        <p:cTn id="62" dur="550"/>
                                        <p:tgtEl>
                                          <p:spTgt spid="15"/>
                                        </p:tgtEl>
                                      </p:cBhvr>
                                    </p:animEffect>
                                    <p:anim calcmode="lin" valueType="num">
                                      <p:cBhvr additive="base">
                                        <p:cTn id="63" dur="550" fill="hold"/>
                                        <p:tgtEl>
                                          <p:spTgt spid="15"/>
                                        </p:tgtEl>
                                        <p:attrNameLst>
                                          <p:attrName>ppt_x</p:attrName>
                                        </p:attrNameLst>
                                      </p:cBhvr>
                                      <p:tavLst>
                                        <p:tav tm="0">
                                          <p:val>
                                            <p:strVal val="#ppt_x"/>
                                          </p:val>
                                        </p:tav>
                                        <p:tav tm="100000">
                                          <p:val>
                                            <p:strVal val="#ppt_x"/>
                                          </p:val>
                                        </p:tav>
                                      </p:tavLst>
                                    </p:anim>
                                    <p:anim calcmode="lin" valueType="num">
                                      <p:cBhvr additive="base">
                                        <p:cTn id="64" dur="550" fill="hold"/>
                                        <p:tgtEl>
                                          <p:spTgt spid="15"/>
                                        </p:tgtEl>
                                        <p:attrNameLst>
                                          <p:attrName>ppt_y</p:attrName>
                                        </p:attrNameLst>
                                      </p:cBhvr>
                                      <p:tavLst>
                                        <p:tav tm="0">
                                          <p:val>
                                            <p:strVal val="#ppt_y+.1"/>
                                          </p:val>
                                        </p:tav>
                                        <p:tav tm="100000">
                                          <p:val>
                                            <p:strVal val="#ppt_y"/>
                                          </p:val>
                                        </p:tav>
                                      </p:tavLst>
                                    </p:anim>
                                  </p:childTnLst>
                                </p:cTn>
                              </p:par>
                              <p:par>
                                <p:cTn id="65" presetID="42" presetClass="entr" presetSubtype="0" fill="hold" nodeType="withEffect">
                                  <p:stCondLst>
                                    <p:cond delay="1180"/>
                                  </p:stCondLst>
                                  <p:childTnLst>
                                    <p:set>
                                      <p:cBhvr>
                                        <p:cTn id="66" dur="1" fill="hold">
                                          <p:stCondLst>
                                            <p:cond delay="0"/>
                                          </p:stCondLst>
                                        </p:cTn>
                                        <p:tgtEl>
                                          <p:spTgt spid="16"/>
                                        </p:tgtEl>
                                        <p:attrNameLst>
                                          <p:attrName>style.visibility</p:attrName>
                                        </p:attrNameLst>
                                      </p:cBhvr>
                                      <p:to>
                                        <p:strVal val="visible"/>
                                      </p:to>
                                    </p:set>
                                    <p:animEffect transition="in" filter="fade">
                                      <p:cBhvr>
                                        <p:cTn id="67" dur="550"/>
                                        <p:tgtEl>
                                          <p:spTgt spid="16"/>
                                        </p:tgtEl>
                                      </p:cBhvr>
                                    </p:animEffect>
                                    <p:anim calcmode="lin" valueType="num">
                                      <p:cBhvr additive="base">
                                        <p:cTn id="68" dur="550" fill="hold"/>
                                        <p:tgtEl>
                                          <p:spTgt spid="16"/>
                                        </p:tgtEl>
                                        <p:attrNameLst>
                                          <p:attrName>ppt_x</p:attrName>
                                        </p:attrNameLst>
                                      </p:cBhvr>
                                      <p:tavLst>
                                        <p:tav tm="0">
                                          <p:val>
                                            <p:strVal val="#ppt_x"/>
                                          </p:val>
                                        </p:tav>
                                        <p:tav tm="100000">
                                          <p:val>
                                            <p:strVal val="#ppt_x"/>
                                          </p:val>
                                        </p:tav>
                                      </p:tavLst>
                                    </p:anim>
                                    <p:anim calcmode="lin" valueType="num">
                                      <p:cBhvr additive="base">
                                        <p:cTn id="69" dur="550" fill="hold"/>
                                        <p:tgtEl>
                                          <p:spTgt spid="16"/>
                                        </p:tgtEl>
                                        <p:attrNameLst>
                                          <p:attrName>ppt_y</p:attrName>
                                        </p:attrNameLst>
                                      </p:cBhvr>
                                      <p:tavLst>
                                        <p:tav tm="0">
                                          <p:val>
                                            <p:strVal val="#ppt_y+.1"/>
                                          </p:val>
                                        </p:tav>
                                        <p:tav tm="100000">
                                          <p:val>
                                            <p:strVal val="#ppt_y"/>
                                          </p:val>
                                        </p:tav>
                                      </p:tavLst>
                                    </p:anim>
                                  </p:childTnLst>
                                </p:cTn>
                              </p:par>
                              <p:par>
                                <p:cTn id="70" presetID="42" presetClass="entr" presetSubtype="0" fill="hold" nodeType="withEffect">
                                  <p:stCondLst>
                                    <p:cond delay="1180"/>
                                  </p:stCondLst>
                                  <p:childTnLst>
                                    <p:set>
                                      <p:cBhvr>
                                        <p:cTn id="71" dur="1" fill="hold">
                                          <p:stCondLst>
                                            <p:cond delay="0"/>
                                          </p:stCondLst>
                                        </p:cTn>
                                        <p:tgtEl>
                                          <p:spTgt spid="17"/>
                                        </p:tgtEl>
                                        <p:attrNameLst>
                                          <p:attrName>style.visibility</p:attrName>
                                        </p:attrNameLst>
                                      </p:cBhvr>
                                      <p:to>
                                        <p:strVal val="visible"/>
                                      </p:to>
                                    </p:set>
                                    <p:animEffect transition="in" filter="fade">
                                      <p:cBhvr>
                                        <p:cTn id="72" dur="550"/>
                                        <p:tgtEl>
                                          <p:spTgt spid="17"/>
                                        </p:tgtEl>
                                      </p:cBhvr>
                                    </p:animEffect>
                                    <p:anim calcmode="lin" valueType="num">
                                      <p:cBhvr additive="base">
                                        <p:cTn id="73" dur="550" fill="hold"/>
                                        <p:tgtEl>
                                          <p:spTgt spid="17"/>
                                        </p:tgtEl>
                                        <p:attrNameLst>
                                          <p:attrName>ppt_x</p:attrName>
                                        </p:attrNameLst>
                                      </p:cBhvr>
                                      <p:tavLst>
                                        <p:tav tm="0">
                                          <p:val>
                                            <p:strVal val="#ppt_x"/>
                                          </p:val>
                                        </p:tav>
                                        <p:tav tm="100000">
                                          <p:val>
                                            <p:strVal val="#ppt_x"/>
                                          </p:val>
                                        </p:tav>
                                      </p:tavLst>
                                    </p:anim>
                                    <p:anim calcmode="lin" valueType="num">
                                      <p:cBhvr additive="base">
                                        <p:cTn id="74" dur="550" fill="hold"/>
                                        <p:tgtEl>
                                          <p:spTgt spid="17"/>
                                        </p:tgtEl>
                                        <p:attrNameLst>
                                          <p:attrName>ppt_y</p:attrName>
                                        </p:attrNameLst>
                                      </p:cBhvr>
                                      <p:tavLst>
                                        <p:tav tm="0">
                                          <p:val>
                                            <p:strVal val="#ppt_y+.1"/>
                                          </p:val>
                                        </p:tav>
                                        <p:tav tm="100000">
                                          <p:val>
                                            <p:strVal val="#ppt_y"/>
                                          </p:val>
                                        </p:tav>
                                      </p:tavLst>
                                    </p:anim>
                                  </p:childTnLst>
                                </p:cTn>
                              </p:par>
                              <p:par>
                                <p:cTn id="75" presetID="42" presetClass="entr" presetSubtype="0" fill="hold" nodeType="withEffect">
                                  <p:stCondLst>
                                    <p:cond delay="1300"/>
                                  </p:stCondLst>
                                  <p:childTnLst>
                                    <p:set>
                                      <p:cBhvr>
                                        <p:cTn id="76" dur="1" fill="hold">
                                          <p:stCondLst>
                                            <p:cond delay="0"/>
                                          </p:stCondLst>
                                        </p:cTn>
                                        <p:tgtEl>
                                          <p:spTgt spid="18"/>
                                        </p:tgtEl>
                                        <p:attrNameLst>
                                          <p:attrName>style.visibility</p:attrName>
                                        </p:attrNameLst>
                                      </p:cBhvr>
                                      <p:to>
                                        <p:strVal val="visible"/>
                                      </p:to>
                                    </p:set>
                                    <p:animEffect transition="in" filter="fade">
                                      <p:cBhvr>
                                        <p:cTn id="77" dur="550"/>
                                        <p:tgtEl>
                                          <p:spTgt spid="18"/>
                                        </p:tgtEl>
                                      </p:cBhvr>
                                    </p:animEffect>
                                    <p:anim calcmode="lin" valueType="num">
                                      <p:cBhvr additive="base">
                                        <p:cTn id="78" dur="550" fill="hold"/>
                                        <p:tgtEl>
                                          <p:spTgt spid="18"/>
                                        </p:tgtEl>
                                        <p:attrNameLst>
                                          <p:attrName>ppt_x</p:attrName>
                                        </p:attrNameLst>
                                      </p:cBhvr>
                                      <p:tavLst>
                                        <p:tav tm="0">
                                          <p:val>
                                            <p:strVal val="#ppt_x"/>
                                          </p:val>
                                        </p:tav>
                                        <p:tav tm="100000">
                                          <p:val>
                                            <p:strVal val="#ppt_x"/>
                                          </p:val>
                                        </p:tav>
                                      </p:tavLst>
                                    </p:anim>
                                    <p:anim calcmode="lin" valueType="num">
                                      <p:cBhvr additive="base">
                                        <p:cTn id="79" dur="550" fill="hold"/>
                                        <p:tgtEl>
                                          <p:spTgt spid="18"/>
                                        </p:tgtEl>
                                        <p:attrNameLst>
                                          <p:attrName>ppt_y</p:attrName>
                                        </p:attrNameLst>
                                      </p:cBhvr>
                                      <p:tavLst>
                                        <p:tav tm="0">
                                          <p:val>
                                            <p:strVal val="#ppt_y+.1"/>
                                          </p:val>
                                        </p:tav>
                                        <p:tav tm="100000">
                                          <p:val>
                                            <p:strVal val="#ppt_y"/>
                                          </p:val>
                                        </p:tav>
                                      </p:tavLst>
                                    </p:anim>
                                  </p:childTnLst>
                                </p:cTn>
                              </p:par>
                              <p:par>
                                <p:cTn id="80" presetID="42" presetClass="entr" presetSubtype="0" fill="hold" nodeType="withEffect">
                                  <p:stCondLst>
                                    <p:cond delay="1300"/>
                                  </p:stCondLst>
                                  <p:childTnLst>
                                    <p:set>
                                      <p:cBhvr>
                                        <p:cTn id="81" dur="1" fill="hold">
                                          <p:stCondLst>
                                            <p:cond delay="0"/>
                                          </p:stCondLst>
                                        </p:cTn>
                                        <p:tgtEl>
                                          <p:spTgt spid="19"/>
                                        </p:tgtEl>
                                        <p:attrNameLst>
                                          <p:attrName>style.visibility</p:attrName>
                                        </p:attrNameLst>
                                      </p:cBhvr>
                                      <p:to>
                                        <p:strVal val="visible"/>
                                      </p:to>
                                    </p:set>
                                    <p:animEffect transition="in" filter="fade">
                                      <p:cBhvr>
                                        <p:cTn id="82" dur="550"/>
                                        <p:tgtEl>
                                          <p:spTgt spid="19"/>
                                        </p:tgtEl>
                                      </p:cBhvr>
                                    </p:animEffect>
                                    <p:anim calcmode="lin" valueType="num">
                                      <p:cBhvr additive="base">
                                        <p:cTn id="83" dur="550" fill="hold"/>
                                        <p:tgtEl>
                                          <p:spTgt spid="19"/>
                                        </p:tgtEl>
                                        <p:attrNameLst>
                                          <p:attrName>ppt_x</p:attrName>
                                        </p:attrNameLst>
                                      </p:cBhvr>
                                      <p:tavLst>
                                        <p:tav tm="0">
                                          <p:val>
                                            <p:strVal val="#ppt_x"/>
                                          </p:val>
                                        </p:tav>
                                        <p:tav tm="100000">
                                          <p:val>
                                            <p:strVal val="#ppt_x"/>
                                          </p:val>
                                        </p:tav>
                                      </p:tavLst>
                                    </p:anim>
                                    <p:anim calcmode="lin" valueType="num">
                                      <p:cBhvr additive="base">
                                        <p:cTn id="84" dur="550" fill="hold"/>
                                        <p:tgtEl>
                                          <p:spTgt spid="19"/>
                                        </p:tgtEl>
                                        <p:attrNameLst>
                                          <p:attrName>ppt_y</p:attrName>
                                        </p:attrNameLst>
                                      </p:cBhvr>
                                      <p:tavLst>
                                        <p:tav tm="0">
                                          <p:val>
                                            <p:strVal val="#ppt_y+.1"/>
                                          </p:val>
                                        </p:tav>
                                        <p:tav tm="100000">
                                          <p:val>
                                            <p:strVal val="#ppt_y"/>
                                          </p:val>
                                        </p:tav>
                                      </p:tavLst>
                                    </p:anim>
                                  </p:childTnLst>
                                </p:cTn>
                              </p:par>
                              <p:par>
                                <p:cTn id="85" presetID="42" presetClass="entr" presetSubtype="0" fill="hold" nodeType="withEffect">
                                  <p:stCondLst>
                                    <p:cond delay="1420"/>
                                  </p:stCondLst>
                                  <p:childTnLst>
                                    <p:set>
                                      <p:cBhvr>
                                        <p:cTn id="86" dur="1" fill="hold">
                                          <p:stCondLst>
                                            <p:cond delay="0"/>
                                          </p:stCondLst>
                                        </p:cTn>
                                        <p:tgtEl>
                                          <p:spTgt spid="20"/>
                                        </p:tgtEl>
                                        <p:attrNameLst>
                                          <p:attrName>style.visibility</p:attrName>
                                        </p:attrNameLst>
                                      </p:cBhvr>
                                      <p:to>
                                        <p:strVal val="visible"/>
                                      </p:to>
                                    </p:set>
                                    <p:animEffect transition="in" filter="fade">
                                      <p:cBhvr>
                                        <p:cTn id="87" dur="550"/>
                                        <p:tgtEl>
                                          <p:spTgt spid="20"/>
                                        </p:tgtEl>
                                      </p:cBhvr>
                                    </p:animEffect>
                                    <p:anim calcmode="lin" valueType="num">
                                      <p:cBhvr additive="base">
                                        <p:cTn id="88" dur="550" fill="hold"/>
                                        <p:tgtEl>
                                          <p:spTgt spid="20"/>
                                        </p:tgtEl>
                                        <p:attrNameLst>
                                          <p:attrName>ppt_x</p:attrName>
                                        </p:attrNameLst>
                                      </p:cBhvr>
                                      <p:tavLst>
                                        <p:tav tm="0">
                                          <p:val>
                                            <p:strVal val="#ppt_x"/>
                                          </p:val>
                                        </p:tav>
                                        <p:tav tm="100000">
                                          <p:val>
                                            <p:strVal val="#ppt_x"/>
                                          </p:val>
                                        </p:tav>
                                      </p:tavLst>
                                    </p:anim>
                                    <p:anim calcmode="lin" valueType="num">
                                      <p:cBhvr additive="base">
                                        <p:cTn id="89" dur="550" fill="hold"/>
                                        <p:tgtEl>
                                          <p:spTgt spid="20"/>
                                        </p:tgtEl>
                                        <p:attrNameLst>
                                          <p:attrName>ppt_y</p:attrName>
                                        </p:attrNameLst>
                                      </p:cBhvr>
                                      <p:tavLst>
                                        <p:tav tm="0">
                                          <p:val>
                                            <p:strVal val="#ppt_y+.1"/>
                                          </p:val>
                                        </p:tav>
                                        <p:tav tm="100000">
                                          <p:val>
                                            <p:strVal val="#ppt_y"/>
                                          </p:val>
                                        </p:tav>
                                      </p:tavLst>
                                    </p:anim>
                                  </p:childTnLst>
                                </p:cTn>
                              </p:par>
                              <p:par>
                                <p:cTn id="90" presetID="42" presetClass="entr" presetSubtype="0" fill="hold" nodeType="withEffect">
                                  <p:stCondLst>
                                    <p:cond delay="1420"/>
                                  </p:stCondLst>
                                  <p:childTnLst>
                                    <p:set>
                                      <p:cBhvr>
                                        <p:cTn id="91" dur="1" fill="hold">
                                          <p:stCondLst>
                                            <p:cond delay="0"/>
                                          </p:stCondLst>
                                        </p:cTn>
                                        <p:tgtEl>
                                          <p:spTgt spid="21"/>
                                        </p:tgtEl>
                                        <p:attrNameLst>
                                          <p:attrName>style.visibility</p:attrName>
                                        </p:attrNameLst>
                                      </p:cBhvr>
                                      <p:to>
                                        <p:strVal val="visible"/>
                                      </p:to>
                                    </p:set>
                                    <p:animEffect transition="in" filter="fade">
                                      <p:cBhvr>
                                        <p:cTn id="92" dur="550"/>
                                        <p:tgtEl>
                                          <p:spTgt spid="21"/>
                                        </p:tgtEl>
                                      </p:cBhvr>
                                    </p:animEffect>
                                    <p:anim calcmode="lin" valueType="num">
                                      <p:cBhvr additive="base">
                                        <p:cTn id="93" dur="550" fill="hold"/>
                                        <p:tgtEl>
                                          <p:spTgt spid="21"/>
                                        </p:tgtEl>
                                        <p:attrNameLst>
                                          <p:attrName>ppt_x</p:attrName>
                                        </p:attrNameLst>
                                      </p:cBhvr>
                                      <p:tavLst>
                                        <p:tav tm="0">
                                          <p:val>
                                            <p:strVal val="#ppt_x"/>
                                          </p:val>
                                        </p:tav>
                                        <p:tav tm="100000">
                                          <p:val>
                                            <p:strVal val="#ppt_x"/>
                                          </p:val>
                                        </p:tav>
                                      </p:tavLst>
                                    </p:anim>
                                    <p:anim calcmode="lin" valueType="num">
                                      <p:cBhvr additive="base">
                                        <p:cTn id="94" dur="550" fill="hold"/>
                                        <p:tgtEl>
                                          <p:spTgt spid="21"/>
                                        </p:tgtEl>
                                        <p:attrNameLst>
                                          <p:attrName>ppt_y</p:attrName>
                                        </p:attrNameLst>
                                      </p:cBhvr>
                                      <p:tavLst>
                                        <p:tav tm="0">
                                          <p:val>
                                            <p:strVal val="#ppt_y+.1"/>
                                          </p:val>
                                        </p:tav>
                                        <p:tav tm="100000">
                                          <p:val>
                                            <p:strVal val="#ppt_y"/>
                                          </p:val>
                                        </p:tav>
                                      </p:tavLst>
                                    </p:anim>
                                  </p:childTnLst>
                                </p:cTn>
                              </p:par>
                              <p:par>
                                <p:cTn id="95" presetID="42" presetClass="entr" presetSubtype="0" fill="hold" nodeType="withEffect">
                                  <p:stCondLst>
                                    <p:cond delay="1540"/>
                                  </p:stCondLst>
                                  <p:childTnLst>
                                    <p:set>
                                      <p:cBhvr>
                                        <p:cTn id="96" dur="1" fill="hold">
                                          <p:stCondLst>
                                            <p:cond delay="0"/>
                                          </p:stCondLst>
                                        </p:cTn>
                                        <p:tgtEl>
                                          <p:spTgt spid="22"/>
                                        </p:tgtEl>
                                        <p:attrNameLst>
                                          <p:attrName>style.visibility</p:attrName>
                                        </p:attrNameLst>
                                      </p:cBhvr>
                                      <p:to>
                                        <p:strVal val="visible"/>
                                      </p:to>
                                    </p:set>
                                    <p:animEffect transition="in" filter="fade">
                                      <p:cBhvr>
                                        <p:cTn id="97" dur="550"/>
                                        <p:tgtEl>
                                          <p:spTgt spid="22"/>
                                        </p:tgtEl>
                                      </p:cBhvr>
                                    </p:animEffect>
                                    <p:anim calcmode="lin" valueType="num">
                                      <p:cBhvr additive="base">
                                        <p:cTn id="98" dur="550" fill="hold"/>
                                        <p:tgtEl>
                                          <p:spTgt spid="22"/>
                                        </p:tgtEl>
                                        <p:attrNameLst>
                                          <p:attrName>ppt_x</p:attrName>
                                        </p:attrNameLst>
                                      </p:cBhvr>
                                      <p:tavLst>
                                        <p:tav tm="0">
                                          <p:val>
                                            <p:strVal val="#ppt_x"/>
                                          </p:val>
                                        </p:tav>
                                        <p:tav tm="100000">
                                          <p:val>
                                            <p:strVal val="#ppt_x"/>
                                          </p:val>
                                        </p:tav>
                                      </p:tavLst>
                                    </p:anim>
                                    <p:anim calcmode="lin" valueType="num">
                                      <p:cBhvr additive="base">
                                        <p:cTn id="99" dur="550" fill="hold"/>
                                        <p:tgtEl>
                                          <p:spTgt spid="22"/>
                                        </p:tgtEl>
                                        <p:attrNameLst>
                                          <p:attrName>ppt_y</p:attrName>
                                        </p:attrNameLst>
                                      </p:cBhvr>
                                      <p:tavLst>
                                        <p:tav tm="0">
                                          <p:val>
                                            <p:strVal val="#ppt_y+.1"/>
                                          </p:val>
                                        </p:tav>
                                        <p:tav tm="100000">
                                          <p:val>
                                            <p:strVal val="#ppt_y"/>
                                          </p:val>
                                        </p:tav>
                                      </p:tavLst>
                                    </p:anim>
                                  </p:childTnLst>
                                </p:cTn>
                              </p:par>
                              <p:par>
                                <p:cTn id="100" presetID="42" presetClass="entr" presetSubtype="0" fill="hold" nodeType="withEffect">
                                  <p:stCondLst>
                                    <p:cond delay="1540"/>
                                  </p:stCondLst>
                                  <p:childTnLst>
                                    <p:set>
                                      <p:cBhvr>
                                        <p:cTn id="101" dur="1" fill="hold">
                                          <p:stCondLst>
                                            <p:cond delay="0"/>
                                          </p:stCondLst>
                                        </p:cTn>
                                        <p:tgtEl>
                                          <p:spTgt spid="23"/>
                                        </p:tgtEl>
                                        <p:attrNameLst>
                                          <p:attrName>style.visibility</p:attrName>
                                        </p:attrNameLst>
                                      </p:cBhvr>
                                      <p:to>
                                        <p:strVal val="visible"/>
                                      </p:to>
                                    </p:set>
                                    <p:animEffect transition="in" filter="fade">
                                      <p:cBhvr>
                                        <p:cTn id="102" dur="550"/>
                                        <p:tgtEl>
                                          <p:spTgt spid="23"/>
                                        </p:tgtEl>
                                      </p:cBhvr>
                                    </p:animEffect>
                                    <p:anim calcmode="lin" valueType="num">
                                      <p:cBhvr additive="base">
                                        <p:cTn id="103" dur="550" fill="hold"/>
                                        <p:tgtEl>
                                          <p:spTgt spid="23"/>
                                        </p:tgtEl>
                                        <p:attrNameLst>
                                          <p:attrName>ppt_x</p:attrName>
                                        </p:attrNameLst>
                                      </p:cBhvr>
                                      <p:tavLst>
                                        <p:tav tm="0">
                                          <p:val>
                                            <p:strVal val="#ppt_x"/>
                                          </p:val>
                                        </p:tav>
                                        <p:tav tm="100000">
                                          <p:val>
                                            <p:strVal val="#ppt_x"/>
                                          </p:val>
                                        </p:tav>
                                      </p:tavLst>
                                    </p:anim>
                                    <p:anim calcmode="lin" valueType="num">
                                      <p:cBhvr additive="base">
                                        <p:cTn id="104" dur="550" fill="hold"/>
                                        <p:tgtEl>
                                          <p:spTgt spid="23"/>
                                        </p:tgtEl>
                                        <p:attrNameLst>
                                          <p:attrName>ppt_y</p:attrName>
                                        </p:attrNameLst>
                                      </p:cBhvr>
                                      <p:tavLst>
                                        <p:tav tm="0">
                                          <p:val>
                                            <p:strVal val="#ppt_y+.1"/>
                                          </p:val>
                                        </p:tav>
                                        <p:tav tm="100000">
                                          <p:val>
                                            <p:strVal val="#ppt_y"/>
                                          </p:val>
                                        </p:tav>
                                      </p:tavLst>
                                    </p:anim>
                                  </p:childTnLst>
                                </p:cTn>
                              </p:par>
                              <p:par>
                                <p:cTn id="105" presetID="42" presetClass="entr" presetSubtype="0" fill="hold" nodeType="withEffect">
                                  <p:stCondLst>
                                    <p:cond delay="1660"/>
                                  </p:stCondLst>
                                  <p:childTnLst>
                                    <p:set>
                                      <p:cBhvr>
                                        <p:cTn id="106" dur="1" fill="hold">
                                          <p:stCondLst>
                                            <p:cond delay="0"/>
                                          </p:stCondLst>
                                        </p:cTn>
                                        <p:tgtEl>
                                          <p:spTgt spid="24"/>
                                        </p:tgtEl>
                                        <p:attrNameLst>
                                          <p:attrName>style.visibility</p:attrName>
                                        </p:attrNameLst>
                                      </p:cBhvr>
                                      <p:to>
                                        <p:strVal val="visible"/>
                                      </p:to>
                                    </p:set>
                                    <p:animEffect transition="in" filter="fade">
                                      <p:cBhvr>
                                        <p:cTn id="107" dur="550"/>
                                        <p:tgtEl>
                                          <p:spTgt spid="24"/>
                                        </p:tgtEl>
                                      </p:cBhvr>
                                    </p:animEffect>
                                    <p:anim calcmode="lin" valueType="num">
                                      <p:cBhvr additive="base">
                                        <p:cTn id="108" dur="550" fill="hold"/>
                                        <p:tgtEl>
                                          <p:spTgt spid="24"/>
                                        </p:tgtEl>
                                        <p:attrNameLst>
                                          <p:attrName>ppt_x</p:attrName>
                                        </p:attrNameLst>
                                      </p:cBhvr>
                                      <p:tavLst>
                                        <p:tav tm="0">
                                          <p:val>
                                            <p:strVal val="#ppt_x"/>
                                          </p:val>
                                        </p:tav>
                                        <p:tav tm="100000">
                                          <p:val>
                                            <p:strVal val="#ppt_x"/>
                                          </p:val>
                                        </p:tav>
                                      </p:tavLst>
                                    </p:anim>
                                    <p:anim calcmode="lin" valueType="num">
                                      <p:cBhvr additive="base">
                                        <p:cTn id="109" dur="550" fill="hold"/>
                                        <p:tgtEl>
                                          <p:spTgt spid="24"/>
                                        </p:tgtEl>
                                        <p:attrNameLst>
                                          <p:attrName>ppt_y</p:attrName>
                                        </p:attrNameLst>
                                      </p:cBhvr>
                                      <p:tavLst>
                                        <p:tav tm="0">
                                          <p:val>
                                            <p:strVal val="#ppt_y+.1"/>
                                          </p:val>
                                        </p:tav>
                                        <p:tav tm="100000">
                                          <p:val>
                                            <p:strVal val="#ppt_y"/>
                                          </p:val>
                                        </p:tav>
                                      </p:tavLst>
                                    </p:anim>
                                  </p:childTnLst>
                                </p:cTn>
                              </p:par>
                              <p:par>
                                <p:cTn id="110" presetID="42" presetClass="entr" presetSubtype="0" fill="hold" nodeType="withEffect">
                                  <p:stCondLst>
                                    <p:cond delay="1660"/>
                                  </p:stCondLst>
                                  <p:childTnLst>
                                    <p:set>
                                      <p:cBhvr>
                                        <p:cTn id="111" dur="1" fill="hold">
                                          <p:stCondLst>
                                            <p:cond delay="0"/>
                                          </p:stCondLst>
                                        </p:cTn>
                                        <p:tgtEl>
                                          <p:spTgt spid="25"/>
                                        </p:tgtEl>
                                        <p:attrNameLst>
                                          <p:attrName>style.visibility</p:attrName>
                                        </p:attrNameLst>
                                      </p:cBhvr>
                                      <p:to>
                                        <p:strVal val="visible"/>
                                      </p:to>
                                    </p:set>
                                    <p:animEffect transition="in" filter="fade">
                                      <p:cBhvr>
                                        <p:cTn id="112" dur="550"/>
                                        <p:tgtEl>
                                          <p:spTgt spid="25"/>
                                        </p:tgtEl>
                                      </p:cBhvr>
                                    </p:animEffect>
                                    <p:anim calcmode="lin" valueType="num">
                                      <p:cBhvr additive="base">
                                        <p:cTn id="113" dur="550" fill="hold"/>
                                        <p:tgtEl>
                                          <p:spTgt spid="25"/>
                                        </p:tgtEl>
                                        <p:attrNameLst>
                                          <p:attrName>ppt_x</p:attrName>
                                        </p:attrNameLst>
                                      </p:cBhvr>
                                      <p:tavLst>
                                        <p:tav tm="0">
                                          <p:val>
                                            <p:strVal val="#ppt_x"/>
                                          </p:val>
                                        </p:tav>
                                        <p:tav tm="100000">
                                          <p:val>
                                            <p:strVal val="#ppt_x"/>
                                          </p:val>
                                        </p:tav>
                                      </p:tavLst>
                                    </p:anim>
                                    <p:anim calcmode="lin" valueType="num">
                                      <p:cBhvr additive="base">
                                        <p:cTn id="114" dur="550" fill="hold"/>
                                        <p:tgtEl>
                                          <p:spTgt spid="25"/>
                                        </p:tgtEl>
                                        <p:attrNameLst>
                                          <p:attrName>ppt_y</p:attrName>
                                        </p:attrNameLst>
                                      </p:cBhvr>
                                      <p:tavLst>
                                        <p:tav tm="0">
                                          <p:val>
                                            <p:strVal val="#ppt_y+.1"/>
                                          </p:val>
                                        </p:tav>
                                        <p:tav tm="100000">
                                          <p:val>
                                            <p:strVal val="#ppt_y"/>
                                          </p:val>
                                        </p:tav>
                                      </p:tavLst>
                                    </p:anim>
                                  </p:childTnLst>
                                </p:cTn>
                              </p:par>
                              <p:par>
                                <p:cTn id="115" presetID="42" presetClass="entr" presetSubtype="0" fill="hold" nodeType="withEffect">
                                  <p:stCondLst>
                                    <p:cond delay="1780"/>
                                  </p:stCondLst>
                                  <p:childTnLst>
                                    <p:set>
                                      <p:cBhvr>
                                        <p:cTn id="116" dur="1" fill="hold">
                                          <p:stCondLst>
                                            <p:cond delay="0"/>
                                          </p:stCondLst>
                                        </p:cTn>
                                        <p:tgtEl>
                                          <p:spTgt spid="26"/>
                                        </p:tgtEl>
                                        <p:attrNameLst>
                                          <p:attrName>style.visibility</p:attrName>
                                        </p:attrNameLst>
                                      </p:cBhvr>
                                      <p:to>
                                        <p:strVal val="visible"/>
                                      </p:to>
                                    </p:set>
                                    <p:animEffect transition="in" filter="fade">
                                      <p:cBhvr>
                                        <p:cTn id="117" dur="550"/>
                                        <p:tgtEl>
                                          <p:spTgt spid="26"/>
                                        </p:tgtEl>
                                      </p:cBhvr>
                                    </p:animEffect>
                                    <p:anim calcmode="lin" valueType="num">
                                      <p:cBhvr additive="base">
                                        <p:cTn id="118" dur="550" fill="hold"/>
                                        <p:tgtEl>
                                          <p:spTgt spid="26"/>
                                        </p:tgtEl>
                                        <p:attrNameLst>
                                          <p:attrName>ppt_x</p:attrName>
                                        </p:attrNameLst>
                                      </p:cBhvr>
                                      <p:tavLst>
                                        <p:tav tm="0">
                                          <p:val>
                                            <p:strVal val="#ppt_x"/>
                                          </p:val>
                                        </p:tav>
                                        <p:tav tm="100000">
                                          <p:val>
                                            <p:strVal val="#ppt_x"/>
                                          </p:val>
                                        </p:tav>
                                      </p:tavLst>
                                    </p:anim>
                                    <p:anim calcmode="lin" valueType="num">
                                      <p:cBhvr additive="base">
                                        <p:cTn id="119" dur="550" fill="hold"/>
                                        <p:tgtEl>
                                          <p:spTgt spid="26"/>
                                        </p:tgtEl>
                                        <p:attrNameLst>
                                          <p:attrName>ppt_y</p:attrName>
                                        </p:attrNameLst>
                                      </p:cBhvr>
                                      <p:tavLst>
                                        <p:tav tm="0">
                                          <p:val>
                                            <p:strVal val="#ppt_y+.1"/>
                                          </p:val>
                                        </p:tav>
                                        <p:tav tm="100000">
                                          <p:val>
                                            <p:strVal val="#ppt_y"/>
                                          </p:val>
                                        </p:tav>
                                      </p:tavLst>
                                    </p:anim>
                                  </p:childTnLst>
                                </p:cTn>
                              </p:par>
                              <p:par>
                                <p:cTn id="120" presetID="42" presetClass="entr" presetSubtype="0" fill="hold" nodeType="withEffect">
                                  <p:stCondLst>
                                    <p:cond delay="1780"/>
                                  </p:stCondLst>
                                  <p:childTnLst>
                                    <p:set>
                                      <p:cBhvr>
                                        <p:cTn id="121" dur="1" fill="hold">
                                          <p:stCondLst>
                                            <p:cond delay="0"/>
                                          </p:stCondLst>
                                        </p:cTn>
                                        <p:tgtEl>
                                          <p:spTgt spid="27"/>
                                        </p:tgtEl>
                                        <p:attrNameLst>
                                          <p:attrName>style.visibility</p:attrName>
                                        </p:attrNameLst>
                                      </p:cBhvr>
                                      <p:to>
                                        <p:strVal val="visible"/>
                                      </p:to>
                                    </p:set>
                                    <p:animEffect transition="in" filter="fade">
                                      <p:cBhvr>
                                        <p:cTn id="122" dur="550"/>
                                        <p:tgtEl>
                                          <p:spTgt spid="27"/>
                                        </p:tgtEl>
                                      </p:cBhvr>
                                    </p:animEffect>
                                    <p:anim calcmode="lin" valueType="num">
                                      <p:cBhvr additive="base">
                                        <p:cTn id="123" dur="550" fill="hold"/>
                                        <p:tgtEl>
                                          <p:spTgt spid="27"/>
                                        </p:tgtEl>
                                        <p:attrNameLst>
                                          <p:attrName>ppt_x</p:attrName>
                                        </p:attrNameLst>
                                      </p:cBhvr>
                                      <p:tavLst>
                                        <p:tav tm="0">
                                          <p:val>
                                            <p:strVal val="#ppt_x"/>
                                          </p:val>
                                        </p:tav>
                                        <p:tav tm="100000">
                                          <p:val>
                                            <p:strVal val="#ppt_x"/>
                                          </p:val>
                                        </p:tav>
                                      </p:tavLst>
                                    </p:anim>
                                    <p:anim calcmode="lin" valueType="num">
                                      <p:cBhvr additive="base">
                                        <p:cTn id="124" dur="550" fill="hold"/>
                                        <p:tgtEl>
                                          <p:spTgt spid="2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50FF"/>
        </a:solidFill>
      </p:bgPr>
    </p:bg>
    <p:spTree>
      <p:nvGrpSpPr>
        <p:cNvPr id="1" name=""/>
        <p:cNvGrpSpPr/>
        <p:nvPr/>
      </p:nvGrpSpPr>
      <p:grpSpPr>
        <a:xfrm>
          <a:off x="0" y="0"/>
          <a:ext cx="0" cy="0"/>
          <a:chOff x="0" y="0"/>
          <a:chExt cx="0" cy="0"/>
        </a:xfrm>
      </p:grpSpPr>
      <p:sp>
        <p:nvSpPr>
          <p:cNvPr id="2" name="anim:0:zoom:0"/>
          <p:cNvSpPr txBox="1"/>
          <p:nvPr/>
        </p:nvSpPr>
        <p:spPr>
          <a:xfrm rot="-180000">
            <a:off x="548640" y="320040"/>
            <a:ext cx="1883664" cy="384048"/>
          </a:xfrm>
          <a:prstGeom prst="roundRect">
            <a:avLst>
              <a:gd name="adj" fmla="val 19048"/>
            </a:avLst>
          </a:prstGeom>
          <a:solidFill>
            <a:srgbClr val="FFE600"/>
          </a:solidFill>
          <a:ln w="25400">
            <a:solidFill>
              <a:srgbClr val="000000"/>
            </a:solidFill>
          </a:ln>
          <a:effectLst>
            <a:outerShdw sx="100000" sy="100000" kx="0" ky="0" algn="bl" rotWithShape="0" blurRad="101600" dist="38100" dir="2700000">
              <a:srgbClr val="000000">
                <a:alpha val="100000"/>
              </a:srgbClr>
            </a:outerShdw>
          </a:effectLst>
        </p:spPr>
        <p:txBody>
          <a:bodyPr wrap="square" lIns="0" tIns="0" rIns="0" bIns="0"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RESEARCH GAP</a:t>
            </a:r>
            <a:endParaRPr lang="en-US" sz="1200" dirty="0"/>
          </a:p>
        </p:txBody>
      </p:sp>
      <p:sp>
        <p:nvSpPr>
          <p:cNvPr id="3" name="Text 1"/>
          <p:cNvSpPr txBox="1"/>
          <p:nvPr/>
        </p:nvSpPr>
        <p:spPr>
          <a:xfrm>
            <a:off x="548640" y="822960"/>
            <a:ext cx="11064240" cy="685800"/>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MOST SYSTEMS STOP AT THE SCHEDULE</a:t>
            </a:r>
            <a:endParaRPr lang="en-US" sz="3200" dirty="0"/>
          </a:p>
        </p:txBody>
      </p:sp>
      <p:sp>
        <p:nvSpPr>
          <p:cNvPr id="4" name="Text 2"/>
          <p:cNvSpPr txBox="1"/>
          <p:nvPr/>
        </p:nvSpPr>
        <p:spPr>
          <a:xfrm>
            <a:off x="548640" y="1481328"/>
            <a:ext cx="11064240" cy="365760"/>
          </a:xfrm>
          <a:prstGeom prst="rect">
            <a:avLst/>
          </a:prstGeom>
          <a:noFill/>
          <a:ln/>
        </p:spPr>
        <p:txBody>
          <a:bodyPr wrap="square" lIns="0" tIns="0" rIns="0" bIns="0" rtlCol="0" anchor="t"/>
          <a:lstStyle/>
          <a:p>
            <a:pPr indent="0" marL="0">
              <a:buNone/>
            </a:pPr>
            <a:r>
              <a:rPr lang="en-US" sz="1500" dirty="0">
                <a:solidFill>
                  <a:srgbClr val="DCE6FF"/>
                </a:solidFill>
                <a:latin typeface="Arial" pitchFamily="34" charset="0"/>
                <a:ea typeface="Arial" pitchFamily="34" charset="-122"/>
                <a:cs typeface="Arial" pitchFamily="34" charset="-120"/>
              </a:rPr>
              <a:t>The haircut itself is left out. That is where we come in.</a:t>
            </a:r>
            <a:endParaRPr lang="en-US" sz="1500" dirty="0"/>
          </a:p>
        </p:txBody>
      </p:sp>
      <p:sp>
        <p:nvSpPr>
          <p:cNvPr id="5" name="anim:1:float:0"/>
          <p:cNvSpPr/>
          <p:nvPr/>
        </p:nvSpPr>
        <p:spPr>
          <a:xfrm>
            <a:off x="548640" y="2148840"/>
            <a:ext cx="4846320" cy="3566160"/>
          </a:xfrm>
          <a:prstGeom prst="roundRect">
            <a:avLst>
              <a:gd name="adj" fmla="val 3077"/>
            </a:avLst>
          </a:prstGeom>
          <a:solidFill>
            <a:srgbClr val="FFFFFF"/>
          </a:solidFill>
          <a:ln w="28575">
            <a:solidFill>
              <a:srgbClr val="000000"/>
            </a:solidFill>
            <a:prstDash val="solid"/>
          </a:ln>
          <a:effectLst>
            <a:outerShdw sx="100000" sy="100000" kx="0" ky="0" algn="bl" rotWithShape="0" blurRad="101600" dist="88900" dir="2700000">
              <a:srgbClr val="000000">
                <a:alpha val="100000"/>
              </a:srgbClr>
            </a:outerShdw>
          </a:effectLst>
        </p:spPr>
      </p:sp>
      <p:sp>
        <p:nvSpPr>
          <p:cNvPr id="6" name="anim:1:float:0"/>
          <p:cNvSpPr txBox="1"/>
          <p:nvPr/>
        </p:nvSpPr>
        <p:spPr>
          <a:xfrm>
            <a:off x="822960" y="2331720"/>
            <a:ext cx="4389120" cy="411480"/>
          </a:xfrm>
          <a:prstGeom prst="rect">
            <a:avLst/>
          </a:prstGeom>
          <a:noFill/>
          <a:ln/>
        </p:spPr>
        <p:txBody>
          <a:bodyPr wrap="square" lIns="0" tIns="0" rIns="0" bIns="0" rtlCol="0" anchor="t"/>
          <a:lstStyle/>
          <a:p>
            <a:pPr indent="0" marL="0">
              <a:buNone/>
            </a:pPr>
            <a:r>
              <a:rPr lang="en-US" sz="1400" b="1" dirty="0">
                <a:solidFill>
                  <a:srgbClr val="333333"/>
                </a:solidFill>
                <a:latin typeface="Arial" pitchFamily="34" charset="0"/>
                <a:ea typeface="Arial" pitchFamily="34" charset="-122"/>
                <a:cs typeface="Arial" pitchFamily="34" charset="-120"/>
              </a:rPr>
              <a:t>WHAT REVIEWED SYSTEMS FOCUS ON</a:t>
            </a:r>
            <a:endParaRPr lang="en-US" sz="1400" dirty="0"/>
          </a:p>
        </p:txBody>
      </p:sp>
      <p:sp>
        <p:nvSpPr>
          <p:cNvPr id="7" name="anim:1:float:0"/>
          <p:cNvSpPr txBox="1"/>
          <p:nvPr/>
        </p:nvSpPr>
        <p:spPr>
          <a:xfrm>
            <a:off x="822960" y="2834640"/>
            <a:ext cx="4389120" cy="2743200"/>
          </a:xfrm>
          <a:prstGeom prst="rect">
            <a:avLst/>
          </a:prstGeom>
          <a:noFill/>
          <a:ln/>
        </p:spPr>
        <p:txBody>
          <a:bodyPr wrap="square" lIns="0" tIns="0" rIns="0" bIns="0" rtlCol="0" anchor="t"/>
          <a:lstStyle/>
          <a:p>
            <a:pPr marL="342900" indent="-342900">
              <a:spcAft>
                <a:spcPts val="900"/>
              </a:spcAft>
              <a:buSzPct val="100000"/>
              <a:buChar char="■"/>
            </a:pPr>
            <a:r>
              <a:rPr lang="en-US" sz="1400" dirty="0">
                <a:solidFill>
                  <a:srgbClr val="000000"/>
                </a:solidFill>
                <a:latin typeface="Arial" pitchFamily="34" charset="0"/>
                <a:ea typeface="Arial" pitchFamily="34" charset="-122"/>
                <a:cs typeface="Arial" pitchFamily="34" charset="-120"/>
              </a:rPr>
              <a:t>Online booking of a date and time</a:t>
            </a:r>
            <a:endParaRPr lang="en-US" sz="1400" dirty="0"/>
          </a:p>
          <a:p>
            <a:pPr marL="342900" indent="-342900">
              <a:spcAft>
                <a:spcPts val="900"/>
              </a:spcAft>
              <a:buSzPct val="100000"/>
              <a:buChar char="■"/>
            </a:pPr>
            <a:r>
              <a:rPr lang="en-US" sz="1400" dirty="0">
                <a:solidFill>
                  <a:srgbClr val="000000"/>
                </a:solidFill>
                <a:latin typeface="Arial" pitchFamily="34" charset="0"/>
                <a:ea typeface="Arial" pitchFamily="34" charset="-122"/>
                <a:cs typeface="Arial" pitchFamily="34" charset="-120"/>
              </a:rPr>
              <a:t>Queue numbers and waiting estimates</a:t>
            </a:r>
            <a:endParaRPr lang="en-US" sz="1400" dirty="0"/>
          </a:p>
          <a:p>
            <a:pPr marL="342900" indent="-342900">
              <a:spcAft>
                <a:spcPts val="900"/>
              </a:spcAft>
              <a:buSzPct val="100000"/>
              <a:buChar char="■"/>
            </a:pPr>
            <a:r>
              <a:rPr lang="en-US" sz="1400" dirty="0">
                <a:solidFill>
                  <a:srgbClr val="000000"/>
                </a:solidFill>
                <a:latin typeface="Arial" pitchFamily="34" charset="0"/>
                <a:ea typeface="Arial" pitchFamily="34" charset="-122"/>
                <a:cs typeface="Arial" pitchFamily="34" charset="-120"/>
              </a:rPr>
              <a:t>Avoiding schedule clashes</a:t>
            </a:r>
            <a:endParaRPr lang="en-US" sz="1400" dirty="0"/>
          </a:p>
          <a:p>
            <a:pPr marL="342900" indent="-342900">
              <a:spcAft>
                <a:spcPts val="900"/>
              </a:spcAft>
              <a:buSzPct val="100000"/>
              <a:buChar char="■"/>
            </a:pPr>
            <a:r>
              <a:rPr lang="en-US" sz="1400" dirty="0">
                <a:solidFill>
                  <a:srgbClr val="000000"/>
                </a:solidFill>
                <a:latin typeface="Arial" pitchFamily="34" charset="0"/>
                <a:ea typeface="Arial" pitchFamily="34" charset="-122"/>
                <a:cs typeface="Arial" pitchFamily="34" charset="-120"/>
              </a:rPr>
              <a:t>Online payment (some systems)</a:t>
            </a:r>
            <a:endParaRPr lang="en-US" sz="1400" dirty="0"/>
          </a:p>
          <a:p>
            <a:pPr marL="342900" indent="-342900">
              <a:spcAft>
                <a:spcPts val="900"/>
              </a:spcAft>
              <a:buSzPct val="100000"/>
              <a:buChar char="■"/>
            </a:pPr>
            <a:r>
              <a:rPr lang="en-US" sz="1400" dirty="0">
                <a:solidFill>
                  <a:srgbClr val="000000"/>
                </a:solidFill>
                <a:latin typeface="Arial" pitchFamily="34" charset="0"/>
                <a:ea typeface="Arial" pitchFamily="34" charset="-122"/>
                <a:cs typeface="Arial" pitchFamily="34" charset="-120"/>
              </a:rPr>
              <a:t>Mostly built abroad or for non-barbershop settings in the PH</a:t>
            </a:r>
            <a:endParaRPr lang="en-US" sz="1400" dirty="0"/>
          </a:p>
        </p:txBody>
      </p:sp>
      <p:sp>
        <p:nvSpPr>
          <p:cNvPr id="8" name="anim:2:zoom:0"/>
          <p:cNvSpPr/>
          <p:nvPr/>
        </p:nvSpPr>
        <p:spPr>
          <a:xfrm>
            <a:off x="5669280" y="3520440"/>
            <a:ext cx="822960" cy="822960"/>
          </a:xfrm>
          <a:prstGeom prst="ellipse">
            <a:avLst/>
          </a:prstGeom>
          <a:solidFill>
            <a:srgbClr val="FFE600"/>
          </a:solidFill>
          <a:ln w="25400">
            <a:solidFill>
              <a:srgbClr val="000000"/>
            </a:solidFill>
            <a:prstDash val="solid"/>
          </a:ln>
        </p:spPr>
      </p:sp>
      <p:pic>
        <p:nvPicPr>
          <p:cNvPr id="9" name="anim:2:zoom:0" descr="preencoded.png">    </p:cNvPr>
          <p:cNvPicPr>
            <a:picLocks noChangeAspect="1"/>
          </p:cNvPicPr>
          <p:nvPr/>
        </p:nvPicPr>
        <p:blipFill>
          <a:blip r:embed="rId1"/>
          <a:stretch>
            <a:fillRect/>
          </a:stretch>
        </p:blipFill>
        <p:spPr>
          <a:xfrm>
            <a:off x="5883250" y="3734410"/>
            <a:ext cx="395021" cy="395021"/>
          </a:xfrm>
          <a:prstGeom prst="rect">
            <a:avLst/>
          </a:prstGeom>
        </p:spPr>
      </p:pic>
      <p:sp>
        <p:nvSpPr>
          <p:cNvPr id="10" name="anim:3:float:0"/>
          <p:cNvSpPr/>
          <p:nvPr/>
        </p:nvSpPr>
        <p:spPr>
          <a:xfrm>
            <a:off x="6766560" y="2148840"/>
            <a:ext cx="4846320" cy="3566160"/>
          </a:xfrm>
          <a:prstGeom prst="roundRect">
            <a:avLst>
              <a:gd name="adj" fmla="val 3077"/>
            </a:avLst>
          </a:prstGeom>
          <a:solidFill>
            <a:srgbClr val="FFE600"/>
          </a:solidFill>
          <a:ln w="28575">
            <a:solidFill>
              <a:srgbClr val="000000"/>
            </a:solidFill>
            <a:prstDash val="solid"/>
          </a:ln>
          <a:effectLst>
            <a:outerShdw sx="100000" sy="100000" kx="0" ky="0" algn="bl" rotWithShape="0" blurRad="101600" dist="88900" dir="2700000">
              <a:srgbClr val="000000">
                <a:alpha val="100000"/>
              </a:srgbClr>
            </a:outerShdw>
          </a:effectLst>
        </p:spPr>
      </p:sp>
      <p:sp>
        <p:nvSpPr>
          <p:cNvPr id="11" name="anim:3:float:0"/>
          <p:cNvSpPr txBox="1"/>
          <p:nvPr/>
        </p:nvSpPr>
        <p:spPr>
          <a:xfrm>
            <a:off x="7040880" y="2331720"/>
            <a:ext cx="4389120" cy="411480"/>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WHAT BARBERBOOK PH ADDS</a:t>
            </a:r>
            <a:endParaRPr lang="en-US" sz="1400" dirty="0"/>
          </a:p>
        </p:txBody>
      </p:sp>
      <p:sp>
        <p:nvSpPr>
          <p:cNvPr id="12" name="anim:3:float:0"/>
          <p:cNvSpPr txBox="1"/>
          <p:nvPr/>
        </p:nvSpPr>
        <p:spPr>
          <a:xfrm>
            <a:off x="7040880" y="2834640"/>
            <a:ext cx="4389120" cy="2743200"/>
          </a:xfrm>
          <a:prstGeom prst="rect">
            <a:avLst/>
          </a:prstGeom>
          <a:noFill/>
          <a:ln/>
        </p:spPr>
        <p:txBody>
          <a:bodyPr wrap="square" lIns="0" tIns="0" rIns="0" bIns="0" rtlCol="0" anchor="t"/>
          <a:lstStyle/>
          <a:p>
            <a:pPr marL="342900" indent="-342900">
              <a:spcAft>
                <a:spcPts val="900"/>
              </a:spcAft>
              <a:buSzPct val="100000"/>
              <a:buChar char="■"/>
            </a:pPr>
            <a:r>
              <a:rPr lang="en-US" sz="1400" dirty="0">
                <a:solidFill>
                  <a:srgbClr val="000000"/>
                </a:solidFill>
                <a:latin typeface="Arial" pitchFamily="34" charset="0"/>
                <a:ea typeface="Arial" pitchFamily="34" charset="-122"/>
                <a:cs typeface="Arial" pitchFamily="34" charset="-120"/>
              </a:rPr>
              <a:t>Hairstyle gallery attached to the booking</a:t>
            </a:r>
            <a:endParaRPr lang="en-US" sz="1400" dirty="0"/>
          </a:p>
          <a:p>
            <a:pPr marL="342900" indent="-342900">
              <a:spcAft>
                <a:spcPts val="900"/>
              </a:spcAft>
              <a:buSzPct val="100000"/>
              <a:buChar char="■"/>
            </a:pPr>
            <a:r>
              <a:rPr lang="en-US" sz="1400" dirty="0">
                <a:solidFill>
                  <a:srgbClr val="000000"/>
                </a:solidFill>
                <a:latin typeface="Arial" pitchFamily="34" charset="0"/>
                <a:ea typeface="Arial" pitchFamily="34" charset="-122"/>
                <a:cs typeface="Arial" pitchFamily="34" charset="-120"/>
              </a:rPr>
              <a:t>Saved haircut preferences the barber reads before the cut</a:t>
            </a:r>
            <a:endParaRPr lang="en-US" sz="1400" dirty="0"/>
          </a:p>
          <a:p>
            <a:pPr marL="342900" indent="-342900">
              <a:spcAft>
                <a:spcPts val="900"/>
              </a:spcAft>
              <a:buSzPct val="100000"/>
              <a:buChar char="■"/>
            </a:pPr>
            <a:r>
              <a:rPr lang="en-US" sz="1400" dirty="0">
                <a:solidFill>
                  <a:srgbClr val="000000"/>
                </a:solidFill>
                <a:latin typeface="Arial" pitchFamily="34" charset="0"/>
                <a:ea typeface="Arial" pitchFamily="34" charset="-122"/>
                <a:cs typeface="Arial" pitchFamily="34" charset="-120"/>
              </a:rPr>
              <a:t>Preferred barber or "any available"</a:t>
            </a:r>
            <a:endParaRPr lang="en-US" sz="1400" dirty="0"/>
          </a:p>
          <a:p>
            <a:pPr marL="342900" indent="-342900">
              <a:spcAft>
                <a:spcPts val="900"/>
              </a:spcAft>
              <a:buSzPct val="100000"/>
              <a:buChar char="■"/>
            </a:pPr>
            <a:r>
              <a:rPr lang="en-US" sz="1400" dirty="0">
                <a:solidFill>
                  <a:srgbClr val="000000"/>
                </a:solidFill>
                <a:latin typeface="Arial" pitchFamily="34" charset="0"/>
                <a:ea typeface="Arial" pitchFamily="34" charset="-122"/>
                <a:cs typeface="Arial" pitchFamily="34" charset="-120"/>
              </a:rPr>
              <a:t>Reminders + owner dashboard + reports in one</a:t>
            </a:r>
            <a:endParaRPr lang="en-US" sz="1400" dirty="0"/>
          </a:p>
          <a:p>
            <a:pPr marL="342900" indent="-342900">
              <a:spcAft>
                <a:spcPts val="900"/>
              </a:spcAft>
              <a:buSzPct val="100000"/>
              <a:buChar char="■"/>
            </a:pPr>
            <a:r>
              <a:rPr lang="en-US" sz="1400" dirty="0">
                <a:solidFill>
                  <a:srgbClr val="000000"/>
                </a:solidFill>
                <a:latin typeface="Arial" pitchFamily="34" charset="0"/>
                <a:ea typeface="Arial" pitchFamily="34" charset="-122"/>
                <a:cs typeface="Arial" pitchFamily="34" charset="-120"/>
              </a:rPr>
              <a:t>Built and evaluated for a Filipino barbershop</a:t>
            </a:r>
            <a:endParaRPr lang="en-US" sz="1400" dirty="0"/>
          </a:p>
        </p:txBody>
      </p:sp>
      <p:sp>
        <p:nvSpPr>
          <p:cNvPr id="13" name="anim:4:zoom:0"/>
          <p:cNvSpPr txBox="1"/>
          <p:nvPr/>
        </p:nvSpPr>
        <p:spPr>
          <a:xfrm rot="300000">
            <a:off x="10241280" y="1920240"/>
            <a:ext cx="1371600" cy="384048"/>
          </a:xfrm>
          <a:prstGeom prst="roundRect">
            <a:avLst>
              <a:gd name="adj" fmla="val 19048"/>
            </a:avLst>
          </a:prstGeom>
          <a:solidFill>
            <a:srgbClr val="22C55E"/>
          </a:solidFill>
          <a:ln w="25400">
            <a:solidFill>
              <a:srgbClr val="000000"/>
            </a:solidFill>
          </a:ln>
          <a:effectLst>
            <a:outerShdw sx="100000" sy="100000" kx="0" ky="0" algn="bl" rotWithShape="0" blurRad="101600" dist="38100" dir="2700000">
              <a:srgbClr val="000000">
                <a:alpha val="100000"/>
              </a:srgbClr>
            </a:outerShdw>
          </a:effectLst>
        </p:spPr>
        <p:txBody>
          <a:bodyPr wrap="square" lIns="0" tIns="0" rIns="0" bIns="0" rtlCol="0" anchor="ctr"/>
          <a:lstStyle/>
          <a:p>
            <a:pPr algn="ctr" indent="0" marL="0">
              <a:buNone/>
            </a:pPr>
            <a:r>
              <a:rPr lang="en-US" sz="1300" b="1" dirty="0">
                <a:solidFill>
                  <a:srgbClr val="000000"/>
                </a:solidFill>
                <a:latin typeface="Arial" pitchFamily="34" charset="0"/>
                <a:ea typeface="Arial" pitchFamily="34" charset="-122"/>
                <a:cs typeface="Arial" pitchFamily="34" charset="-120"/>
              </a:rPr>
              <a:t>OUR EDGE</a:t>
            </a:r>
            <a:endParaRPr lang="en-US" sz="1300" dirty="0"/>
          </a:p>
        </p:txBody>
      </p:sp>
      <p:sp>
        <p:nvSpPr>
          <p:cNvPr id="14" name="Text 11"/>
          <p:cNvSpPr txBox="1"/>
          <p:nvPr/>
        </p:nvSpPr>
        <p:spPr>
          <a:xfrm>
            <a:off x="548640" y="6400800"/>
            <a:ext cx="11064240" cy="274320"/>
          </a:xfrm>
          <a:prstGeom prst="rect">
            <a:avLst/>
          </a:prstGeom>
          <a:noFill/>
          <a:ln/>
        </p:spPr>
        <p:txBody>
          <a:bodyPr wrap="square" lIns="0" tIns="0" rIns="0" bIns="0" rtlCol="0" anchor="t"/>
          <a:lstStyle/>
          <a:p>
            <a:pPr indent="0" marL="0">
              <a:buNone/>
            </a:pPr>
            <a:r>
              <a:rPr lang="en-US" sz="950" i="1" dirty="0">
                <a:solidFill>
                  <a:srgbClr val="DCE6FF"/>
                </a:solidFill>
                <a:latin typeface="Arial" pitchFamily="34" charset="0"/>
                <a:ea typeface="Arial" pitchFamily="34" charset="-122"/>
                <a:cs typeface="Arial" pitchFamily="34" charset="-120"/>
              </a:rPr>
              <a:t>Based on the published descriptions of the studies reviewed in Chapter 2.</a:t>
            </a:r>
            <a:endParaRPr lang="en-US" sz="950" dirty="0"/>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420" fill="hold"/>
                                        <p:tgtEl>
                                          <p:spTgt spid="2"/>
                                        </p:tgtEl>
                                        <p:attrNameLst>
                                          <p:attrName>ppt_w</p:attrName>
                                        </p:attrNameLst>
                                      </p:cBhvr>
                                      <p:tavLst>
                                        <p:tav tm="0">
                                          <p:val>
                                            <p:fltVal val="0"/>
                                          </p:val>
                                        </p:tav>
                                        <p:tav tm="100000">
                                          <p:val>
                                            <p:strVal val="#ppt_w"/>
                                          </p:val>
                                        </p:tav>
                                      </p:tavLst>
                                    </p:anim>
                                    <p:anim calcmode="lin" valueType="num">
                                      <p:cBhvr additive="base">
                                        <p:cTn id="8" dur="420" fill="hold"/>
                                        <p:tgtEl>
                                          <p:spTgt spid="2"/>
                                        </p:tgtEl>
                                        <p:attrNameLst>
                                          <p:attrName>ppt_h</p:attrName>
                                        </p:attrNameLst>
                                      </p:cBhvr>
                                      <p:tavLst>
                                        <p:tav tm="0">
                                          <p:val>
                                            <p:fltVal val="0"/>
                                          </p:val>
                                        </p:tav>
                                        <p:tav tm="100000">
                                          <p:val>
                                            <p:strVal val="#ppt_h"/>
                                          </p:val>
                                        </p:tav>
                                      </p:tavLst>
                                    </p:anim>
                                    <p:animEffect transition="in" filter="fade">
                                      <p:cBhvr>
                                        <p:cTn id="9" dur="420"/>
                                        <p:tgtEl>
                                          <p:spTgt spid="2"/>
                                        </p:tgtEl>
                                      </p:cBhvr>
                                    </p:animEffect>
                                  </p:childTnLst>
                                </p:cTn>
                              </p:par>
                              <p:par>
                                <p:cTn id="10" presetID="42" presetClass="entr" presetSubtype="0" fill="hold" nodeType="withEffect">
                                  <p:stCondLst>
                                    <p:cond delay="27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50"/>
                                        <p:tgtEl>
                                          <p:spTgt spid="5"/>
                                        </p:tgtEl>
                                      </p:cBhvr>
                                    </p:animEffect>
                                    <p:anim calcmode="lin" valueType="num">
                                      <p:cBhvr additive="base">
                                        <p:cTn id="13" dur="550" fill="hold"/>
                                        <p:tgtEl>
                                          <p:spTgt spid="5"/>
                                        </p:tgtEl>
                                        <p:attrNameLst>
                                          <p:attrName>ppt_x</p:attrName>
                                        </p:attrNameLst>
                                      </p:cBhvr>
                                      <p:tavLst>
                                        <p:tav tm="0">
                                          <p:val>
                                            <p:strVal val="#ppt_x"/>
                                          </p:val>
                                        </p:tav>
                                        <p:tav tm="100000">
                                          <p:val>
                                            <p:strVal val="#ppt_x"/>
                                          </p:val>
                                        </p:tav>
                                      </p:tavLst>
                                    </p:anim>
                                    <p:anim calcmode="lin" valueType="num">
                                      <p:cBhvr additive="base">
                                        <p:cTn id="14" dur="550" fill="hold"/>
                                        <p:tgtEl>
                                          <p:spTgt spid="5"/>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27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50"/>
                                        <p:tgtEl>
                                          <p:spTgt spid="6"/>
                                        </p:tgtEl>
                                      </p:cBhvr>
                                    </p:animEffect>
                                    <p:anim calcmode="lin" valueType="num">
                                      <p:cBhvr additive="base">
                                        <p:cTn id="18" dur="550" fill="hold"/>
                                        <p:tgtEl>
                                          <p:spTgt spid="6"/>
                                        </p:tgtEl>
                                        <p:attrNameLst>
                                          <p:attrName>ppt_x</p:attrName>
                                        </p:attrNameLst>
                                      </p:cBhvr>
                                      <p:tavLst>
                                        <p:tav tm="0">
                                          <p:val>
                                            <p:strVal val="#ppt_x"/>
                                          </p:val>
                                        </p:tav>
                                        <p:tav tm="100000">
                                          <p:val>
                                            <p:strVal val="#ppt_x"/>
                                          </p:val>
                                        </p:tav>
                                      </p:tavLst>
                                    </p:anim>
                                    <p:anim calcmode="lin" valueType="num">
                                      <p:cBhvr additive="base">
                                        <p:cTn id="19" dur="550" fill="hold"/>
                                        <p:tgtEl>
                                          <p:spTgt spid="6"/>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27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50"/>
                                        <p:tgtEl>
                                          <p:spTgt spid="7"/>
                                        </p:tgtEl>
                                      </p:cBhvr>
                                    </p:animEffect>
                                    <p:anim calcmode="lin" valueType="num">
                                      <p:cBhvr additive="base">
                                        <p:cTn id="23" dur="550" fill="hold"/>
                                        <p:tgtEl>
                                          <p:spTgt spid="7"/>
                                        </p:tgtEl>
                                        <p:attrNameLst>
                                          <p:attrName>ppt_x</p:attrName>
                                        </p:attrNameLst>
                                      </p:cBhvr>
                                      <p:tavLst>
                                        <p:tav tm="0">
                                          <p:val>
                                            <p:strVal val="#ppt_x"/>
                                          </p:val>
                                        </p:tav>
                                        <p:tav tm="100000">
                                          <p:val>
                                            <p:strVal val="#ppt_x"/>
                                          </p:val>
                                        </p:tav>
                                      </p:tavLst>
                                    </p:anim>
                                    <p:anim calcmode="lin" valueType="num">
                                      <p:cBhvr additive="base">
                                        <p:cTn id="24" dur="550" fill="hold"/>
                                        <p:tgtEl>
                                          <p:spTgt spid="7"/>
                                        </p:tgtEl>
                                        <p:attrNameLst>
                                          <p:attrName>ppt_y</p:attrName>
                                        </p:attrNameLst>
                                      </p:cBhvr>
                                      <p:tavLst>
                                        <p:tav tm="0">
                                          <p:val>
                                            <p:strVal val="#ppt_y+.1"/>
                                          </p:val>
                                        </p:tav>
                                        <p:tav tm="100000">
                                          <p:val>
                                            <p:strVal val="#ppt_y"/>
                                          </p:val>
                                        </p:tav>
                                      </p:tavLst>
                                    </p:anim>
                                  </p:childTnLst>
                                </p:cTn>
                              </p:par>
                              <p:par>
                                <p:cTn id="25" presetID="53" presetClass="entr" presetSubtype="16" fill="hold" nodeType="withEffect">
                                  <p:stCondLst>
                                    <p:cond delay="67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420" fill="hold"/>
                                        <p:tgtEl>
                                          <p:spTgt spid="8"/>
                                        </p:tgtEl>
                                        <p:attrNameLst>
                                          <p:attrName>ppt_w</p:attrName>
                                        </p:attrNameLst>
                                      </p:cBhvr>
                                      <p:tavLst>
                                        <p:tav tm="0">
                                          <p:val>
                                            <p:fltVal val="0"/>
                                          </p:val>
                                        </p:tav>
                                        <p:tav tm="100000">
                                          <p:val>
                                            <p:strVal val="#ppt_w"/>
                                          </p:val>
                                        </p:tav>
                                      </p:tavLst>
                                    </p:anim>
                                    <p:anim calcmode="lin" valueType="num">
                                      <p:cBhvr additive="base">
                                        <p:cTn id="28" dur="420" fill="hold"/>
                                        <p:tgtEl>
                                          <p:spTgt spid="8"/>
                                        </p:tgtEl>
                                        <p:attrNameLst>
                                          <p:attrName>ppt_h</p:attrName>
                                        </p:attrNameLst>
                                      </p:cBhvr>
                                      <p:tavLst>
                                        <p:tav tm="0">
                                          <p:val>
                                            <p:fltVal val="0"/>
                                          </p:val>
                                        </p:tav>
                                        <p:tav tm="100000">
                                          <p:val>
                                            <p:strVal val="#ppt_h"/>
                                          </p:val>
                                        </p:tav>
                                      </p:tavLst>
                                    </p:anim>
                                    <p:animEffect transition="in" filter="fade">
                                      <p:cBhvr>
                                        <p:cTn id="29" dur="420"/>
                                        <p:tgtEl>
                                          <p:spTgt spid="8"/>
                                        </p:tgtEl>
                                      </p:cBhvr>
                                    </p:animEffect>
                                  </p:childTnLst>
                                </p:cTn>
                              </p:par>
                              <p:par>
                                <p:cTn id="30" presetID="53" presetClass="entr" presetSubtype="16" fill="hold" nodeType="withEffect">
                                  <p:stCondLst>
                                    <p:cond delay="670"/>
                                  </p:stCondLst>
                                  <p:childTnLst>
                                    <p:set>
                                      <p:cBhvr>
                                        <p:cTn id="31" dur="1" fill="hold">
                                          <p:stCondLst>
                                            <p:cond delay="0"/>
                                          </p:stCondLst>
                                        </p:cTn>
                                        <p:tgtEl>
                                          <p:spTgt spid="9"/>
                                        </p:tgtEl>
                                        <p:attrNameLst>
                                          <p:attrName>style.visibility</p:attrName>
                                        </p:attrNameLst>
                                      </p:cBhvr>
                                      <p:to>
                                        <p:strVal val="visible"/>
                                      </p:to>
                                    </p:set>
                                    <p:anim calcmode="lin" valueType="num">
                                      <p:cBhvr additive="base">
                                        <p:cTn id="32" dur="420" fill="hold"/>
                                        <p:tgtEl>
                                          <p:spTgt spid="9"/>
                                        </p:tgtEl>
                                        <p:attrNameLst>
                                          <p:attrName>ppt_w</p:attrName>
                                        </p:attrNameLst>
                                      </p:cBhvr>
                                      <p:tavLst>
                                        <p:tav tm="0">
                                          <p:val>
                                            <p:fltVal val="0"/>
                                          </p:val>
                                        </p:tav>
                                        <p:tav tm="100000">
                                          <p:val>
                                            <p:strVal val="#ppt_w"/>
                                          </p:val>
                                        </p:tav>
                                      </p:tavLst>
                                    </p:anim>
                                    <p:anim calcmode="lin" valueType="num">
                                      <p:cBhvr additive="base">
                                        <p:cTn id="33" dur="420" fill="hold"/>
                                        <p:tgtEl>
                                          <p:spTgt spid="9"/>
                                        </p:tgtEl>
                                        <p:attrNameLst>
                                          <p:attrName>ppt_h</p:attrName>
                                        </p:attrNameLst>
                                      </p:cBhvr>
                                      <p:tavLst>
                                        <p:tav tm="0">
                                          <p:val>
                                            <p:fltVal val="0"/>
                                          </p:val>
                                        </p:tav>
                                        <p:tav tm="100000">
                                          <p:val>
                                            <p:strVal val="#ppt_h"/>
                                          </p:val>
                                        </p:tav>
                                      </p:tavLst>
                                    </p:anim>
                                    <p:animEffect transition="in" filter="fade">
                                      <p:cBhvr>
                                        <p:cTn id="34" dur="420"/>
                                        <p:tgtEl>
                                          <p:spTgt spid="9"/>
                                        </p:tgtEl>
                                      </p:cBhvr>
                                    </p:animEffect>
                                  </p:childTnLst>
                                </p:cTn>
                              </p:par>
                              <p:par>
                                <p:cTn id="35" presetID="42" presetClass="entr" presetSubtype="0" fill="hold" nodeType="withEffect">
                                  <p:stCondLst>
                                    <p:cond delay="94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550"/>
                                        <p:tgtEl>
                                          <p:spTgt spid="10"/>
                                        </p:tgtEl>
                                      </p:cBhvr>
                                    </p:animEffect>
                                    <p:anim calcmode="lin" valueType="num">
                                      <p:cBhvr additive="base">
                                        <p:cTn id="38" dur="550" fill="hold"/>
                                        <p:tgtEl>
                                          <p:spTgt spid="10"/>
                                        </p:tgtEl>
                                        <p:attrNameLst>
                                          <p:attrName>ppt_x</p:attrName>
                                        </p:attrNameLst>
                                      </p:cBhvr>
                                      <p:tavLst>
                                        <p:tav tm="0">
                                          <p:val>
                                            <p:strVal val="#ppt_x"/>
                                          </p:val>
                                        </p:tav>
                                        <p:tav tm="100000">
                                          <p:val>
                                            <p:strVal val="#ppt_x"/>
                                          </p:val>
                                        </p:tav>
                                      </p:tavLst>
                                    </p:anim>
                                    <p:anim calcmode="lin" valueType="num">
                                      <p:cBhvr additive="base">
                                        <p:cTn id="39" dur="550" fill="hold"/>
                                        <p:tgtEl>
                                          <p:spTgt spid="10"/>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94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50"/>
                                        <p:tgtEl>
                                          <p:spTgt spid="11"/>
                                        </p:tgtEl>
                                      </p:cBhvr>
                                    </p:animEffect>
                                    <p:anim calcmode="lin" valueType="num">
                                      <p:cBhvr additive="base">
                                        <p:cTn id="43" dur="550" fill="hold"/>
                                        <p:tgtEl>
                                          <p:spTgt spid="11"/>
                                        </p:tgtEl>
                                        <p:attrNameLst>
                                          <p:attrName>ppt_x</p:attrName>
                                        </p:attrNameLst>
                                      </p:cBhvr>
                                      <p:tavLst>
                                        <p:tav tm="0">
                                          <p:val>
                                            <p:strVal val="#ppt_x"/>
                                          </p:val>
                                        </p:tav>
                                        <p:tav tm="100000">
                                          <p:val>
                                            <p:strVal val="#ppt_x"/>
                                          </p:val>
                                        </p:tav>
                                      </p:tavLst>
                                    </p:anim>
                                    <p:anim calcmode="lin" valueType="num">
                                      <p:cBhvr additive="base">
                                        <p:cTn id="44" dur="550" fill="hold"/>
                                        <p:tgtEl>
                                          <p:spTgt spid="11"/>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94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550"/>
                                        <p:tgtEl>
                                          <p:spTgt spid="12"/>
                                        </p:tgtEl>
                                      </p:cBhvr>
                                    </p:animEffect>
                                    <p:anim calcmode="lin" valueType="num">
                                      <p:cBhvr additive="base">
                                        <p:cTn id="48" dur="550" fill="hold"/>
                                        <p:tgtEl>
                                          <p:spTgt spid="12"/>
                                        </p:tgtEl>
                                        <p:attrNameLst>
                                          <p:attrName>ppt_x</p:attrName>
                                        </p:attrNameLst>
                                      </p:cBhvr>
                                      <p:tavLst>
                                        <p:tav tm="0">
                                          <p:val>
                                            <p:strVal val="#ppt_x"/>
                                          </p:val>
                                        </p:tav>
                                        <p:tav tm="100000">
                                          <p:val>
                                            <p:strVal val="#ppt_x"/>
                                          </p:val>
                                        </p:tav>
                                      </p:tavLst>
                                    </p:anim>
                                    <p:anim calcmode="lin" valueType="num">
                                      <p:cBhvr additive="base">
                                        <p:cTn id="49" dur="550" fill="hold"/>
                                        <p:tgtEl>
                                          <p:spTgt spid="12"/>
                                        </p:tgtEl>
                                        <p:attrNameLst>
                                          <p:attrName>ppt_y</p:attrName>
                                        </p:attrNameLst>
                                      </p:cBhvr>
                                      <p:tavLst>
                                        <p:tav tm="0">
                                          <p:val>
                                            <p:strVal val="#ppt_y+.1"/>
                                          </p:val>
                                        </p:tav>
                                        <p:tav tm="100000">
                                          <p:val>
                                            <p:strVal val="#ppt_y"/>
                                          </p:val>
                                        </p:tav>
                                      </p:tavLst>
                                    </p:anim>
                                  </p:childTnLst>
                                </p:cTn>
                              </p:par>
                              <p:par>
                                <p:cTn id="50" presetID="53" presetClass="entr" presetSubtype="16" fill="hold" nodeType="withEffect">
                                  <p:stCondLst>
                                    <p:cond delay="1340"/>
                                  </p:stCondLst>
                                  <p:childTnLst>
                                    <p:set>
                                      <p:cBhvr>
                                        <p:cTn id="51" dur="1" fill="hold">
                                          <p:stCondLst>
                                            <p:cond delay="0"/>
                                          </p:stCondLst>
                                        </p:cTn>
                                        <p:tgtEl>
                                          <p:spTgt spid="13"/>
                                        </p:tgtEl>
                                        <p:attrNameLst>
                                          <p:attrName>style.visibility</p:attrName>
                                        </p:attrNameLst>
                                      </p:cBhvr>
                                      <p:to>
                                        <p:strVal val="visible"/>
                                      </p:to>
                                    </p:set>
                                    <p:anim calcmode="lin" valueType="num">
                                      <p:cBhvr additive="base">
                                        <p:cTn id="52" dur="420" fill="hold"/>
                                        <p:tgtEl>
                                          <p:spTgt spid="13"/>
                                        </p:tgtEl>
                                        <p:attrNameLst>
                                          <p:attrName>ppt_w</p:attrName>
                                        </p:attrNameLst>
                                      </p:cBhvr>
                                      <p:tavLst>
                                        <p:tav tm="0">
                                          <p:val>
                                            <p:fltVal val="0"/>
                                          </p:val>
                                        </p:tav>
                                        <p:tav tm="100000">
                                          <p:val>
                                            <p:strVal val="#ppt_w"/>
                                          </p:val>
                                        </p:tav>
                                      </p:tavLst>
                                    </p:anim>
                                    <p:anim calcmode="lin" valueType="num">
                                      <p:cBhvr additive="base">
                                        <p:cTn id="53" dur="420" fill="hold"/>
                                        <p:tgtEl>
                                          <p:spTgt spid="13"/>
                                        </p:tgtEl>
                                        <p:attrNameLst>
                                          <p:attrName>ppt_h</p:attrName>
                                        </p:attrNameLst>
                                      </p:cBhvr>
                                      <p:tavLst>
                                        <p:tav tm="0">
                                          <p:val>
                                            <p:fltVal val="0"/>
                                          </p:val>
                                        </p:tav>
                                        <p:tav tm="100000">
                                          <p:val>
                                            <p:strVal val="#ppt_h"/>
                                          </p:val>
                                        </p:tav>
                                      </p:tavLst>
                                    </p:anim>
                                    <p:animEffect transition="in" filter="fade">
                                      <p:cBhvr>
                                        <p:cTn id="54" dur="42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2F1F8"/>
        </a:solidFill>
      </p:bgPr>
    </p:bg>
    <p:spTree>
      <p:nvGrpSpPr>
        <p:cNvPr id="1" name=""/>
        <p:cNvGrpSpPr/>
        <p:nvPr/>
      </p:nvGrpSpPr>
      <p:grpSpPr>
        <a:xfrm>
          <a:off x="0" y="0"/>
          <a:ext cx="0" cy="0"/>
          <a:chOff x="0" y="0"/>
          <a:chExt cx="0" cy="0"/>
        </a:xfrm>
      </p:grpSpPr>
      <p:sp>
        <p:nvSpPr>
          <p:cNvPr id="2" name="anim:0:zoom:0"/>
          <p:cNvSpPr txBox="1"/>
          <p:nvPr/>
        </p:nvSpPr>
        <p:spPr>
          <a:xfrm rot="-180000">
            <a:off x="548640" y="320040"/>
            <a:ext cx="1527048" cy="384048"/>
          </a:xfrm>
          <a:prstGeom prst="roundRect">
            <a:avLst>
              <a:gd name="adj" fmla="val 19048"/>
            </a:avLst>
          </a:prstGeom>
          <a:solidFill>
            <a:srgbClr val="FFE600"/>
          </a:solidFill>
          <a:ln w="25400">
            <a:solidFill>
              <a:srgbClr val="000000"/>
            </a:solidFill>
          </a:ln>
          <a:effectLst>
            <a:outerShdw sx="100000" sy="100000" kx="0" ky="0" algn="bl" rotWithShape="0" blurRad="101600" dist="38100" dir="2700000">
              <a:srgbClr val="000000">
                <a:alpha val="100000"/>
              </a:srgbClr>
            </a:outerShdw>
          </a:effectLst>
        </p:spPr>
        <p:txBody>
          <a:bodyPr wrap="square" lIns="0" tIns="0" rIns="0" bIns="0"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CHAPTER 1</a:t>
            </a:r>
            <a:endParaRPr lang="en-US" sz="1200" dirty="0"/>
          </a:p>
        </p:txBody>
      </p:sp>
      <p:sp>
        <p:nvSpPr>
          <p:cNvPr id="3" name="Text 1"/>
          <p:cNvSpPr txBox="1"/>
          <p:nvPr/>
        </p:nvSpPr>
        <p:spPr>
          <a:xfrm>
            <a:off x="548640" y="822960"/>
            <a:ext cx="11064240" cy="685800"/>
          </a:xfrm>
          <a:prstGeom prst="rect">
            <a:avLst/>
          </a:prstGeom>
          <a:noFill/>
          <a:ln/>
        </p:spPr>
        <p:txBody>
          <a:bodyPr wrap="square" lIns="0" tIns="0" rIns="0" bIns="0" rtlCol="0" anchor="ctr"/>
          <a:lstStyle/>
          <a:p>
            <a:pPr indent="0" marL="0">
              <a:buNone/>
            </a:pPr>
            <a:r>
              <a:rPr lang="en-US" sz="3200" b="1" dirty="0">
                <a:solidFill>
                  <a:srgbClr val="000000"/>
                </a:solidFill>
                <a:latin typeface="Arial" pitchFamily="34" charset="0"/>
                <a:ea typeface="Arial" pitchFamily="34" charset="-122"/>
                <a:cs typeface="Arial" pitchFamily="34" charset="-120"/>
              </a:rPr>
              <a:t>SCOPE AND DELIMITATIONS</a:t>
            </a:r>
            <a:endParaRPr lang="en-US" sz="3200" dirty="0"/>
          </a:p>
        </p:txBody>
      </p:sp>
      <p:sp>
        <p:nvSpPr>
          <p:cNvPr id="4" name="Text 2"/>
          <p:cNvSpPr txBox="1"/>
          <p:nvPr/>
        </p:nvSpPr>
        <p:spPr>
          <a:xfrm>
            <a:off x="548640" y="1481328"/>
            <a:ext cx="11064240" cy="365760"/>
          </a:xfrm>
          <a:prstGeom prst="rect">
            <a:avLst/>
          </a:prstGeom>
          <a:noFill/>
          <a:ln/>
        </p:spPr>
        <p:txBody>
          <a:bodyPr wrap="square" lIns="0" tIns="0" rIns="0" bIns="0" rtlCol="0" anchor="t"/>
          <a:lstStyle/>
          <a:p>
            <a:pPr indent="0" marL="0">
              <a:buNone/>
            </a:pPr>
            <a:r>
              <a:rPr lang="en-US" sz="1500" dirty="0">
                <a:solidFill>
                  <a:srgbClr val="333333"/>
                </a:solidFill>
                <a:latin typeface="Arial" pitchFamily="34" charset="0"/>
                <a:ea typeface="Arial" pitchFamily="34" charset="-122"/>
                <a:cs typeface="Arial" pitchFamily="34" charset="-120"/>
              </a:rPr>
              <a:t>What the system will and will not do</a:t>
            </a:r>
            <a:endParaRPr lang="en-US" sz="1500" dirty="0"/>
          </a:p>
        </p:txBody>
      </p:sp>
      <p:sp>
        <p:nvSpPr>
          <p:cNvPr id="5" name="anim:1:float:0"/>
          <p:cNvSpPr/>
          <p:nvPr/>
        </p:nvSpPr>
        <p:spPr>
          <a:xfrm>
            <a:off x="548640" y="2103120"/>
            <a:ext cx="7040880" cy="3794760"/>
          </a:xfrm>
          <a:prstGeom prst="roundRect">
            <a:avLst>
              <a:gd name="adj" fmla="val 2892"/>
            </a:avLst>
          </a:prstGeom>
          <a:solidFill>
            <a:srgbClr val="FFFFFF"/>
          </a:solidFill>
          <a:ln w="28575">
            <a:solidFill>
              <a:srgbClr val="000000"/>
            </a:solidFill>
            <a:prstDash val="solid"/>
          </a:ln>
          <a:effectLst>
            <a:outerShdw sx="100000" sy="100000" kx="0" ky="0" algn="bl" rotWithShape="0" blurRad="101600" dist="63500" dir="2700000">
              <a:srgbClr val="000000">
                <a:alpha val="100000"/>
              </a:srgbClr>
            </a:outerShdw>
          </a:effectLst>
        </p:spPr>
      </p:sp>
      <p:sp>
        <p:nvSpPr>
          <p:cNvPr id="6" name="anim:1:float:0"/>
          <p:cNvSpPr txBox="1"/>
          <p:nvPr/>
        </p:nvSpPr>
        <p:spPr>
          <a:xfrm rot="-180000">
            <a:off x="777240" y="1874520"/>
            <a:ext cx="1371600" cy="384048"/>
          </a:xfrm>
          <a:prstGeom prst="roundRect">
            <a:avLst>
              <a:gd name="adj" fmla="val 19048"/>
            </a:avLst>
          </a:prstGeom>
          <a:solidFill>
            <a:srgbClr val="22C55E"/>
          </a:solidFill>
          <a:ln w="25400">
            <a:solidFill>
              <a:srgbClr val="000000"/>
            </a:solidFill>
          </a:ln>
          <a:effectLst>
            <a:outerShdw sx="100000" sy="100000" kx="0" ky="0" algn="bl" rotWithShape="0" blurRad="101600" dist="38100" dir="2700000">
              <a:srgbClr val="000000">
                <a:alpha val="100000"/>
              </a:srgbClr>
            </a:outerShdw>
          </a:effectLst>
        </p:spPr>
        <p:txBody>
          <a:bodyPr wrap="square" lIns="0" tIns="0" rIns="0" bIns="0"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IN SCOPE</a:t>
            </a:r>
            <a:endParaRPr lang="en-US" sz="1200" dirty="0"/>
          </a:p>
        </p:txBody>
      </p:sp>
      <p:pic>
        <p:nvPicPr>
          <p:cNvPr id="7" name="anim:2:fade:0" descr="preencoded.png">    </p:cNvPr>
          <p:cNvPicPr>
            <a:picLocks noChangeAspect="1"/>
          </p:cNvPicPr>
          <p:nvPr/>
        </p:nvPicPr>
        <p:blipFill>
          <a:blip r:embed="rId1"/>
          <a:stretch>
            <a:fillRect/>
          </a:stretch>
        </p:blipFill>
        <p:spPr>
          <a:xfrm>
            <a:off x="822960" y="2532888"/>
            <a:ext cx="274320" cy="274320"/>
          </a:xfrm>
          <a:prstGeom prst="rect">
            <a:avLst/>
          </a:prstGeom>
        </p:spPr>
      </p:pic>
      <p:sp>
        <p:nvSpPr>
          <p:cNvPr id="8" name="anim:2:fade:0"/>
          <p:cNvSpPr txBox="1"/>
          <p:nvPr/>
        </p:nvSpPr>
        <p:spPr>
          <a:xfrm>
            <a:off x="1207008" y="2468880"/>
            <a:ext cx="2926080" cy="411480"/>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Customer registration and login</a:t>
            </a:r>
            <a:endParaRPr lang="en-US" sz="1300" dirty="0"/>
          </a:p>
        </p:txBody>
      </p:sp>
      <p:pic>
        <p:nvPicPr>
          <p:cNvPr id="9" name="anim:2:fade:0" descr="preencoded.png">    </p:cNvPr>
          <p:cNvPicPr>
            <a:picLocks noChangeAspect="1"/>
          </p:cNvPicPr>
          <p:nvPr/>
        </p:nvPicPr>
        <p:blipFill>
          <a:blip r:embed="rId2"/>
          <a:stretch>
            <a:fillRect/>
          </a:stretch>
        </p:blipFill>
        <p:spPr>
          <a:xfrm>
            <a:off x="4206240" y="2532888"/>
            <a:ext cx="274320" cy="274320"/>
          </a:xfrm>
          <a:prstGeom prst="rect">
            <a:avLst/>
          </a:prstGeom>
        </p:spPr>
      </p:pic>
      <p:sp>
        <p:nvSpPr>
          <p:cNvPr id="10" name="anim:2:fade:0"/>
          <p:cNvSpPr txBox="1"/>
          <p:nvPr/>
        </p:nvSpPr>
        <p:spPr>
          <a:xfrm>
            <a:off x="4590288" y="2468880"/>
            <a:ext cx="2926080" cy="411480"/>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Shop listing with hours, services, prices</a:t>
            </a:r>
            <a:endParaRPr lang="en-US" sz="1300" dirty="0"/>
          </a:p>
        </p:txBody>
      </p:sp>
      <p:pic>
        <p:nvPicPr>
          <p:cNvPr id="11" name="anim:2:fade:1" descr="preencoded.png">    </p:cNvPr>
          <p:cNvPicPr>
            <a:picLocks noChangeAspect="1"/>
          </p:cNvPicPr>
          <p:nvPr/>
        </p:nvPicPr>
        <p:blipFill>
          <a:blip r:embed="rId3"/>
          <a:stretch>
            <a:fillRect/>
          </a:stretch>
        </p:blipFill>
        <p:spPr>
          <a:xfrm>
            <a:off x="822960" y="3191256"/>
            <a:ext cx="274320" cy="274320"/>
          </a:xfrm>
          <a:prstGeom prst="rect">
            <a:avLst/>
          </a:prstGeom>
        </p:spPr>
      </p:pic>
      <p:sp>
        <p:nvSpPr>
          <p:cNvPr id="12" name="anim:2:fade:1"/>
          <p:cNvSpPr txBox="1"/>
          <p:nvPr/>
        </p:nvSpPr>
        <p:spPr>
          <a:xfrm>
            <a:off x="1207008" y="3127248"/>
            <a:ext cx="2926080" cy="411480"/>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Hairstyle gallery by category</a:t>
            </a:r>
            <a:endParaRPr lang="en-US" sz="1300" dirty="0"/>
          </a:p>
        </p:txBody>
      </p:sp>
      <p:pic>
        <p:nvPicPr>
          <p:cNvPr id="13" name="anim:2:fade:1" descr="preencoded.png">    </p:cNvPr>
          <p:cNvPicPr>
            <a:picLocks noChangeAspect="1"/>
          </p:cNvPicPr>
          <p:nvPr/>
        </p:nvPicPr>
        <p:blipFill>
          <a:blip r:embed="rId4"/>
          <a:stretch>
            <a:fillRect/>
          </a:stretch>
        </p:blipFill>
        <p:spPr>
          <a:xfrm>
            <a:off x="4206240" y="3191256"/>
            <a:ext cx="274320" cy="274320"/>
          </a:xfrm>
          <a:prstGeom prst="rect">
            <a:avLst/>
          </a:prstGeom>
        </p:spPr>
      </p:pic>
      <p:sp>
        <p:nvSpPr>
          <p:cNvPr id="14" name="anim:2:fade:1"/>
          <p:cNvSpPr txBox="1"/>
          <p:nvPr/>
        </p:nvSpPr>
        <p:spPr>
          <a:xfrm>
            <a:off x="4590288" y="3127248"/>
            <a:ext cx="2926080" cy="411480"/>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Preferred barber selection</a:t>
            </a:r>
            <a:endParaRPr lang="en-US" sz="1300" dirty="0"/>
          </a:p>
        </p:txBody>
      </p:sp>
      <p:pic>
        <p:nvPicPr>
          <p:cNvPr id="15" name="anim:2:fade:2" descr="preencoded.png">    </p:cNvPr>
          <p:cNvPicPr>
            <a:picLocks noChangeAspect="1"/>
          </p:cNvPicPr>
          <p:nvPr/>
        </p:nvPicPr>
        <p:blipFill>
          <a:blip r:embed="rId5"/>
          <a:stretch>
            <a:fillRect/>
          </a:stretch>
        </p:blipFill>
        <p:spPr>
          <a:xfrm>
            <a:off x="822960" y="3849624"/>
            <a:ext cx="274320" cy="274320"/>
          </a:xfrm>
          <a:prstGeom prst="rect">
            <a:avLst/>
          </a:prstGeom>
        </p:spPr>
      </p:pic>
      <p:sp>
        <p:nvSpPr>
          <p:cNvPr id="16" name="anim:2:fade:2"/>
          <p:cNvSpPr txBox="1"/>
          <p:nvPr/>
        </p:nvSpPr>
        <p:spPr>
          <a:xfrm>
            <a:off x="1207008" y="3785616"/>
            <a:ext cx="2926080" cy="411480"/>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Saved preferences and notes</a:t>
            </a:r>
            <a:endParaRPr lang="en-US" sz="1300" dirty="0"/>
          </a:p>
        </p:txBody>
      </p:sp>
      <p:pic>
        <p:nvPicPr>
          <p:cNvPr id="17" name="anim:2:fade:2" descr="preencoded.png">    </p:cNvPr>
          <p:cNvPicPr>
            <a:picLocks noChangeAspect="1"/>
          </p:cNvPicPr>
          <p:nvPr/>
        </p:nvPicPr>
        <p:blipFill>
          <a:blip r:embed="rId6"/>
          <a:stretch>
            <a:fillRect/>
          </a:stretch>
        </p:blipFill>
        <p:spPr>
          <a:xfrm>
            <a:off x="4206240" y="3849624"/>
            <a:ext cx="274320" cy="274320"/>
          </a:xfrm>
          <a:prstGeom prst="rect">
            <a:avLst/>
          </a:prstGeom>
        </p:spPr>
      </p:pic>
      <p:sp>
        <p:nvSpPr>
          <p:cNvPr id="18" name="anim:2:fade:2"/>
          <p:cNvSpPr txBox="1"/>
          <p:nvPr/>
        </p:nvSpPr>
        <p:spPr>
          <a:xfrm>
            <a:off x="4590288" y="3785616"/>
            <a:ext cx="2926080" cy="411480"/>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Calendar and time-slot booking</a:t>
            </a:r>
            <a:endParaRPr lang="en-US" sz="1300" dirty="0"/>
          </a:p>
        </p:txBody>
      </p:sp>
      <p:pic>
        <p:nvPicPr>
          <p:cNvPr id="19" name="anim:2:fade:3" descr="preencoded.png">    </p:cNvPr>
          <p:cNvPicPr>
            <a:picLocks noChangeAspect="1"/>
          </p:cNvPicPr>
          <p:nvPr/>
        </p:nvPicPr>
        <p:blipFill>
          <a:blip r:embed="rId7"/>
          <a:stretch>
            <a:fillRect/>
          </a:stretch>
        </p:blipFill>
        <p:spPr>
          <a:xfrm>
            <a:off x="822960" y="4507992"/>
            <a:ext cx="274320" cy="274320"/>
          </a:xfrm>
          <a:prstGeom prst="rect">
            <a:avLst/>
          </a:prstGeom>
        </p:spPr>
      </p:pic>
      <p:sp>
        <p:nvSpPr>
          <p:cNvPr id="20" name="anim:2:fade:3"/>
          <p:cNvSpPr txBox="1"/>
          <p:nvPr/>
        </p:nvSpPr>
        <p:spPr>
          <a:xfrm>
            <a:off x="1207008" y="4443984"/>
            <a:ext cx="2926080" cy="411480"/>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Reschedule and cancel</a:t>
            </a:r>
            <a:endParaRPr lang="en-US" sz="1300" dirty="0"/>
          </a:p>
        </p:txBody>
      </p:sp>
      <p:pic>
        <p:nvPicPr>
          <p:cNvPr id="21" name="anim:2:fade:3" descr="preencoded.png">    </p:cNvPr>
          <p:cNvPicPr>
            <a:picLocks noChangeAspect="1"/>
          </p:cNvPicPr>
          <p:nvPr/>
        </p:nvPicPr>
        <p:blipFill>
          <a:blip r:embed="rId8"/>
          <a:stretch>
            <a:fillRect/>
          </a:stretch>
        </p:blipFill>
        <p:spPr>
          <a:xfrm>
            <a:off x="4206240" y="4507992"/>
            <a:ext cx="274320" cy="274320"/>
          </a:xfrm>
          <a:prstGeom prst="rect">
            <a:avLst/>
          </a:prstGeom>
        </p:spPr>
      </p:pic>
      <p:sp>
        <p:nvSpPr>
          <p:cNvPr id="22" name="anim:2:fade:3"/>
          <p:cNvSpPr txBox="1"/>
          <p:nvPr/>
        </p:nvSpPr>
        <p:spPr>
          <a:xfrm>
            <a:off x="4590288" y="4443984"/>
            <a:ext cx="2926080" cy="411480"/>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Email / SMS confirmation and reminder</a:t>
            </a:r>
            <a:endParaRPr lang="en-US" sz="1300" dirty="0"/>
          </a:p>
        </p:txBody>
      </p:sp>
      <p:pic>
        <p:nvPicPr>
          <p:cNvPr id="23" name="anim:2:fade:4" descr="preencoded.png">    </p:cNvPr>
          <p:cNvPicPr>
            <a:picLocks noChangeAspect="1"/>
          </p:cNvPicPr>
          <p:nvPr/>
        </p:nvPicPr>
        <p:blipFill>
          <a:blip r:embed="rId9"/>
          <a:stretch>
            <a:fillRect/>
          </a:stretch>
        </p:blipFill>
        <p:spPr>
          <a:xfrm>
            <a:off x="822960" y="5166360"/>
            <a:ext cx="274320" cy="274320"/>
          </a:xfrm>
          <a:prstGeom prst="rect">
            <a:avLst/>
          </a:prstGeom>
        </p:spPr>
      </p:pic>
      <p:sp>
        <p:nvSpPr>
          <p:cNvPr id="24" name="anim:2:fade:4"/>
          <p:cNvSpPr txBox="1"/>
          <p:nvPr/>
        </p:nvSpPr>
        <p:spPr>
          <a:xfrm>
            <a:off x="1207008" y="5102352"/>
            <a:ext cx="2926080" cy="411480"/>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Owner dashboard and reports</a:t>
            </a:r>
            <a:endParaRPr lang="en-US" sz="1300" dirty="0"/>
          </a:p>
        </p:txBody>
      </p:sp>
      <p:pic>
        <p:nvPicPr>
          <p:cNvPr id="25" name="anim:2:fade:4" descr="preencoded.png">    </p:cNvPr>
          <p:cNvPicPr>
            <a:picLocks noChangeAspect="1"/>
          </p:cNvPicPr>
          <p:nvPr/>
        </p:nvPicPr>
        <p:blipFill>
          <a:blip r:embed="rId10"/>
          <a:stretch>
            <a:fillRect/>
          </a:stretch>
        </p:blipFill>
        <p:spPr>
          <a:xfrm>
            <a:off x="4206240" y="5166360"/>
            <a:ext cx="274320" cy="274320"/>
          </a:xfrm>
          <a:prstGeom prst="rect">
            <a:avLst/>
          </a:prstGeom>
        </p:spPr>
      </p:pic>
      <p:sp>
        <p:nvSpPr>
          <p:cNvPr id="26" name="anim:2:fade:4"/>
          <p:cNvSpPr txBox="1"/>
          <p:nvPr/>
        </p:nvSpPr>
        <p:spPr>
          <a:xfrm>
            <a:off x="4590288" y="5102352"/>
            <a:ext cx="2926080" cy="411480"/>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Rating and feedback</a:t>
            </a:r>
            <a:endParaRPr lang="en-US" sz="1300" dirty="0"/>
          </a:p>
        </p:txBody>
      </p:sp>
      <p:sp>
        <p:nvSpPr>
          <p:cNvPr id="27" name="anim:3:float:0"/>
          <p:cNvSpPr/>
          <p:nvPr/>
        </p:nvSpPr>
        <p:spPr>
          <a:xfrm>
            <a:off x="8001000" y="2103120"/>
            <a:ext cx="3611880" cy="3794760"/>
          </a:xfrm>
          <a:prstGeom prst="roundRect">
            <a:avLst>
              <a:gd name="adj" fmla="val 3038"/>
            </a:avLst>
          </a:prstGeom>
          <a:solidFill>
            <a:srgbClr val="FEF08A"/>
          </a:solidFill>
          <a:ln w="28575">
            <a:solidFill>
              <a:srgbClr val="000000"/>
            </a:solidFill>
            <a:prstDash val="solid"/>
          </a:ln>
          <a:effectLst>
            <a:outerShdw sx="100000" sy="100000" kx="0" ky="0" algn="bl" rotWithShape="0" blurRad="101600" dist="63500" dir="2700000">
              <a:srgbClr val="000000">
                <a:alpha val="100000"/>
              </a:srgbClr>
            </a:outerShdw>
          </a:effectLst>
        </p:spPr>
      </p:sp>
      <p:sp>
        <p:nvSpPr>
          <p:cNvPr id="28" name="anim:3:float:0"/>
          <p:cNvSpPr txBox="1"/>
          <p:nvPr/>
        </p:nvSpPr>
        <p:spPr>
          <a:xfrm rot="180000">
            <a:off x="8229600" y="1874520"/>
            <a:ext cx="1737360" cy="384048"/>
          </a:xfrm>
          <a:prstGeom prst="roundRect">
            <a:avLst>
              <a:gd name="adj" fmla="val 19048"/>
            </a:avLst>
          </a:prstGeom>
          <a:solidFill>
            <a:srgbClr val="EF4444"/>
          </a:solidFill>
          <a:ln w="25400">
            <a:solidFill>
              <a:srgbClr val="000000"/>
            </a:solidFill>
          </a:ln>
          <a:effectLst>
            <a:outerShdw sx="100000" sy="100000" kx="0" ky="0" algn="bl" rotWithShape="0" blurRad="101600" dist="38100" dir="2700000">
              <a:srgbClr val="000000">
                <a:alpha val="100000"/>
              </a:srgbClr>
            </a:outerShdw>
          </a:effectLst>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OUT OF SCOPE</a:t>
            </a:r>
            <a:endParaRPr lang="en-US" sz="1200" dirty="0"/>
          </a:p>
        </p:txBody>
      </p:sp>
      <p:pic>
        <p:nvPicPr>
          <p:cNvPr id="29" name="anim:4:fade:0" descr="preencoded.png">    </p:cNvPr>
          <p:cNvPicPr>
            <a:picLocks noChangeAspect="1"/>
          </p:cNvPicPr>
          <p:nvPr/>
        </p:nvPicPr>
        <p:blipFill>
          <a:blip r:embed="rId11"/>
          <a:stretch>
            <a:fillRect/>
          </a:stretch>
        </p:blipFill>
        <p:spPr>
          <a:xfrm>
            <a:off x="8229600" y="2578608"/>
            <a:ext cx="274320" cy="274320"/>
          </a:xfrm>
          <a:prstGeom prst="rect">
            <a:avLst/>
          </a:prstGeom>
        </p:spPr>
      </p:pic>
      <p:sp>
        <p:nvSpPr>
          <p:cNvPr id="30" name="anim:4:fade:0"/>
          <p:cNvSpPr txBox="1"/>
          <p:nvPr/>
        </p:nvSpPr>
        <p:spPr>
          <a:xfrm>
            <a:off x="8613648" y="2514600"/>
            <a:ext cx="2880360" cy="548640"/>
          </a:xfrm>
          <a:prstGeom prst="rect">
            <a:avLst/>
          </a:prstGeom>
          <a:noFill/>
          <a:ln/>
        </p:spPr>
        <p:txBody>
          <a:bodyPr wrap="square" lIns="0" tIns="0" rIns="0" bIns="0" rtlCol="0" anchor="t"/>
          <a:lstStyle/>
          <a:p>
            <a:pPr indent="0" marL="0">
              <a:buNone/>
            </a:pPr>
            <a:r>
              <a:rPr lang="en-US" sz="1300" b="1" dirty="0">
                <a:solidFill>
                  <a:srgbClr val="000000"/>
                </a:solidFill>
                <a:latin typeface="Arial" pitchFamily="34" charset="0"/>
                <a:ea typeface="Arial" pitchFamily="34" charset="-122"/>
                <a:cs typeface="Arial" pitchFamily="34" charset="-120"/>
              </a:rPr>
              <a:t>Online payment (paid at the shop)</a:t>
            </a:r>
            <a:endParaRPr lang="en-US" sz="1300" dirty="0"/>
          </a:p>
        </p:txBody>
      </p:sp>
      <p:pic>
        <p:nvPicPr>
          <p:cNvPr id="31" name="anim:4:fade:1" descr="preencoded.png">    </p:cNvPr>
          <p:cNvPicPr>
            <a:picLocks noChangeAspect="1"/>
          </p:cNvPicPr>
          <p:nvPr/>
        </p:nvPicPr>
        <p:blipFill>
          <a:blip r:embed="rId12"/>
          <a:stretch>
            <a:fillRect/>
          </a:stretch>
        </p:blipFill>
        <p:spPr>
          <a:xfrm>
            <a:off x="8229600" y="3236976"/>
            <a:ext cx="274320" cy="274320"/>
          </a:xfrm>
          <a:prstGeom prst="rect">
            <a:avLst/>
          </a:prstGeom>
        </p:spPr>
      </p:pic>
      <p:sp>
        <p:nvSpPr>
          <p:cNvPr id="32" name="anim:4:fade:1"/>
          <p:cNvSpPr txBox="1"/>
          <p:nvPr/>
        </p:nvSpPr>
        <p:spPr>
          <a:xfrm>
            <a:off x="8613648" y="3172968"/>
            <a:ext cx="2880360" cy="548640"/>
          </a:xfrm>
          <a:prstGeom prst="rect">
            <a:avLst/>
          </a:prstGeom>
          <a:noFill/>
          <a:ln/>
        </p:spPr>
        <p:txBody>
          <a:bodyPr wrap="square" lIns="0" tIns="0" rIns="0" bIns="0" rtlCol="0" anchor="t"/>
          <a:lstStyle/>
          <a:p>
            <a:pPr indent="0" marL="0">
              <a:buNone/>
            </a:pPr>
            <a:r>
              <a:rPr lang="en-US" sz="1300" b="1" dirty="0">
                <a:solidFill>
                  <a:srgbClr val="000000"/>
                </a:solidFill>
                <a:latin typeface="Arial" pitchFamily="34" charset="0"/>
                <a:ea typeface="Arial" pitchFamily="34" charset="-122"/>
                <a:cs typeface="Arial" pitchFamily="34" charset="-120"/>
              </a:rPr>
              <a:t>Payroll, inventory, full accounting</a:t>
            </a:r>
            <a:endParaRPr lang="en-US" sz="1300" dirty="0"/>
          </a:p>
        </p:txBody>
      </p:sp>
      <p:pic>
        <p:nvPicPr>
          <p:cNvPr id="33" name="anim:4:fade:2" descr="preencoded.png">    </p:cNvPr>
          <p:cNvPicPr>
            <a:picLocks noChangeAspect="1"/>
          </p:cNvPicPr>
          <p:nvPr/>
        </p:nvPicPr>
        <p:blipFill>
          <a:blip r:embed="rId13"/>
          <a:stretch>
            <a:fillRect/>
          </a:stretch>
        </p:blipFill>
        <p:spPr>
          <a:xfrm>
            <a:off x="8229600" y="3895344"/>
            <a:ext cx="274320" cy="274320"/>
          </a:xfrm>
          <a:prstGeom prst="rect">
            <a:avLst/>
          </a:prstGeom>
        </p:spPr>
      </p:pic>
      <p:sp>
        <p:nvSpPr>
          <p:cNvPr id="34" name="anim:4:fade:2"/>
          <p:cNvSpPr txBox="1"/>
          <p:nvPr/>
        </p:nvSpPr>
        <p:spPr>
          <a:xfrm>
            <a:off x="8613648" y="3831336"/>
            <a:ext cx="2880360" cy="548640"/>
          </a:xfrm>
          <a:prstGeom prst="rect">
            <a:avLst/>
          </a:prstGeom>
          <a:noFill/>
          <a:ln/>
        </p:spPr>
        <p:txBody>
          <a:bodyPr wrap="square" lIns="0" tIns="0" rIns="0" bIns="0" rtlCol="0" anchor="t"/>
          <a:lstStyle/>
          <a:p>
            <a:pPr indent="0" marL="0">
              <a:buNone/>
            </a:pPr>
            <a:r>
              <a:rPr lang="en-US" sz="1300" b="1" dirty="0">
                <a:solidFill>
                  <a:srgbClr val="000000"/>
                </a:solidFill>
                <a:latin typeface="Arial" pitchFamily="34" charset="0"/>
                <a:ea typeface="Arial" pitchFamily="34" charset="-122"/>
                <a:cs typeface="Arial" pitchFamily="34" charset="-120"/>
              </a:rPr>
              <a:t>AI or AR hairstyle preview</a:t>
            </a:r>
            <a:endParaRPr lang="en-US" sz="1300" dirty="0"/>
          </a:p>
        </p:txBody>
      </p:sp>
      <p:pic>
        <p:nvPicPr>
          <p:cNvPr id="35" name="anim:4:fade:3" descr="preencoded.png">    </p:cNvPr>
          <p:cNvPicPr>
            <a:picLocks noChangeAspect="1"/>
          </p:cNvPicPr>
          <p:nvPr/>
        </p:nvPicPr>
        <p:blipFill>
          <a:blip r:embed="rId14"/>
          <a:stretch>
            <a:fillRect/>
          </a:stretch>
        </p:blipFill>
        <p:spPr>
          <a:xfrm>
            <a:off x="8229600" y="4553712"/>
            <a:ext cx="274320" cy="274320"/>
          </a:xfrm>
          <a:prstGeom prst="rect">
            <a:avLst/>
          </a:prstGeom>
        </p:spPr>
      </p:pic>
      <p:sp>
        <p:nvSpPr>
          <p:cNvPr id="36" name="anim:4:fade:3"/>
          <p:cNvSpPr txBox="1"/>
          <p:nvPr/>
        </p:nvSpPr>
        <p:spPr>
          <a:xfrm>
            <a:off x="8613648" y="4489704"/>
            <a:ext cx="2880360" cy="548640"/>
          </a:xfrm>
          <a:prstGeom prst="rect">
            <a:avLst/>
          </a:prstGeom>
          <a:noFill/>
          <a:ln/>
        </p:spPr>
        <p:txBody>
          <a:bodyPr wrap="square" lIns="0" tIns="0" rIns="0" bIns="0" rtlCol="0" anchor="t"/>
          <a:lstStyle/>
          <a:p>
            <a:pPr indent="0" marL="0">
              <a:buNone/>
            </a:pPr>
            <a:r>
              <a:rPr lang="en-US" sz="1300" b="1" dirty="0">
                <a:solidFill>
                  <a:srgbClr val="000000"/>
                </a:solidFill>
                <a:latin typeface="Arial" pitchFamily="34" charset="0"/>
                <a:ea typeface="Arial" pitchFamily="34" charset="-122"/>
                <a:cs typeface="Arial" pitchFamily="34" charset="-120"/>
              </a:rPr>
              <a:t>More than one partner shop in testing</a:t>
            </a:r>
            <a:endParaRPr lang="en-US" sz="1300" dirty="0"/>
          </a:p>
        </p:txBody>
      </p:sp>
      <p:pic>
        <p:nvPicPr>
          <p:cNvPr id="37" name="anim:4:fade:4" descr="preencoded.png">    </p:cNvPr>
          <p:cNvPicPr>
            <a:picLocks noChangeAspect="1"/>
          </p:cNvPicPr>
          <p:nvPr/>
        </p:nvPicPr>
        <p:blipFill>
          <a:blip r:embed="rId15"/>
          <a:stretch>
            <a:fillRect/>
          </a:stretch>
        </p:blipFill>
        <p:spPr>
          <a:xfrm>
            <a:off x="8229600" y="5212080"/>
            <a:ext cx="274320" cy="274320"/>
          </a:xfrm>
          <a:prstGeom prst="rect">
            <a:avLst/>
          </a:prstGeom>
        </p:spPr>
      </p:pic>
      <p:sp>
        <p:nvSpPr>
          <p:cNvPr id="38" name="anim:4:fade:4"/>
          <p:cNvSpPr txBox="1"/>
          <p:nvPr/>
        </p:nvSpPr>
        <p:spPr>
          <a:xfrm>
            <a:off x="8613648" y="5148072"/>
            <a:ext cx="2880360" cy="548640"/>
          </a:xfrm>
          <a:prstGeom prst="rect">
            <a:avLst/>
          </a:prstGeom>
          <a:noFill/>
          <a:ln/>
        </p:spPr>
        <p:txBody>
          <a:bodyPr wrap="square" lIns="0" tIns="0" rIns="0" bIns="0" rtlCol="0" anchor="t"/>
          <a:lstStyle/>
          <a:p>
            <a:pPr indent="0" marL="0">
              <a:buNone/>
            </a:pPr>
            <a:r>
              <a:rPr lang="en-US" sz="1300" b="1" dirty="0">
                <a:solidFill>
                  <a:srgbClr val="000000"/>
                </a:solidFill>
                <a:latin typeface="Arial" pitchFamily="34" charset="0"/>
                <a:ea typeface="Arial" pitchFamily="34" charset="-122"/>
                <a:cs typeface="Arial" pitchFamily="34" charset="-120"/>
              </a:rPr>
              <a:t>Offline use (needs internet)</a:t>
            </a:r>
            <a:endParaRPr lang="en-US" sz="1300" dirty="0"/>
          </a:p>
        </p:txBody>
      </p:sp>
      <p:sp>
        <p:nvSpPr>
          <p:cNvPr id="39" name="Text 22"/>
          <p:cNvSpPr txBox="1"/>
          <p:nvPr/>
        </p:nvSpPr>
        <p:spPr>
          <a:xfrm>
            <a:off x="548640" y="6126480"/>
            <a:ext cx="11064240" cy="320040"/>
          </a:xfrm>
          <a:prstGeom prst="rect">
            <a:avLst/>
          </a:prstGeom>
          <a:noFill/>
          <a:ln/>
        </p:spPr>
        <p:txBody>
          <a:bodyPr wrap="square" lIns="0" tIns="0" rIns="0" bIns="0" rtlCol="0" anchor="t"/>
          <a:lstStyle/>
          <a:p>
            <a:pPr indent="0" marL="0">
              <a:buNone/>
            </a:pPr>
            <a:r>
              <a:rPr lang="en-US" sz="1150" b="1" dirty="0">
                <a:solidFill>
                  <a:srgbClr val="333333"/>
                </a:solidFill>
                <a:latin typeface="Arial" pitchFamily="34" charset="0"/>
                <a:ea typeface="Arial" pitchFamily="34" charset="-122"/>
                <a:cs typeface="Arial" pitchFamily="34" charset="-120"/>
              </a:rPr>
              <a:t>Setting: </a:t>
            </a:r>
            <a:pPr indent="0" marL="0">
              <a:buNone/>
            </a:pPr>
            <a:r>
              <a:rPr lang="en-US" sz="1150" dirty="0">
                <a:solidFill>
                  <a:srgbClr val="000000"/>
                </a:solidFill>
                <a:highlight>
                  <a:srgbClr val="FFFF00"/>
                </a:highlight>
                <a:latin typeface="Arial" pitchFamily="34" charset="0"/>
                <a:ea typeface="Arial" pitchFamily="34" charset="-122"/>
                <a:cs typeface="Arial" pitchFamily="34" charset="-120"/>
              </a:rPr>
              <a:t>[Partner Barbershop], [Municipality/City]</a:t>
            </a:r>
            <a:pPr indent="0" marL="0">
              <a:buNone/>
            </a:pPr>
            <a:r>
              <a:rPr lang="en-US" sz="1150" dirty="0">
                <a:solidFill>
                  <a:srgbClr val="333333"/>
                </a:solidFill>
                <a:latin typeface="Arial" pitchFamily="34" charset="0"/>
                <a:ea typeface="Arial" pitchFamily="34" charset="-122"/>
                <a:cs typeface="Arial" pitchFamily="34" charset="-120"/>
              </a:rPr>
              <a:t>   ·   October 2026 to March 2027   ·   Walk-ins are still encoded manually by the owner.</a:t>
            </a:r>
            <a:endParaRPr lang="en-US" sz="1150" dirty="0"/>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420" fill="hold"/>
                                        <p:tgtEl>
                                          <p:spTgt spid="2"/>
                                        </p:tgtEl>
                                        <p:attrNameLst>
                                          <p:attrName>ppt_w</p:attrName>
                                        </p:attrNameLst>
                                      </p:cBhvr>
                                      <p:tavLst>
                                        <p:tav tm="0">
                                          <p:val>
                                            <p:fltVal val="0"/>
                                          </p:val>
                                        </p:tav>
                                        <p:tav tm="100000">
                                          <p:val>
                                            <p:strVal val="#ppt_w"/>
                                          </p:val>
                                        </p:tav>
                                      </p:tavLst>
                                    </p:anim>
                                    <p:anim calcmode="lin" valueType="num">
                                      <p:cBhvr additive="base">
                                        <p:cTn id="8" dur="420" fill="hold"/>
                                        <p:tgtEl>
                                          <p:spTgt spid="2"/>
                                        </p:tgtEl>
                                        <p:attrNameLst>
                                          <p:attrName>ppt_h</p:attrName>
                                        </p:attrNameLst>
                                      </p:cBhvr>
                                      <p:tavLst>
                                        <p:tav tm="0">
                                          <p:val>
                                            <p:fltVal val="0"/>
                                          </p:val>
                                        </p:tav>
                                        <p:tav tm="100000">
                                          <p:val>
                                            <p:strVal val="#ppt_h"/>
                                          </p:val>
                                        </p:tav>
                                      </p:tavLst>
                                    </p:anim>
                                    <p:animEffect transition="in" filter="fade">
                                      <p:cBhvr>
                                        <p:cTn id="9" dur="420"/>
                                        <p:tgtEl>
                                          <p:spTgt spid="2"/>
                                        </p:tgtEl>
                                      </p:cBhvr>
                                    </p:animEffect>
                                  </p:childTnLst>
                                </p:cTn>
                              </p:par>
                              <p:par>
                                <p:cTn id="10" presetID="42" presetClass="entr" presetSubtype="0" fill="hold" nodeType="withEffect">
                                  <p:stCondLst>
                                    <p:cond delay="27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50"/>
                                        <p:tgtEl>
                                          <p:spTgt spid="5"/>
                                        </p:tgtEl>
                                      </p:cBhvr>
                                    </p:animEffect>
                                    <p:anim calcmode="lin" valueType="num">
                                      <p:cBhvr additive="base">
                                        <p:cTn id="13" dur="550" fill="hold"/>
                                        <p:tgtEl>
                                          <p:spTgt spid="5"/>
                                        </p:tgtEl>
                                        <p:attrNameLst>
                                          <p:attrName>ppt_x</p:attrName>
                                        </p:attrNameLst>
                                      </p:cBhvr>
                                      <p:tavLst>
                                        <p:tav tm="0">
                                          <p:val>
                                            <p:strVal val="#ppt_x"/>
                                          </p:val>
                                        </p:tav>
                                        <p:tav tm="100000">
                                          <p:val>
                                            <p:strVal val="#ppt_x"/>
                                          </p:val>
                                        </p:tav>
                                      </p:tavLst>
                                    </p:anim>
                                    <p:anim calcmode="lin" valueType="num">
                                      <p:cBhvr additive="base">
                                        <p:cTn id="14" dur="550" fill="hold"/>
                                        <p:tgtEl>
                                          <p:spTgt spid="5"/>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27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50"/>
                                        <p:tgtEl>
                                          <p:spTgt spid="6"/>
                                        </p:tgtEl>
                                      </p:cBhvr>
                                    </p:animEffect>
                                    <p:anim calcmode="lin" valueType="num">
                                      <p:cBhvr additive="base">
                                        <p:cTn id="18" dur="550" fill="hold"/>
                                        <p:tgtEl>
                                          <p:spTgt spid="6"/>
                                        </p:tgtEl>
                                        <p:attrNameLst>
                                          <p:attrName>ppt_x</p:attrName>
                                        </p:attrNameLst>
                                      </p:cBhvr>
                                      <p:tavLst>
                                        <p:tav tm="0">
                                          <p:val>
                                            <p:strVal val="#ppt_x"/>
                                          </p:val>
                                        </p:tav>
                                        <p:tav tm="100000">
                                          <p:val>
                                            <p:strVal val="#ppt_x"/>
                                          </p:val>
                                        </p:tav>
                                      </p:tavLst>
                                    </p:anim>
                                    <p:anim calcmode="lin" valueType="num">
                                      <p:cBhvr additive="base">
                                        <p:cTn id="19" dur="550" fill="hold"/>
                                        <p:tgtEl>
                                          <p:spTgt spid="6"/>
                                        </p:tgtEl>
                                        <p:attrNameLst>
                                          <p:attrName>ppt_y</p:attrName>
                                        </p:attrNameLst>
                                      </p:cBhvr>
                                      <p:tavLst>
                                        <p:tav tm="0">
                                          <p:val>
                                            <p:strVal val="#ppt_y+.1"/>
                                          </p:val>
                                        </p:tav>
                                        <p:tav tm="100000">
                                          <p:val>
                                            <p:strVal val="#ppt_y"/>
                                          </p:val>
                                        </p:tav>
                                      </p:tavLst>
                                    </p:anim>
                                  </p:childTnLst>
                                </p:cTn>
                              </p:par>
                              <p:par>
                                <p:cTn id="20" presetID="10" presetClass="entr" presetSubtype="0" fill="hold" nodeType="withEffect">
                                  <p:stCondLst>
                                    <p:cond delay="67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450"/>
                                        <p:tgtEl>
                                          <p:spTgt spid="7"/>
                                        </p:tgtEl>
                                      </p:cBhvr>
                                    </p:animEffect>
                                  </p:childTnLst>
                                </p:cTn>
                              </p:par>
                              <p:par>
                                <p:cTn id="23" presetID="10" presetClass="entr" presetSubtype="0" fill="hold" nodeType="withEffect">
                                  <p:stCondLst>
                                    <p:cond delay="67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450"/>
                                        <p:tgtEl>
                                          <p:spTgt spid="8"/>
                                        </p:tgtEl>
                                      </p:cBhvr>
                                    </p:animEffect>
                                  </p:childTnLst>
                                </p:cTn>
                              </p:par>
                              <p:par>
                                <p:cTn id="26" presetID="10" presetClass="entr" presetSubtype="0" fill="hold" nodeType="withEffect">
                                  <p:stCondLst>
                                    <p:cond delay="67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450"/>
                                        <p:tgtEl>
                                          <p:spTgt spid="9"/>
                                        </p:tgtEl>
                                      </p:cBhvr>
                                    </p:animEffect>
                                  </p:childTnLst>
                                </p:cTn>
                              </p:par>
                              <p:par>
                                <p:cTn id="29" presetID="10" presetClass="entr" presetSubtype="0" fill="hold" nodeType="withEffect">
                                  <p:stCondLst>
                                    <p:cond delay="67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450"/>
                                        <p:tgtEl>
                                          <p:spTgt spid="10"/>
                                        </p:tgtEl>
                                      </p:cBhvr>
                                    </p:animEffect>
                                  </p:childTnLst>
                                </p:cTn>
                              </p:par>
                              <p:par>
                                <p:cTn id="32" presetID="10" presetClass="entr" presetSubtype="0" fill="hold" nodeType="withEffect">
                                  <p:stCondLst>
                                    <p:cond delay="79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450"/>
                                        <p:tgtEl>
                                          <p:spTgt spid="11"/>
                                        </p:tgtEl>
                                      </p:cBhvr>
                                    </p:animEffect>
                                  </p:childTnLst>
                                </p:cTn>
                              </p:par>
                              <p:par>
                                <p:cTn id="35" presetID="10" presetClass="entr" presetSubtype="0" fill="hold" nodeType="withEffect">
                                  <p:stCondLst>
                                    <p:cond delay="79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450"/>
                                        <p:tgtEl>
                                          <p:spTgt spid="12"/>
                                        </p:tgtEl>
                                      </p:cBhvr>
                                    </p:animEffect>
                                  </p:childTnLst>
                                </p:cTn>
                              </p:par>
                              <p:par>
                                <p:cTn id="38" presetID="10" presetClass="entr" presetSubtype="0" fill="hold" nodeType="withEffect">
                                  <p:stCondLst>
                                    <p:cond delay="79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450"/>
                                        <p:tgtEl>
                                          <p:spTgt spid="13"/>
                                        </p:tgtEl>
                                      </p:cBhvr>
                                    </p:animEffect>
                                  </p:childTnLst>
                                </p:cTn>
                              </p:par>
                              <p:par>
                                <p:cTn id="41" presetID="10" presetClass="entr" presetSubtype="0" fill="hold" nodeType="withEffect">
                                  <p:stCondLst>
                                    <p:cond delay="79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450"/>
                                        <p:tgtEl>
                                          <p:spTgt spid="14"/>
                                        </p:tgtEl>
                                      </p:cBhvr>
                                    </p:animEffect>
                                  </p:childTnLst>
                                </p:cTn>
                              </p:par>
                              <p:par>
                                <p:cTn id="44" presetID="10" presetClass="entr" presetSubtype="0" fill="hold" nodeType="withEffect">
                                  <p:stCondLst>
                                    <p:cond delay="91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450"/>
                                        <p:tgtEl>
                                          <p:spTgt spid="15"/>
                                        </p:tgtEl>
                                      </p:cBhvr>
                                    </p:animEffect>
                                  </p:childTnLst>
                                </p:cTn>
                              </p:par>
                              <p:par>
                                <p:cTn id="47" presetID="10" presetClass="entr" presetSubtype="0" fill="hold" nodeType="withEffect">
                                  <p:stCondLst>
                                    <p:cond delay="91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450"/>
                                        <p:tgtEl>
                                          <p:spTgt spid="16"/>
                                        </p:tgtEl>
                                      </p:cBhvr>
                                    </p:animEffect>
                                  </p:childTnLst>
                                </p:cTn>
                              </p:par>
                              <p:par>
                                <p:cTn id="50" presetID="10" presetClass="entr" presetSubtype="0" fill="hold" nodeType="withEffect">
                                  <p:stCondLst>
                                    <p:cond delay="91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450"/>
                                        <p:tgtEl>
                                          <p:spTgt spid="17"/>
                                        </p:tgtEl>
                                      </p:cBhvr>
                                    </p:animEffect>
                                  </p:childTnLst>
                                </p:cTn>
                              </p:par>
                              <p:par>
                                <p:cTn id="53" presetID="10" presetClass="entr" presetSubtype="0" fill="hold" nodeType="withEffect">
                                  <p:stCondLst>
                                    <p:cond delay="91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450"/>
                                        <p:tgtEl>
                                          <p:spTgt spid="18"/>
                                        </p:tgtEl>
                                      </p:cBhvr>
                                    </p:animEffect>
                                  </p:childTnLst>
                                </p:cTn>
                              </p:par>
                              <p:par>
                                <p:cTn id="56" presetID="10" presetClass="entr" presetSubtype="0" fill="hold" nodeType="withEffect">
                                  <p:stCondLst>
                                    <p:cond delay="1030"/>
                                  </p:stCondLst>
                                  <p:childTnLst>
                                    <p:set>
                                      <p:cBhvr>
                                        <p:cTn id="57" dur="1" fill="hold">
                                          <p:stCondLst>
                                            <p:cond delay="0"/>
                                          </p:stCondLst>
                                        </p:cTn>
                                        <p:tgtEl>
                                          <p:spTgt spid="19"/>
                                        </p:tgtEl>
                                        <p:attrNameLst>
                                          <p:attrName>style.visibility</p:attrName>
                                        </p:attrNameLst>
                                      </p:cBhvr>
                                      <p:to>
                                        <p:strVal val="visible"/>
                                      </p:to>
                                    </p:set>
                                    <p:animEffect transition="in" filter="fade">
                                      <p:cBhvr>
                                        <p:cTn id="58" dur="450"/>
                                        <p:tgtEl>
                                          <p:spTgt spid="19"/>
                                        </p:tgtEl>
                                      </p:cBhvr>
                                    </p:animEffect>
                                  </p:childTnLst>
                                </p:cTn>
                              </p:par>
                              <p:par>
                                <p:cTn id="59" presetID="10" presetClass="entr" presetSubtype="0" fill="hold" nodeType="withEffect">
                                  <p:stCondLst>
                                    <p:cond delay="1030"/>
                                  </p:stCondLst>
                                  <p:childTnLst>
                                    <p:set>
                                      <p:cBhvr>
                                        <p:cTn id="60" dur="1" fill="hold">
                                          <p:stCondLst>
                                            <p:cond delay="0"/>
                                          </p:stCondLst>
                                        </p:cTn>
                                        <p:tgtEl>
                                          <p:spTgt spid="20"/>
                                        </p:tgtEl>
                                        <p:attrNameLst>
                                          <p:attrName>style.visibility</p:attrName>
                                        </p:attrNameLst>
                                      </p:cBhvr>
                                      <p:to>
                                        <p:strVal val="visible"/>
                                      </p:to>
                                    </p:set>
                                    <p:animEffect transition="in" filter="fade">
                                      <p:cBhvr>
                                        <p:cTn id="61" dur="450"/>
                                        <p:tgtEl>
                                          <p:spTgt spid="20"/>
                                        </p:tgtEl>
                                      </p:cBhvr>
                                    </p:animEffect>
                                  </p:childTnLst>
                                </p:cTn>
                              </p:par>
                              <p:par>
                                <p:cTn id="62" presetID="10" presetClass="entr" presetSubtype="0" fill="hold" nodeType="withEffect">
                                  <p:stCondLst>
                                    <p:cond delay="1030"/>
                                  </p:stCondLst>
                                  <p:childTnLst>
                                    <p:set>
                                      <p:cBhvr>
                                        <p:cTn id="63" dur="1" fill="hold">
                                          <p:stCondLst>
                                            <p:cond delay="0"/>
                                          </p:stCondLst>
                                        </p:cTn>
                                        <p:tgtEl>
                                          <p:spTgt spid="21"/>
                                        </p:tgtEl>
                                        <p:attrNameLst>
                                          <p:attrName>style.visibility</p:attrName>
                                        </p:attrNameLst>
                                      </p:cBhvr>
                                      <p:to>
                                        <p:strVal val="visible"/>
                                      </p:to>
                                    </p:set>
                                    <p:animEffect transition="in" filter="fade">
                                      <p:cBhvr>
                                        <p:cTn id="64" dur="450"/>
                                        <p:tgtEl>
                                          <p:spTgt spid="21"/>
                                        </p:tgtEl>
                                      </p:cBhvr>
                                    </p:animEffect>
                                  </p:childTnLst>
                                </p:cTn>
                              </p:par>
                              <p:par>
                                <p:cTn id="65" presetID="10" presetClass="entr" presetSubtype="0" fill="hold" nodeType="withEffect">
                                  <p:stCondLst>
                                    <p:cond delay="1030"/>
                                  </p:stCondLst>
                                  <p:childTnLst>
                                    <p:set>
                                      <p:cBhvr>
                                        <p:cTn id="66" dur="1" fill="hold">
                                          <p:stCondLst>
                                            <p:cond delay="0"/>
                                          </p:stCondLst>
                                        </p:cTn>
                                        <p:tgtEl>
                                          <p:spTgt spid="22"/>
                                        </p:tgtEl>
                                        <p:attrNameLst>
                                          <p:attrName>style.visibility</p:attrName>
                                        </p:attrNameLst>
                                      </p:cBhvr>
                                      <p:to>
                                        <p:strVal val="visible"/>
                                      </p:to>
                                    </p:set>
                                    <p:animEffect transition="in" filter="fade">
                                      <p:cBhvr>
                                        <p:cTn id="67" dur="450"/>
                                        <p:tgtEl>
                                          <p:spTgt spid="22"/>
                                        </p:tgtEl>
                                      </p:cBhvr>
                                    </p:animEffect>
                                  </p:childTnLst>
                                </p:cTn>
                              </p:par>
                              <p:par>
                                <p:cTn id="68" presetID="10" presetClass="entr" presetSubtype="0" fill="hold" nodeType="withEffect">
                                  <p:stCondLst>
                                    <p:cond delay="1150"/>
                                  </p:stCondLst>
                                  <p:childTnLst>
                                    <p:set>
                                      <p:cBhvr>
                                        <p:cTn id="69" dur="1" fill="hold">
                                          <p:stCondLst>
                                            <p:cond delay="0"/>
                                          </p:stCondLst>
                                        </p:cTn>
                                        <p:tgtEl>
                                          <p:spTgt spid="23"/>
                                        </p:tgtEl>
                                        <p:attrNameLst>
                                          <p:attrName>style.visibility</p:attrName>
                                        </p:attrNameLst>
                                      </p:cBhvr>
                                      <p:to>
                                        <p:strVal val="visible"/>
                                      </p:to>
                                    </p:set>
                                    <p:animEffect transition="in" filter="fade">
                                      <p:cBhvr>
                                        <p:cTn id="70" dur="450"/>
                                        <p:tgtEl>
                                          <p:spTgt spid="23"/>
                                        </p:tgtEl>
                                      </p:cBhvr>
                                    </p:animEffect>
                                  </p:childTnLst>
                                </p:cTn>
                              </p:par>
                              <p:par>
                                <p:cTn id="71" presetID="10" presetClass="entr" presetSubtype="0" fill="hold" nodeType="withEffect">
                                  <p:stCondLst>
                                    <p:cond delay="1150"/>
                                  </p:stCondLst>
                                  <p:childTnLst>
                                    <p:set>
                                      <p:cBhvr>
                                        <p:cTn id="72" dur="1" fill="hold">
                                          <p:stCondLst>
                                            <p:cond delay="0"/>
                                          </p:stCondLst>
                                        </p:cTn>
                                        <p:tgtEl>
                                          <p:spTgt spid="24"/>
                                        </p:tgtEl>
                                        <p:attrNameLst>
                                          <p:attrName>style.visibility</p:attrName>
                                        </p:attrNameLst>
                                      </p:cBhvr>
                                      <p:to>
                                        <p:strVal val="visible"/>
                                      </p:to>
                                    </p:set>
                                    <p:animEffect transition="in" filter="fade">
                                      <p:cBhvr>
                                        <p:cTn id="73" dur="450"/>
                                        <p:tgtEl>
                                          <p:spTgt spid="24"/>
                                        </p:tgtEl>
                                      </p:cBhvr>
                                    </p:animEffect>
                                  </p:childTnLst>
                                </p:cTn>
                              </p:par>
                              <p:par>
                                <p:cTn id="74" presetID="10" presetClass="entr" presetSubtype="0" fill="hold" nodeType="withEffect">
                                  <p:stCondLst>
                                    <p:cond delay="1150"/>
                                  </p:stCondLst>
                                  <p:childTnLst>
                                    <p:set>
                                      <p:cBhvr>
                                        <p:cTn id="75" dur="1" fill="hold">
                                          <p:stCondLst>
                                            <p:cond delay="0"/>
                                          </p:stCondLst>
                                        </p:cTn>
                                        <p:tgtEl>
                                          <p:spTgt spid="25"/>
                                        </p:tgtEl>
                                        <p:attrNameLst>
                                          <p:attrName>style.visibility</p:attrName>
                                        </p:attrNameLst>
                                      </p:cBhvr>
                                      <p:to>
                                        <p:strVal val="visible"/>
                                      </p:to>
                                    </p:set>
                                    <p:animEffect transition="in" filter="fade">
                                      <p:cBhvr>
                                        <p:cTn id="76" dur="450"/>
                                        <p:tgtEl>
                                          <p:spTgt spid="25"/>
                                        </p:tgtEl>
                                      </p:cBhvr>
                                    </p:animEffect>
                                  </p:childTnLst>
                                </p:cTn>
                              </p:par>
                              <p:par>
                                <p:cTn id="77" presetID="10" presetClass="entr" presetSubtype="0" fill="hold" nodeType="withEffect">
                                  <p:stCondLst>
                                    <p:cond delay="1150"/>
                                  </p:stCondLst>
                                  <p:childTnLst>
                                    <p:set>
                                      <p:cBhvr>
                                        <p:cTn id="78" dur="1" fill="hold">
                                          <p:stCondLst>
                                            <p:cond delay="0"/>
                                          </p:stCondLst>
                                        </p:cTn>
                                        <p:tgtEl>
                                          <p:spTgt spid="26"/>
                                        </p:tgtEl>
                                        <p:attrNameLst>
                                          <p:attrName>style.visibility</p:attrName>
                                        </p:attrNameLst>
                                      </p:cBhvr>
                                      <p:to>
                                        <p:strVal val="visible"/>
                                      </p:to>
                                    </p:set>
                                    <p:animEffect transition="in" filter="fade">
                                      <p:cBhvr>
                                        <p:cTn id="79" dur="450"/>
                                        <p:tgtEl>
                                          <p:spTgt spid="26"/>
                                        </p:tgtEl>
                                      </p:cBhvr>
                                    </p:animEffect>
                                  </p:childTnLst>
                                </p:cTn>
                              </p:par>
                              <p:par>
                                <p:cTn id="80" presetID="42" presetClass="entr" presetSubtype="0" fill="hold" nodeType="withEffect">
                                  <p:stCondLst>
                                    <p:cond delay="1450"/>
                                  </p:stCondLst>
                                  <p:childTnLst>
                                    <p:set>
                                      <p:cBhvr>
                                        <p:cTn id="81" dur="1" fill="hold">
                                          <p:stCondLst>
                                            <p:cond delay="0"/>
                                          </p:stCondLst>
                                        </p:cTn>
                                        <p:tgtEl>
                                          <p:spTgt spid="27"/>
                                        </p:tgtEl>
                                        <p:attrNameLst>
                                          <p:attrName>style.visibility</p:attrName>
                                        </p:attrNameLst>
                                      </p:cBhvr>
                                      <p:to>
                                        <p:strVal val="visible"/>
                                      </p:to>
                                    </p:set>
                                    <p:animEffect transition="in" filter="fade">
                                      <p:cBhvr>
                                        <p:cTn id="82" dur="550"/>
                                        <p:tgtEl>
                                          <p:spTgt spid="27"/>
                                        </p:tgtEl>
                                      </p:cBhvr>
                                    </p:animEffect>
                                    <p:anim calcmode="lin" valueType="num">
                                      <p:cBhvr additive="base">
                                        <p:cTn id="83" dur="550" fill="hold"/>
                                        <p:tgtEl>
                                          <p:spTgt spid="27"/>
                                        </p:tgtEl>
                                        <p:attrNameLst>
                                          <p:attrName>ppt_x</p:attrName>
                                        </p:attrNameLst>
                                      </p:cBhvr>
                                      <p:tavLst>
                                        <p:tav tm="0">
                                          <p:val>
                                            <p:strVal val="#ppt_x"/>
                                          </p:val>
                                        </p:tav>
                                        <p:tav tm="100000">
                                          <p:val>
                                            <p:strVal val="#ppt_x"/>
                                          </p:val>
                                        </p:tav>
                                      </p:tavLst>
                                    </p:anim>
                                    <p:anim calcmode="lin" valueType="num">
                                      <p:cBhvr additive="base">
                                        <p:cTn id="84" dur="550" fill="hold"/>
                                        <p:tgtEl>
                                          <p:spTgt spid="27"/>
                                        </p:tgtEl>
                                        <p:attrNameLst>
                                          <p:attrName>ppt_y</p:attrName>
                                        </p:attrNameLst>
                                      </p:cBhvr>
                                      <p:tavLst>
                                        <p:tav tm="0">
                                          <p:val>
                                            <p:strVal val="#ppt_y+.1"/>
                                          </p:val>
                                        </p:tav>
                                        <p:tav tm="100000">
                                          <p:val>
                                            <p:strVal val="#ppt_y"/>
                                          </p:val>
                                        </p:tav>
                                      </p:tavLst>
                                    </p:anim>
                                  </p:childTnLst>
                                </p:cTn>
                              </p:par>
                              <p:par>
                                <p:cTn id="85" presetID="42" presetClass="entr" presetSubtype="0" fill="hold" nodeType="withEffect">
                                  <p:stCondLst>
                                    <p:cond delay="1450"/>
                                  </p:stCondLst>
                                  <p:childTnLst>
                                    <p:set>
                                      <p:cBhvr>
                                        <p:cTn id="86" dur="1" fill="hold">
                                          <p:stCondLst>
                                            <p:cond delay="0"/>
                                          </p:stCondLst>
                                        </p:cTn>
                                        <p:tgtEl>
                                          <p:spTgt spid="28"/>
                                        </p:tgtEl>
                                        <p:attrNameLst>
                                          <p:attrName>style.visibility</p:attrName>
                                        </p:attrNameLst>
                                      </p:cBhvr>
                                      <p:to>
                                        <p:strVal val="visible"/>
                                      </p:to>
                                    </p:set>
                                    <p:animEffect transition="in" filter="fade">
                                      <p:cBhvr>
                                        <p:cTn id="87" dur="550"/>
                                        <p:tgtEl>
                                          <p:spTgt spid="28"/>
                                        </p:tgtEl>
                                      </p:cBhvr>
                                    </p:animEffect>
                                    <p:anim calcmode="lin" valueType="num">
                                      <p:cBhvr additive="base">
                                        <p:cTn id="88" dur="550" fill="hold"/>
                                        <p:tgtEl>
                                          <p:spTgt spid="28"/>
                                        </p:tgtEl>
                                        <p:attrNameLst>
                                          <p:attrName>ppt_x</p:attrName>
                                        </p:attrNameLst>
                                      </p:cBhvr>
                                      <p:tavLst>
                                        <p:tav tm="0">
                                          <p:val>
                                            <p:strVal val="#ppt_x"/>
                                          </p:val>
                                        </p:tav>
                                        <p:tav tm="100000">
                                          <p:val>
                                            <p:strVal val="#ppt_x"/>
                                          </p:val>
                                        </p:tav>
                                      </p:tavLst>
                                    </p:anim>
                                    <p:anim calcmode="lin" valueType="num">
                                      <p:cBhvr additive="base">
                                        <p:cTn id="89" dur="550" fill="hold"/>
                                        <p:tgtEl>
                                          <p:spTgt spid="28"/>
                                        </p:tgtEl>
                                        <p:attrNameLst>
                                          <p:attrName>ppt_y</p:attrName>
                                        </p:attrNameLst>
                                      </p:cBhvr>
                                      <p:tavLst>
                                        <p:tav tm="0">
                                          <p:val>
                                            <p:strVal val="#ppt_y+.1"/>
                                          </p:val>
                                        </p:tav>
                                        <p:tav tm="100000">
                                          <p:val>
                                            <p:strVal val="#ppt_y"/>
                                          </p:val>
                                        </p:tav>
                                      </p:tavLst>
                                    </p:anim>
                                  </p:childTnLst>
                                </p:cTn>
                              </p:par>
                              <p:par>
                                <p:cTn id="90" presetID="10" presetClass="entr" presetSubtype="0" fill="hold" nodeType="withEffect">
                                  <p:stCondLst>
                                    <p:cond delay="1850"/>
                                  </p:stCondLst>
                                  <p:childTnLst>
                                    <p:set>
                                      <p:cBhvr>
                                        <p:cTn id="91" dur="1" fill="hold">
                                          <p:stCondLst>
                                            <p:cond delay="0"/>
                                          </p:stCondLst>
                                        </p:cTn>
                                        <p:tgtEl>
                                          <p:spTgt spid="29"/>
                                        </p:tgtEl>
                                        <p:attrNameLst>
                                          <p:attrName>style.visibility</p:attrName>
                                        </p:attrNameLst>
                                      </p:cBhvr>
                                      <p:to>
                                        <p:strVal val="visible"/>
                                      </p:to>
                                    </p:set>
                                    <p:animEffect transition="in" filter="fade">
                                      <p:cBhvr>
                                        <p:cTn id="92" dur="450"/>
                                        <p:tgtEl>
                                          <p:spTgt spid="29"/>
                                        </p:tgtEl>
                                      </p:cBhvr>
                                    </p:animEffect>
                                  </p:childTnLst>
                                </p:cTn>
                              </p:par>
                              <p:par>
                                <p:cTn id="93" presetID="10" presetClass="entr" presetSubtype="0" fill="hold" nodeType="withEffect">
                                  <p:stCondLst>
                                    <p:cond delay="1850"/>
                                  </p:stCondLst>
                                  <p:childTnLst>
                                    <p:set>
                                      <p:cBhvr>
                                        <p:cTn id="94" dur="1" fill="hold">
                                          <p:stCondLst>
                                            <p:cond delay="0"/>
                                          </p:stCondLst>
                                        </p:cTn>
                                        <p:tgtEl>
                                          <p:spTgt spid="30"/>
                                        </p:tgtEl>
                                        <p:attrNameLst>
                                          <p:attrName>style.visibility</p:attrName>
                                        </p:attrNameLst>
                                      </p:cBhvr>
                                      <p:to>
                                        <p:strVal val="visible"/>
                                      </p:to>
                                    </p:set>
                                    <p:animEffect transition="in" filter="fade">
                                      <p:cBhvr>
                                        <p:cTn id="95" dur="450"/>
                                        <p:tgtEl>
                                          <p:spTgt spid="30"/>
                                        </p:tgtEl>
                                      </p:cBhvr>
                                    </p:animEffect>
                                  </p:childTnLst>
                                </p:cTn>
                              </p:par>
                              <p:par>
                                <p:cTn id="96" presetID="10" presetClass="entr" presetSubtype="0" fill="hold" nodeType="withEffect">
                                  <p:stCondLst>
                                    <p:cond delay="1970"/>
                                  </p:stCondLst>
                                  <p:childTnLst>
                                    <p:set>
                                      <p:cBhvr>
                                        <p:cTn id="97" dur="1" fill="hold">
                                          <p:stCondLst>
                                            <p:cond delay="0"/>
                                          </p:stCondLst>
                                        </p:cTn>
                                        <p:tgtEl>
                                          <p:spTgt spid="31"/>
                                        </p:tgtEl>
                                        <p:attrNameLst>
                                          <p:attrName>style.visibility</p:attrName>
                                        </p:attrNameLst>
                                      </p:cBhvr>
                                      <p:to>
                                        <p:strVal val="visible"/>
                                      </p:to>
                                    </p:set>
                                    <p:animEffect transition="in" filter="fade">
                                      <p:cBhvr>
                                        <p:cTn id="98" dur="450"/>
                                        <p:tgtEl>
                                          <p:spTgt spid="31"/>
                                        </p:tgtEl>
                                      </p:cBhvr>
                                    </p:animEffect>
                                  </p:childTnLst>
                                </p:cTn>
                              </p:par>
                              <p:par>
                                <p:cTn id="99" presetID="10" presetClass="entr" presetSubtype="0" fill="hold" nodeType="withEffect">
                                  <p:stCondLst>
                                    <p:cond delay="1970"/>
                                  </p:stCondLst>
                                  <p:childTnLst>
                                    <p:set>
                                      <p:cBhvr>
                                        <p:cTn id="100" dur="1" fill="hold">
                                          <p:stCondLst>
                                            <p:cond delay="0"/>
                                          </p:stCondLst>
                                        </p:cTn>
                                        <p:tgtEl>
                                          <p:spTgt spid="32"/>
                                        </p:tgtEl>
                                        <p:attrNameLst>
                                          <p:attrName>style.visibility</p:attrName>
                                        </p:attrNameLst>
                                      </p:cBhvr>
                                      <p:to>
                                        <p:strVal val="visible"/>
                                      </p:to>
                                    </p:set>
                                    <p:animEffect transition="in" filter="fade">
                                      <p:cBhvr>
                                        <p:cTn id="101" dur="450"/>
                                        <p:tgtEl>
                                          <p:spTgt spid="32"/>
                                        </p:tgtEl>
                                      </p:cBhvr>
                                    </p:animEffect>
                                  </p:childTnLst>
                                </p:cTn>
                              </p:par>
                              <p:par>
                                <p:cTn id="102" presetID="10" presetClass="entr" presetSubtype="0" fill="hold" nodeType="withEffect">
                                  <p:stCondLst>
                                    <p:cond delay="2090"/>
                                  </p:stCondLst>
                                  <p:childTnLst>
                                    <p:set>
                                      <p:cBhvr>
                                        <p:cTn id="103" dur="1" fill="hold">
                                          <p:stCondLst>
                                            <p:cond delay="0"/>
                                          </p:stCondLst>
                                        </p:cTn>
                                        <p:tgtEl>
                                          <p:spTgt spid="33"/>
                                        </p:tgtEl>
                                        <p:attrNameLst>
                                          <p:attrName>style.visibility</p:attrName>
                                        </p:attrNameLst>
                                      </p:cBhvr>
                                      <p:to>
                                        <p:strVal val="visible"/>
                                      </p:to>
                                    </p:set>
                                    <p:animEffect transition="in" filter="fade">
                                      <p:cBhvr>
                                        <p:cTn id="104" dur="450"/>
                                        <p:tgtEl>
                                          <p:spTgt spid="33"/>
                                        </p:tgtEl>
                                      </p:cBhvr>
                                    </p:animEffect>
                                  </p:childTnLst>
                                </p:cTn>
                              </p:par>
                              <p:par>
                                <p:cTn id="105" presetID="10" presetClass="entr" presetSubtype="0" fill="hold" nodeType="withEffect">
                                  <p:stCondLst>
                                    <p:cond delay="2090"/>
                                  </p:stCondLst>
                                  <p:childTnLst>
                                    <p:set>
                                      <p:cBhvr>
                                        <p:cTn id="106" dur="1" fill="hold">
                                          <p:stCondLst>
                                            <p:cond delay="0"/>
                                          </p:stCondLst>
                                        </p:cTn>
                                        <p:tgtEl>
                                          <p:spTgt spid="34"/>
                                        </p:tgtEl>
                                        <p:attrNameLst>
                                          <p:attrName>style.visibility</p:attrName>
                                        </p:attrNameLst>
                                      </p:cBhvr>
                                      <p:to>
                                        <p:strVal val="visible"/>
                                      </p:to>
                                    </p:set>
                                    <p:animEffect transition="in" filter="fade">
                                      <p:cBhvr>
                                        <p:cTn id="107" dur="450"/>
                                        <p:tgtEl>
                                          <p:spTgt spid="34"/>
                                        </p:tgtEl>
                                      </p:cBhvr>
                                    </p:animEffect>
                                  </p:childTnLst>
                                </p:cTn>
                              </p:par>
                              <p:par>
                                <p:cTn id="108" presetID="10" presetClass="entr" presetSubtype="0" fill="hold" nodeType="withEffect">
                                  <p:stCondLst>
                                    <p:cond delay="2210"/>
                                  </p:stCondLst>
                                  <p:childTnLst>
                                    <p:set>
                                      <p:cBhvr>
                                        <p:cTn id="109" dur="1" fill="hold">
                                          <p:stCondLst>
                                            <p:cond delay="0"/>
                                          </p:stCondLst>
                                        </p:cTn>
                                        <p:tgtEl>
                                          <p:spTgt spid="35"/>
                                        </p:tgtEl>
                                        <p:attrNameLst>
                                          <p:attrName>style.visibility</p:attrName>
                                        </p:attrNameLst>
                                      </p:cBhvr>
                                      <p:to>
                                        <p:strVal val="visible"/>
                                      </p:to>
                                    </p:set>
                                    <p:animEffect transition="in" filter="fade">
                                      <p:cBhvr>
                                        <p:cTn id="110" dur="450"/>
                                        <p:tgtEl>
                                          <p:spTgt spid="35"/>
                                        </p:tgtEl>
                                      </p:cBhvr>
                                    </p:animEffect>
                                  </p:childTnLst>
                                </p:cTn>
                              </p:par>
                              <p:par>
                                <p:cTn id="111" presetID="10" presetClass="entr" presetSubtype="0" fill="hold" nodeType="withEffect">
                                  <p:stCondLst>
                                    <p:cond delay="2210"/>
                                  </p:stCondLst>
                                  <p:childTnLst>
                                    <p:set>
                                      <p:cBhvr>
                                        <p:cTn id="112" dur="1" fill="hold">
                                          <p:stCondLst>
                                            <p:cond delay="0"/>
                                          </p:stCondLst>
                                        </p:cTn>
                                        <p:tgtEl>
                                          <p:spTgt spid="36"/>
                                        </p:tgtEl>
                                        <p:attrNameLst>
                                          <p:attrName>style.visibility</p:attrName>
                                        </p:attrNameLst>
                                      </p:cBhvr>
                                      <p:to>
                                        <p:strVal val="visible"/>
                                      </p:to>
                                    </p:set>
                                    <p:animEffect transition="in" filter="fade">
                                      <p:cBhvr>
                                        <p:cTn id="113" dur="450"/>
                                        <p:tgtEl>
                                          <p:spTgt spid="36"/>
                                        </p:tgtEl>
                                      </p:cBhvr>
                                    </p:animEffect>
                                  </p:childTnLst>
                                </p:cTn>
                              </p:par>
                              <p:par>
                                <p:cTn id="114" presetID="10" presetClass="entr" presetSubtype="0" fill="hold" nodeType="withEffect">
                                  <p:stCondLst>
                                    <p:cond delay="2330"/>
                                  </p:stCondLst>
                                  <p:childTnLst>
                                    <p:set>
                                      <p:cBhvr>
                                        <p:cTn id="115" dur="1" fill="hold">
                                          <p:stCondLst>
                                            <p:cond delay="0"/>
                                          </p:stCondLst>
                                        </p:cTn>
                                        <p:tgtEl>
                                          <p:spTgt spid="37"/>
                                        </p:tgtEl>
                                        <p:attrNameLst>
                                          <p:attrName>style.visibility</p:attrName>
                                        </p:attrNameLst>
                                      </p:cBhvr>
                                      <p:to>
                                        <p:strVal val="visible"/>
                                      </p:to>
                                    </p:set>
                                    <p:animEffect transition="in" filter="fade">
                                      <p:cBhvr>
                                        <p:cTn id="116" dur="450"/>
                                        <p:tgtEl>
                                          <p:spTgt spid="37"/>
                                        </p:tgtEl>
                                      </p:cBhvr>
                                    </p:animEffect>
                                  </p:childTnLst>
                                </p:cTn>
                              </p:par>
                              <p:par>
                                <p:cTn id="117" presetID="10" presetClass="entr" presetSubtype="0" fill="hold" nodeType="withEffect">
                                  <p:stCondLst>
                                    <p:cond delay="2330"/>
                                  </p:stCondLst>
                                  <p:childTnLst>
                                    <p:set>
                                      <p:cBhvr>
                                        <p:cTn id="118" dur="1" fill="hold">
                                          <p:stCondLst>
                                            <p:cond delay="0"/>
                                          </p:stCondLst>
                                        </p:cTn>
                                        <p:tgtEl>
                                          <p:spTgt spid="38"/>
                                        </p:tgtEl>
                                        <p:attrNameLst>
                                          <p:attrName>style.visibility</p:attrName>
                                        </p:attrNameLst>
                                      </p:cBhvr>
                                      <p:to>
                                        <p:strVal val="visible"/>
                                      </p:to>
                                    </p:set>
                                    <p:animEffect transition="in" filter="fade">
                                      <p:cBhvr>
                                        <p:cTn id="119" dur="45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2F1F8"/>
        </a:solidFill>
      </p:bgPr>
    </p:bg>
    <p:spTree>
      <p:nvGrpSpPr>
        <p:cNvPr id="1" name=""/>
        <p:cNvGrpSpPr/>
        <p:nvPr/>
      </p:nvGrpSpPr>
      <p:grpSpPr>
        <a:xfrm>
          <a:off x="0" y="0"/>
          <a:ext cx="0" cy="0"/>
          <a:chOff x="0" y="0"/>
          <a:chExt cx="0" cy="0"/>
        </a:xfrm>
      </p:grpSpPr>
      <p:sp>
        <p:nvSpPr>
          <p:cNvPr id="2" name="anim:0:zoom:0"/>
          <p:cNvSpPr txBox="1"/>
          <p:nvPr/>
        </p:nvSpPr>
        <p:spPr>
          <a:xfrm rot="-180000">
            <a:off x="548640" y="320040"/>
            <a:ext cx="1764792" cy="384048"/>
          </a:xfrm>
          <a:prstGeom prst="roundRect">
            <a:avLst>
              <a:gd name="adj" fmla="val 19048"/>
            </a:avLst>
          </a:prstGeom>
          <a:solidFill>
            <a:srgbClr val="FFE600"/>
          </a:solidFill>
          <a:ln w="25400">
            <a:solidFill>
              <a:srgbClr val="000000"/>
            </a:solidFill>
          </a:ln>
          <a:effectLst>
            <a:outerShdw sx="100000" sy="100000" kx="0" ky="0" algn="bl" rotWithShape="0" blurRad="101600" dist="38100" dir="2700000">
              <a:srgbClr val="000000">
                <a:alpha val="100000"/>
              </a:srgbClr>
            </a:outerShdw>
          </a:effectLst>
        </p:spPr>
        <p:txBody>
          <a:bodyPr wrap="square" lIns="0" tIns="0" rIns="0" bIns="0"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METHODOLOGY</a:t>
            </a:r>
            <a:endParaRPr lang="en-US" sz="1200" dirty="0"/>
          </a:p>
        </p:txBody>
      </p:sp>
      <p:sp>
        <p:nvSpPr>
          <p:cNvPr id="3" name="Text 1"/>
          <p:cNvSpPr txBox="1"/>
          <p:nvPr/>
        </p:nvSpPr>
        <p:spPr>
          <a:xfrm>
            <a:off x="548640" y="822960"/>
            <a:ext cx="11064240" cy="685800"/>
          </a:xfrm>
          <a:prstGeom prst="rect">
            <a:avLst/>
          </a:prstGeom>
          <a:noFill/>
          <a:ln/>
        </p:spPr>
        <p:txBody>
          <a:bodyPr wrap="square" lIns="0" tIns="0" rIns="0" bIns="0" rtlCol="0" anchor="ctr"/>
          <a:lstStyle/>
          <a:p>
            <a:pPr indent="0" marL="0">
              <a:buNone/>
            </a:pPr>
            <a:r>
              <a:rPr lang="en-US" sz="3200" b="1" dirty="0">
                <a:solidFill>
                  <a:srgbClr val="000000"/>
                </a:solidFill>
                <a:latin typeface="Arial" pitchFamily="34" charset="0"/>
                <a:ea typeface="Arial" pitchFamily="34" charset="-122"/>
                <a:cs typeface="Arial" pitchFamily="34" charset="-120"/>
              </a:rPr>
              <a:t>HOW WE WILL BUILD IT: AGILE, IN THREE SPRINTS</a:t>
            </a:r>
            <a:endParaRPr lang="en-US" sz="3200" dirty="0"/>
          </a:p>
        </p:txBody>
      </p:sp>
      <p:sp>
        <p:nvSpPr>
          <p:cNvPr id="4" name="Text 2"/>
          <p:cNvSpPr txBox="1"/>
          <p:nvPr/>
        </p:nvSpPr>
        <p:spPr>
          <a:xfrm>
            <a:off x="548640" y="1481328"/>
            <a:ext cx="11064240" cy="365760"/>
          </a:xfrm>
          <a:prstGeom prst="rect">
            <a:avLst/>
          </a:prstGeom>
          <a:noFill/>
          <a:ln/>
        </p:spPr>
        <p:txBody>
          <a:bodyPr wrap="square" lIns="0" tIns="0" rIns="0" bIns="0" rtlCol="0" anchor="t"/>
          <a:lstStyle/>
          <a:p>
            <a:pPr indent="0" marL="0">
              <a:buNone/>
            </a:pPr>
            <a:r>
              <a:rPr lang="en-US" sz="1500" dirty="0">
                <a:solidFill>
                  <a:srgbClr val="333333"/>
                </a:solidFill>
                <a:latin typeface="Arial" pitchFamily="34" charset="0"/>
                <a:ea typeface="Arial" pitchFamily="34" charset="-122"/>
                <a:cs typeface="Arial" pitchFamily="34" charset="-120"/>
              </a:rPr>
              <a:t>Show the owner a working part after every sprint, then improve it right away</a:t>
            </a:r>
            <a:endParaRPr lang="en-US" sz="1500" dirty="0"/>
          </a:p>
        </p:txBody>
      </p:sp>
      <p:sp>
        <p:nvSpPr>
          <p:cNvPr id="5" name="anim:1:wipe:0"/>
          <p:cNvSpPr/>
          <p:nvPr/>
        </p:nvSpPr>
        <p:spPr>
          <a:xfrm>
            <a:off x="822960" y="2926080"/>
            <a:ext cx="10561320" cy="109728"/>
          </a:xfrm>
          <a:prstGeom prst="rect">
            <a:avLst/>
          </a:prstGeom>
          <a:solidFill>
            <a:srgbClr val="000000"/>
          </a:solidFill>
          <a:ln w="6350">
            <a:solidFill>
              <a:srgbClr val="000000"/>
            </a:solidFill>
            <a:prstDash val="solid"/>
          </a:ln>
        </p:spPr>
      </p:sp>
      <p:sp>
        <p:nvSpPr>
          <p:cNvPr id="6" name="anim:2:zoom:0"/>
          <p:cNvSpPr/>
          <p:nvPr/>
        </p:nvSpPr>
        <p:spPr>
          <a:xfrm>
            <a:off x="978408" y="2770632"/>
            <a:ext cx="420624" cy="420624"/>
          </a:xfrm>
          <a:prstGeom prst="ellipse">
            <a:avLst/>
          </a:prstGeom>
          <a:solidFill>
            <a:srgbClr val="FFFFFF"/>
          </a:solidFill>
          <a:ln w="31750">
            <a:solidFill>
              <a:srgbClr val="000000"/>
            </a:solidFill>
            <a:prstDash val="solid"/>
          </a:ln>
        </p:spPr>
      </p:sp>
      <p:sp>
        <p:nvSpPr>
          <p:cNvPr id="7" name="anim:2:zoom:0"/>
          <p:cNvSpPr txBox="1"/>
          <p:nvPr/>
        </p:nvSpPr>
        <p:spPr>
          <a:xfrm>
            <a:off x="548640" y="2286000"/>
            <a:ext cx="1280160" cy="365760"/>
          </a:xfrm>
          <a:prstGeom prst="rect">
            <a:avLst/>
          </a:prstGeom>
          <a:noFill/>
          <a:ln/>
        </p:spPr>
        <p:txBody>
          <a:bodyPr wrap="square" lIns="0" tIns="0" rIns="0" bIns="0" rtlCol="0" anchor="t"/>
          <a:lstStyle/>
          <a:p>
            <a:pPr algn="ctr" indent="0" marL="0">
              <a:buNone/>
            </a:pPr>
            <a:r>
              <a:rPr lang="en-US" sz="1200" b="1" dirty="0">
                <a:solidFill>
                  <a:srgbClr val="000000"/>
                </a:solidFill>
                <a:latin typeface="Arial" pitchFamily="34" charset="0"/>
                <a:ea typeface="Arial" pitchFamily="34" charset="-122"/>
                <a:cs typeface="Arial" pitchFamily="34" charset="-120"/>
              </a:rPr>
              <a:t>OCT 2026</a:t>
            </a:r>
            <a:endParaRPr lang="en-US" sz="1200" dirty="0"/>
          </a:p>
        </p:txBody>
      </p:sp>
      <p:sp>
        <p:nvSpPr>
          <p:cNvPr id="8" name="anim:2:zoom:0"/>
          <p:cNvSpPr txBox="1"/>
          <p:nvPr/>
        </p:nvSpPr>
        <p:spPr>
          <a:xfrm>
            <a:off x="530352" y="3337560"/>
            <a:ext cx="1325880" cy="822960"/>
          </a:xfrm>
          <a:prstGeom prst="rect">
            <a:avLst/>
          </a:prstGeom>
          <a:noFill/>
          <a:ln/>
        </p:spPr>
        <p:txBody>
          <a:bodyPr wrap="square" lIns="0" tIns="0" rIns="0" bIns="0" rtlCol="0" anchor="t"/>
          <a:lstStyle/>
          <a:p>
            <a:pPr algn="ctr" indent="0" marL="0">
              <a:buNone/>
            </a:pPr>
            <a:r>
              <a:rPr lang="en-US" sz="1100" dirty="0">
                <a:solidFill>
                  <a:srgbClr val="333333"/>
                </a:solidFill>
                <a:latin typeface="Arial" pitchFamily="34" charset="0"/>
                <a:ea typeface="Arial" pitchFamily="34" charset="-122"/>
                <a:cs typeface="Arial" pitchFamily="34" charset="-120"/>
              </a:rPr>
              <a:t>Topic approval, concept paper</a:t>
            </a:r>
            <a:endParaRPr lang="en-US" sz="1100" dirty="0"/>
          </a:p>
        </p:txBody>
      </p:sp>
      <p:sp>
        <p:nvSpPr>
          <p:cNvPr id="9" name="anim:2:zoom:1"/>
          <p:cNvSpPr/>
          <p:nvPr/>
        </p:nvSpPr>
        <p:spPr>
          <a:xfrm>
            <a:off x="2377440" y="2770632"/>
            <a:ext cx="420624" cy="420624"/>
          </a:xfrm>
          <a:prstGeom prst="ellipse">
            <a:avLst/>
          </a:prstGeom>
          <a:solidFill>
            <a:srgbClr val="FFFFFF"/>
          </a:solidFill>
          <a:ln w="31750">
            <a:solidFill>
              <a:srgbClr val="000000"/>
            </a:solidFill>
            <a:prstDash val="solid"/>
          </a:ln>
        </p:spPr>
      </p:sp>
      <p:sp>
        <p:nvSpPr>
          <p:cNvPr id="10" name="anim:2:zoom:1"/>
          <p:cNvSpPr txBox="1"/>
          <p:nvPr/>
        </p:nvSpPr>
        <p:spPr>
          <a:xfrm>
            <a:off x="1947672" y="2286000"/>
            <a:ext cx="1280160" cy="365760"/>
          </a:xfrm>
          <a:prstGeom prst="rect">
            <a:avLst/>
          </a:prstGeom>
          <a:noFill/>
          <a:ln/>
        </p:spPr>
        <p:txBody>
          <a:bodyPr wrap="square" lIns="0" tIns="0" rIns="0" bIns="0" rtlCol="0" anchor="t"/>
          <a:lstStyle/>
          <a:p>
            <a:pPr algn="ctr" indent="0" marL="0">
              <a:buNone/>
            </a:pPr>
            <a:r>
              <a:rPr lang="en-US" sz="1200" b="1" dirty="0">
                <a:solidFill>
                  <a:srgbClr val="000000"/>
                </a:solidFill>
                <a:latin typeface="Arial" pitchFamily="34" charset="0"/>
                <a:ea typeface="Arial" pitchFamily="34" charset="-122"/>
                <a:cs typeface="Arial" pitchFamily="34" charset="-120"/>
              </a:rPr>
              <a:t>OCT-NOV</a:t>
            </a:r>
            <a:endParaRPr lang="en-US" sz="1200" dirty="0"/>
          </a:p>
        </p:txBody>
      </p:sp>
      <p:sp>
        <p:nvSpPr>
          <p:cNvPr id="11" name="anim:2:zoom:1"/>
          <p:cNvSpPr txBox="1"/>
          <p:nvPr/>
        </p:nvSpPr>
        <p:spPr>
          <a:xfrm>
            <a:off x="1929384" y="3337560"/>
            <a:ext cx="1325880" cy="822960"/>
          </a:xfrm>
          <a:prstGeom prst="rect">
            <a:avLst/>
          </a:prstGeom>
          <a:noFill/>
          <a:ln/>
        </p:spPr>
        <p:txBody>
          <a:bodyPr wrap="square" lIns="0" tIns="0" rIns="0" bIns="0" rtlCol="0" anchor="t"/>
          <a:lstStyle/>
          <a:p>
            <a:pPr algn="ctr" indent="0" marL="0">
              <a:buNone/>
            </a:pPr>
            <a:r>
              <a:rPr lang="en-US" sz="1100" dirty="0">
                <a:solidFill>
                  <a:srgbClr val="333333"/>
                </a:solidFill>
                <a:latin typeface="Arial" pitchFamily="34" charset="0"/>
                <a:ea typeface="Arial" pitchFamily="34" charset="-122"/>
                <a:cs typeface="Arial" pitchFamily="34" charset="-120"/>
              </a:rPr>
              <a:t>Interview, survey, requirements</a:t>
            </a:r>
            <a:endParaRPr lang="en-US" sz="1100" dirty="0"/>
          </a:p>
        </p:txBody>
      </p:sp>
      <p:sp>
        <p:nvSpPr>
          <p:cNvPr id="12" name="anim:2:zoom:2"/>
          <p:cNvSpPr/>
          <p:nvPr/>
        </p:nvSpPr>
        <p:spPr>
          <a:xfrm>
            <a:off x="3776472" y="2770632"/>
            <a:ext cx="420624" cy="420624"/>
          </a:xfrm>
          <a:prstGeom prst="ellipse">
            <a:avLst/>
          </a:prstGeom>
          <a:solidFill>
            <a:srgbClr val="FFFFFF"/>
          </a:solidFill>
          <a:ln w="31750">
            <a:solidFill>
              <a:srgbClr val="000000"/>
            </a:solidFill>
            <a:prstDash val="solid"/>
          </a:ln>
        </p:spPr>
      </p:sp>
      <p:sp>
        <p:nvSpPr>
          <p:cNvPr id="13" name="anim:2:zoom:2"/>
          <p:cNvSpPr txBox="1"/>
          <p:nvPr/>
        </p:nvSpPr>
        <p:spPr>
          <a:xfrm>
            <a:off x="3346704" y="2286000"/>
            <a:ext cx="1280160" cy="365760"/>
          </a:xfrm>
          <a:prstGeom prst="rect">
            <a:avLst/>
          </a:prstGeom>
          <a:noFill/>
          <a:ln/>
        </p:spPr>
        <p:txBody>
          <a:bodyPr wrap="square" lIns="0" tIns="0" rIns="0" bIns="0" rtlCol="0" anchor="t"/>
          <a:lstStyle/>
          <a:p>
            <a:pPr algn="ctr" indent="0" marL="0">
              <a:buNone/>
            </a:pPr>
            <a:r>
              <a:rPr lang="en-US" sz="1200" b="1" dirty="0">
                <a:solidFill>
                  <a:srgbClr val="000000"/>
                </a:solidFill>
                <a:latin typeface="Arial" pitchFamily="34" charset="0"/>
                <a:ea typeface="Arial" pitchFamily="34" charset="-122"/>
                <a:cs typeface="Arial" pitchFamily="34" charset="-120"/>
              </a:rPr>
              <a:t>NOV-DEC</a:t>
            </a:r>
            <a:endParaRPr lang="en-US" sz="1200" dirty="0"/>
          </a:p>
        </p:txBody>
      </p:sp>
      <p:sp>
        <p:nvSpPr>
          <p:cNvPr id="14" name="anim:2:zoom:2"/>
          <p:cNvSpPr txBox="1"/>
          <p:nvPr/>
        </p:nvSpPr>
        <p:spPr>
          <a:xfrm>
            <a:off x="3328416" y="3337560"/>
            <a:ext cx="1325880" cy="822960"/>
          </a:xfrm>
          <a:prstGeom prst="rect">
            <a:avLst/>
          </a:prstGeom>
          <a:noFill/>
          <a:ln/>
        </p:spPr>
        <p:txBody>
          <a:bodyPr wrap="square" lIns="0" tIns="0" rIns="0" bIns="0" rtlCol="0" anchor="t"/>
          <a:lstStyle/>
          <a:p>
            <a:pPr algn="ctr" indent="0" marL="0">
              <a:buNone/>
            </a:pPr>
            <a:r>
              <a:rPr lang="en-US" sz="1100" dirty="0">
                <a:solidFill>
                  <a:srgbClr val="333333"/>
                </a:solidFill>
                <a:latin typeface="Arial" pitchFamily="34" charset="0"/>
                <a:ea typeface="Arial" pitchFamily="34" charset="-122"/>
                <a:cs typeface="Arial" pitchFamily="34" charset="-120"/>
              </a:rPr>
              <a:t>System design, Chapters 1-3</a:t>
            </a:r>
            <a:endParaRPr lang="en-US" sz="1100" dirty="0"/>
          </a:p>
        </p:txBody>
      </p:sp>
      <p:sp>
        <p:nvSpPr>
          <p:cNvPr id="15" name="anim:2:zoom:3"/>
          <p:cNvSpPr/>
          <p:nvPr/>
        </p:nvSpPr>
        <p:spPr>
          <a:xfrm>
            <a:off x="5175504" y="2770632"/>
            <a:ext cx="420624" cy="420624"/>
          </a:xfrm>
          <a:prstGeom prst="ellipse">
            <a:avLst/>
          </a:prstGeom>
          <a:solidFill>
            <a:srgbClr val="FFE600"/>
          </a:solidFill>
          <a:ln w="31750">
            <a:solidFill>
              <a:srgbClr val="000000"/>
            </a:solidFill>
            <a:prstDash val="solid"/>
          </a:ln>
        </p:spPr>
      </p:sp>
      <p:sp>
        <p:nvSpPr>
          <p:cNvPr id="16" name="anim:2:zoom:3"/>
          <p:cNvSpPr txBox="1"/>
          <p:nvPr/>
        </p:nvSpPr>
        <p:spPr>
          <a:xfrm>
            <a:off x="4745736" y="2286000"/>
            <a:ext cx="1280160" cy="365760"/>
          </a:xfrm>
          <a:prstGeom prst="rect">
            <a:avLst/>
          </a:prstGeom>
          <a:noFill/>
          <a:ln/>
        </p:spPr>
        <p:txBody>
          <a:bodyPr wrap="square" lIns="0" tIns="0" rIns="0" bIns="0" rtlCol="0" anchor="t"/>
          <a:lstStyle/>
          <a:p>
            <a:pPr algn="ctr" indent="0" marL="0">
              <a:buNone/>
            </a:pPr>
            <a:r>
              <a:rPr lang="en-US" sz="1200" b="1" dirty="0">
                <a:solidFill>
                  <a:srgbClr val="1E50FF"/>
                </a:solidFill>
                <a:latin typeface="Arial" pitchFamily="34" charset="0"/>
                <a:ea typeface="Arial" pitchFamily="34" charset="-122"/>
                <a:cs typeface="Arial" pitchFamily="34" charset="-120"/>
              </a:rPr>
              <a:t>DEC 2026</a:t>
            </a:r>
            <a:endParaRPr lang="en-US" sz="1200" dirty="0"/>
          </a:p>
        </p:txBody>
      </p:sp>
      <p:sp>
        <p:nvSpPr>
          <p:cNvPr id="17" name="anim:2:zoom:3"/>
          <p:cNvSpPr txBox="1"/>
          <p:nvPr/>
        </p:nvSpPr>
        <p:spPr>
          <a:xfrm>
            <a:off x="4727448" y="3337560"/>
            <a:ext cx="1325880" cy="822960"/>
          </a:xfrm>
          <a:prstGeom prst="rect">
            <a:avLst/>
          </a:prstGeom>
          <a:noFill/>
          <a:ln/>
        </p:spPr>
        <p:txBody>
          <a:bodyPr wrap="square" lIns="0" tIns="0" rIns="0" bIns="0" rtlCol="0" anchor="t"/>
          <a:lstStyle/>
          <a:p>
            <a:pPr algn="ctr" indent="0" marL="0">
              <a:buNone/>
            </a:pPr>
            <a:r>
              <a:rPr lang="en-US" sz="1100" dirty="0">
                <a:solidFill>
                  <a:srgbClr val="333333"/>
                </a:solidFill>
                <a:latin typeface="Arial" pitchFamily="34" charset="0"/>
                <a:ea typeface="Arial" pitchFamily="34" charset="-122"/>
                <a:cs typeface="Arial" pitchFamily="34" charset="-120"/>
              </a:rPr>
              <a:t>Sprint 1: accounts and booking</a:t>
            </a:r>
            <a:endParaRPr lang="en-US" sz="1100" dirty="0"/>
          </a:p>
        </p:txBody>
      </p:sp>
      <p:sp>
        <p:nvSpPr>
          <p:cNvPr id="18" name="anim:2:zoom:4"/>
          <p:cNvSpPr/>
          <p:nvPr/>
        </p:nvSpPr>
        <p:spPr>
          <a:xfrm>
            <a:off x="6574536" y="2770632"/>
            <a:ext cx="420624" cy="420624"/>
          </a:xfrm>
          <a:prstGeom prst="ellipse">
            <a:avLst/>
          </a:prstGeom>
          <a:solidFill>
            <a:srgbClr val="FFE600"/>
          </a:solidFill>
          <a:ln w="31750">
            <a:solidFill>
              <a:srgbClr val="000000"/>
            </a:solidFill>
            <a:prstDash val="solid"/>
          </a:ln>
        </p:spPr>
      </p:sp>
      <p:sp>
        <p:nvSpPr>
          <p:cNvPr id="19" name="anim:2:zoom:4"/>
          <p:cNvSpPr txBox="1"/>
          <p:nvPr/>
        </p:nvSpPr>
        <p:spPr>
          <a:xfrm>
            <a:off x="6144768" y="2286000"/>
            <a:ext cx="1280160" cy="365760"/>
          </a:xfrm>
          <a:prstGeom prst="rect">
            <a:avLst/>
          </a:prstGeom>
          <a:noFill/>
          <a:ln/>
        </p:spPr>
        <p:txBody>
          <a:bodyPr wrap="square" lIns="0" tIns="0" rIns="0" bIns="0" rtlCol="0" anchor="t"/>
          <a:lstStyle/>
          <a:p>
            <a:pPr algn="ctr" indent="0" marL="0">
              <a:buNone/>
            </a:pPr>
            <a:r>
              <a:rPr lang="en-US" sz="1200" b="1" dirty="0">
                <a:solidFill>
                  <a:srgbClr val="1E50FF"/>
                </a:solidFill>
                <a:latin typeface="Arial" pitchFamily="34" charset="0"/>
                <a:ea typeface="Arial" pitchFamily="34" charset="-122"/>
                <a:cs typeface="Arial" pitchFamily="34" charset="-120"/>
              </a:rPr>
              <a:t>JAN 2027</a:t>
            </a:r>
            <a:endParaRPr lang="en-US" sz="1200" dirty="0"/>
          </a:p>
        </p:txBody>
      </p:sp>
      <p:sp>
        <p:nvSpPr>
          <p:cNvPr id="20" name="anim:2:zoom:4"/>
          <p:cNvSpPr txBox="1"/>
          <p:nvPr/>
        </p:nvSpPr>
        <p:spPr>
          <a:xfrm>
            <a:off x="6126480" y="3337560"/>
            <a:ext cx="1325880" cy="822960"/>
          </a:xfrm>
          <a:prstGeom prst="rect">
            <a:avLst/>
          </a:prstGeom>
          <a:noFill/>
          <a:ln/>
        </p:spPr>
        <p:txBody>
          <a:bodyPr wrap="square" lIns="0" tIns="0" rIns="0" bIns="0" rtlCol="0" anchor="t"/>
          <a:lstStyle/>
          <a:p>
            <a:pPr algn="ctr" indent="0" marL="0">
              <a:buNone/>
            </a:pPr>
            <a:r>
              <a:rPr lang="en-US" sz="1100" dirty="0">
                <a:solidFill>
                  <a:srgbClr val="333333"/>
                </a:solidFill>
                <a:latin typeface="Arial" pitchFamily="34" charset="0"/>
                <a:ea typeface="Arial" pitchFamily="34" charset="-122"/>
                <a:cs typeface="Arial" pitchFamily="34" charset="-120"/>
              </a:rPr>
              <a:t>Sprint 2: gallery and preferences</a:t>
            </a:r>
            <a:endParaRPr lang="en-US" sz="1100" dirty="0"/>
          </a:p>
        </p:txBody>
      </p:sp>
      <p:sp>
        <p:nvSpPr>
          <p:cNvPr id="21" name="anim:2:zoom:5"/>
          <p:cNvSpPr/>
          <p:nvPr/>
        </p:nvSpPr>
        <p:spPr>
          <a:xfrm>
            <a:off x="7973568" y="2770632"/>
            <a:ext cx="420624" cy="420624"/>
          </a:xfrm>
          <a:prstGeom prst="ellipse">
            <a:avLst/>
          </a:prstGeom>
          <a:solidFill>
            <a:srgbClr val="FFE600"/>
          </a:solidFill>
          <a:ln w="31750">
            <a:solidFill>
              <a:srgbClr val="000000"/>
            </a:solidFill>
            <a:prstDash val="solid"/>
          </a:ln>
        </p:spPr>
      </p:sp>
      <p:sp>
        <p:nvSpPr>
          <p:cNvPr id="22" name="anim:2:zoom:5"/>
          <p:cNvSpPr txBox="1"/>
          <p:nvPr/>
        </p:nvSpPr>
        <p:spPr>
          <a:xfrm>
            <a:off x="7543800" y="2286000"/>
            <a:ext cx="1280160" cy="365760"/>
          </a:xfrm>
          <a:prstGeom prst="rect">
            <a:avLst/>
          </a:prstGeom>
          <a:noFill/>
          <a:ln/>
        </p:spPr>
        <p:txBody>
          <a:bodyPr wrap="square" lIns="0" tIns="0" rIns="0" bIns="0" rtlCol="0" anchor="t"/>
          <a:lstStyle/>
          <a:p>
            <a:pPr algn="ctr" indent="0" marL="0">
              <a:buNone/>
            </a:pPr>
            <a:r>
              <a:rPr lang="en-US" sz="1200" b="1" dirty="0">
                <a:solidFill>
                  <a:srgbClr val="1E50FF"/>
                </a:solidFill>
                <a:latin typeface="Arial" pitchFamily="34" charset="0"/>
                <a:ea typeface="Arial" pitchFamily="34" charset="-122"/>
                <a:cs typeface="Arial" pitchFamily="34" charset="-120"/>
              </a:rPr>
              <a:t>JAN-FEB</a:t>
            </a:r>
            <a:endParaRPr lang="en-US" sz="1200" dirty="0"/>
          </a:p>
        </p:txBody>
      </p:sp>
      <p:sp>
        <p:nvSpPr>
          <p:cNvPr id="23" name="anim:2:zoom:5"/>
          <p:cNvSpPr txBox="1"/>
          <p:nvPr/>
        </p:nvSpPr>
        <p:spPr>
          <a:xfrm>
            <a:off x="7525512" y="3337560"/>
            <a:ext cx="1325880" cy="822960"/>
          </a:xfrm>
          <a:prstGeom prst="rect">
            <a:avLst/>
          </a:prstGeom>
          <a:noFill/>
          <a:ln/>
        </p:spPr>
        <p:txBody>
          <a:bodyPr wrap="square" lIns="0" tIns="0" rIns="0" bIns="0" rtlCol="0" anchor="t"/>
          <a:lstStyle/>
          <a:p>
            <a:pPr algn="ctr" indent="0" marL="0">
              <a:buNone/>
            </a:pPr>
            <a:r>
              <a:rPr lang="en-US" sz="1100" dirty="0">
                <a:solidFill>
                  <a:srgbClr val="333333"/>
                </a:solidFill>
                <a:latin typeface="Arial" pitchFamily="34" charset="0"/>
                <a:ea typeface="Arial" pitchFamily="34" charset="-122"/>
                <a:cs typeface="Arial" pitchFamily="34" charset="-120"/>
              </a:rPr>
              <a:t>Sprint 3: dashboard, notifications</a:t>
            </a:r>
            <a:endParaRPr lang="en-US" sz="1100" dirty="0"/>
          </a:p>
        </p:txBody>
      </p:sp>
      <p:sp>
        <p:nvSpPr>
          <p:cNvPr id="24" name="anim:2:zoom:6"/>
          <p:cNvSpPr/>
          <p:nvPr/>
        </p:nvSpPr>
        <p:spPr>
          <a:xfrm>
            <a:off x="9372600" y="2770632"/>
            <a:ext cx="420624" cy="420624"/>
          </a:xfrm>
          <a:prstGeom prst="ellipse">
            <a:avLst/>
          </a:prstGeom>
          <a:solidFill>
            <a:srgbClr val="FFFFFF"/>
          </a:solidFill>
          <a:ln w="31750">
            <a:solidFill>
              <a:srgbClr val="000000"/>
            </a:solidFill>
            <a:prstDash val="solid"/>
          </a:ln>
        </p:spPr>
      </p:sp>
      <p:sp>
        <p:nvSpPr>
          <p:cNvPr id="25" name="anim:2:zoom:6"/>
          <p:cNvSpPr txBox="1"/>
          <p:nvPr/>
        </p:nvSpPr>
        <p:spPr>
          <a:xfrm>
            <a:off x="8942832" y="2286000"/>
            <a:ext cx="1280160" cy="365760"/>
          </a:xfrm>
          <a:prstGeom prst="rect">
            <a:avLst/>
          </a:prstGeom>
          <a:noFill/>
          <a:ln/>
        </p:spPr>
        <p:txBody>
          <a:bodyPr wrap="square" lIns="0" tIns="0" rIns="0" bIns="0" rtlCol="0" anchor="t"/>
          <a:lstStyle/>
          <a:p>
            <a:pPr algn="ctr" indent="0" marL="0">
              <a:buNone/>
            </a:pPr>
            <a:r>
              <a:rPr lang="en-US" sz="1200" b="1" dirty="0">
                <a:solidFill>
                  <a:srgbClr val="000000"/>
                </a:solidFill>
                <a:latin typeface="Arial" pitchFamily="34" charset="0"/>
                <a:ea typeface="Arial" pitchFamily="34" charset="-122"/>
                <a:cs typeface="Arial" pitchFamily="34" charset="-120"/>
              </a:rPr>
              <a:t>FEB 2027</a:t>
            </a:r>
            <a:endParaRPr lang="en-US" sz="1200" dirty="0"/>
          </a:p>
        </p:txBody>
      </p:sp>
      <p:sp>
        <p:nvSpPr>
          <p:cNvPr id="26" name="anim:2:zoom:6"/>
          <p:cNvSpPr txBox="1"/>
          <p:nvPr/>
        </p:nvSpPr>
        <p:spPr>
          <a:xfrm>
            <a:off x="8924544" y="3337560"/>
            <a:ext cx="1325880" cy="822960"/>
          </a:xfrm>
          <a:prstGeom prst="rect">
            <a:avLst/>
          </a:prstGeom>
          <a:noFill/>
          <a:ln/>
        </p:spPr>
        <p:txBody>
          <a:bodyPr wrap="square" lIns="0" tIns="0" rIns="0" bIns="0" rtlCol="0" anchor="t"/>
          <a:lstStyle/>
          <a:p>
            <a:pPr algn="ctr" indent="0" marL="0">
              <a:buNone/>
            </a:pPr>
            <a:r>
              <a:rPr lang="en-US" sz="1100" dirty="0">
                <a:solidFill>
                  <a:srgbClr val="333333"/>
                </a:solidFill>
                <a:latin typeface="Arial" pitchFamily="34" charset="0"/>
                <a:ea typeface="Arial" pitchFamily="34" charset="-122"/>
                <a:cs typeface="Arial" pitchFamily="34" charset="-120"/>
              </a:rPr>
              <a:t>Testing and evaluation</a:t>
            </a:r>
            <a:endParaRPr lang="en-US" sz="1100" dirty="0"/>
          </a:p>
        </p:txBody>
      </p:sp>
      <p:sp>
        <p:nvSpPr>
          <p:cNvPr id="27" name="anim:2:zoom:7"/>
          <p:cNvSpPr/>
          <p:nvPr/>
        </p:nvSpPr>
        <p:spPr>
          <a:xfrm>
            <a:off x="10771632" y="2770632"/>
            <a:ext cx="420624" cy="420624"/>
          </a:xfrm>
          <a:prstGeom prst="ellipse">
            <a:avLst/>
          </a:prstGeom>
          <a:solidFill>
            <a:srgbClr val="FFFFFF"/>
          </a:solidFill>
          <a:ln w="31750">
            <a:solidFill>
              <a:srgbClr val="000000"/>
            </a:solidFill>
            <a:prstDash val="solid"/>
          </a:ln>
        </p:spPr>
      </p:sp>
      <p:sp>
        <p:nvSpPr>
          <p:cNvPr id="28" name="anim:2:zoom:7"/>
          <p:cNvSpPr txBox="1"/>
          <p:nvPr/>
        </p:nvSpPr>
        <p:spPr>
          <a:xfrm>
            <a:off x="10341864" y="2286000"/>
            <a:ext cx="1280160" cy="365760"/>
          </a:xfrm>
          <a:prstGeom prst="rect">
            <a:avLst/>
          </a:prstGeom>
          <a:noFill/>
          <a:ln/>
        </p:spPr>
        <p:txBody>
          <a:bodyPr wrap="square" lIns="0" tIns="0" rIns="0" bIns="0" rtlCol="0" anchor="t"/>
          <a:lstStyle/>
          <a:p>
            <a:pPr algn="ctr" indent="0" marL="0">
              <a:buNone/>
            </a:pPr>
            <a:r>
              <a:rPr lang="en-US" sz="1200" b="1" dirty="0">
                <a:solidFill>
                  <a:srgbClr val="000000"/>
                </a:solidFill>
                <a:latin typeface="Arial" pitchFamily="34" charset="0"/>
                <a:ea typeface="Arial" pitchFamily="34" charset="-122"/>
                <a:cs typeface="Arial" pitchFamily="34" charset="-120"/>
              </a:rPr>
              <a:t>MAR 2027</a:t>
            </a:r>
            <a:endParaRPr lang="en-US" sz="1200" dirty="0"/>
          </a:p>
        </p:txBody>
      </p:sp>
      <p:sp>
        <p:nvSpPr>
          <p:cNvPr id="29" name="anim:2:zoom:7"/>
          <p:cNvSpPr txBox="1"/>
          <p:nvPr/>
        </p:nvSpPr>
        <p:spPr>
          <a:xfrm>
            <a:off x="10323576" y="3337560"/>
            <a:ext cx="1325880" cy="822960"/>
          </a:xfrm>
          <a:prstGeom prst="rect">
            <a:avLst/>
          </a:prstGeom>
          <a:noFill/>
          <a:ln/>
        </p:spPr>
        <p:txBody>
          <a:bodyPr wrap="square" lIns="0" tIns="0" rIns="0" bIns="0" rtlCol="0" anchor="t"/>
          <a:lstStyle/>
          <a:p>
            <a:pPr algn="ctr" indent="0" marL="0">
              <a:buNone/>
            </a:pPr>
            <a:r>
              <a:rPr lang="en-US" sz="1100" dirty="0">
                <a:solidFill>
                  <a:srgbClr val="333333"/>
                </a:solidFill>
                <a:latin typeface="Arial" pitchFamily="34" charset="0"/>
                <a:ea typeface="Arial" pitchFamily="34" charset="-122"/>
                <a:cs typeface="Arial" pitchFamily="34" charset="-120"/>
              </a:rPr>
              <a:t>Revision, documentation, defense</a:t>
            </a:r>
            <a:endParaRPr lang="en-US" sz="1100" dirty="0"/>
          </a:p>
        </p:txBody>
      </p:sp>
      <p:sp>
        <p:nvSpPr>
          <p:cNvPr id="30" name="anim:3:zoom:0"/>
          <p:cNvSpPr txBox="1"/>
          <p:nvPr/>
        </p:nvSpPr>
        <p:spPr>
          <a:xfrm rot="-180000">
            <a:off x="5074920" y="4160520"/>
            <a:ext cx="1463040" cy="384048"/>
          </a:xfrm>
          <a:prstGeom prst="roundRect">
            <a:avLst>
              <a:gd name="adj" fmla="val 19048"/>
            </a:avLst>
          </a:prstGeom>
          <a:solidFill>
            <a:srgbClr val="FFE600"/>
          </a:solidFill>
          <a:ln w="25400">
            <a:solidFill>
              <a:srgbClr val="000000"/>
            </a:solidFill>
          </a:ln>
          <a:effectLst>
            <a:outerShdw sx="100000" sy="100000" kx="0" ky="0" algn="bl" rotWithShape="0" blurRad="101600" dist="38100" dir="2700000">
              <a:srgbClr val="000000">
                <a:alpha val="100000"/>
              </a:srgbClr>
            </a:outerShdw>
          </a:effectLst>
        </p:spPr>
        <p:txBody>
          <a:bodyPr wrap="square" lIns="0" tIns="0" rIns="0" bIns="0"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3 SPRINTS</a:t>
            </a:r>
            <a:endParaRPr lang="en-US" sz="1200" dirty="0"/>
          </a:p>
        </p:txBody>
      </p:sp>
      <p:sp>
        <p:nvSpPr>
          <p:cNvPr id="31" name="anim:4:float:0"/>
          <p:cNvSpPr/>
          <p:nvPr/>
        </p:nvSpPr>
        <p:spPr>
          <a:xfrm>
            <a:off x="548640" y="4800600"/>
            <a:ext cx="2560320" cy="1325880"/>
          </a:xfrm>
          <a:prstGeom prst="roundRect">
            <a:avLst>
              <a:gd name="adj" fmla="val 8276"/>
            </a:avLst>
          </a:prstGeom>
          <a:solidFill>
            <a:srgbClr val="FFFFFF"/>
          </a:solidFill>
          <a:ln w="28575">
            <a:solidFill>
              <a:srgbClr val="000000"/>
            </a:solidFill>
            <a:prstDash val="solid"/>
          </a:ln>
          <a:effectLst>
            <a:outerShdw sx="100000" sy="100000" kx="0" ky="0" algn="bl" rotWithShape="0" blurRad="101600" dist="50800" dir="2700000">
              <a:srgbClr val="000000">
                <a:alpha val="100000"/>
              </a:srgbClr>
            </a:outerShdw>
          </a:effectLst>
        </p:spPr>
      </p:sp>
      <p:sp>
        <p:nvSpPr>
          <p:cNvPr id="32" name="anim:4:float:0"/>
          <p:cNvSpPr/>
          <p:nvPr/>
        </p:nvSpPr>
        <p:spPr>
          <a:xfrm>
            <a:off x="731520" y="4965192"/>
            <a:ext cx="457200" cy="457200"/>
          </a:xfrm>
          <a:prstGeom prst="ellipse">
            <a:avLst/>
          </a:prstGeom>
          <a:solidFill>
            <a:srgbClr val="FFE600"/>
          </a:solidFill>
          <a:ln w="25400">
            <a:solidFill>
              <a:srgbClr val="000000"/>
            </a:solidFill>
            <a:prstDash val="solid"/>
          </a:ln>
        </p:spPr>
      </p:sp>
      <p:pic>
        <p:nvPicPr>
          <p:cNvPr id="33" name="anim:4:float:0" descr="preencoded.png">    </p:cNvPr>
          <p:cNvPicPr>
            <a:picLocks noChangeAspect="1"/>
          </p:cNvPicPr>
          <p:nvPr/>
        </p:nvPicPr>
        <p:blipFill>
          <a:blip r:embed="rId1"/>
          <a:stretch>
            <a:fillRect/>
          </a:stretch>
        </p:blipFill>
        <p:spPr>
          <a:xfrm>
            <a:off x="850392" y="5084064"/>
            <a:ext cx="219456" cy="219456"/>
          </a:xfrm>
          <a:prstGeom prst="rect">
            <a:avLst/>
          </a:prstGeom>
        </p:spPr>
      </p:pic>
      <p:sp>
        <p:nvSpPr>
          <p:cNvPr id="34" name="anim:4:float:0"/>
          <p:cNvSpPr txBox="1"/>
          <p:nvPr/>
        </p:nvSpPr>
        <p:spPr>
          <a:xfrm>
            <a:off x="1325880" y="4965192"/>
            <a:ext cx="1691640" cy="457200"/>
          </a:xfrm>
          <a:prstGeom prst="rect">
            <a:avLst/>
          </a:prstGeom>
          <a:noFill/>
          <a:ln/>
        </p:spPr>
        <p:txBody>
          <a:bodyPr wrap="square" lIns="0" tIns="0" rIns="0" bIns="0" rtlCol="0" anchor="ctr"/>
          <a:lstStyle/>
          <a:p>
            <a:pPr indent="0" marL="0">
              <a:buNone/>
            </a:pPr>
            <a:r>
              <a:rPr lang="en-US" sz="1200" b="1" dirty="0">
                <a:solidFill>
                  <a:srgbClr val="000000"/>
                </a:solidFill>
                <a:latin typeface="Arial" pitchFamily="34" charset="0"/>
                <a:ea typeface="Arial" pitchFamily="34" charset="-122"/>
                <a:cs typeface="Arial" pitchFamily="34" charset="-120"/>
              </a:rPr>
              <a:t>FRONT END</a:t>
            </a:r>
            <a:endParaRPr lang="en-US" sz="1200" dirty="0"/>
          </a:p>
        </p:txBody>
      </p:sp>
      <p:sp>
        <p:nvSpPr>
          <p:cNvPr id="35" name="anim:4:float:0"/>
          <p:cNvSpPr txBox="1"/>
          <p:nvPr/>
        </p:nvSpPr>
        <p:spPr>
          <a:xfrm>
            <a:off x="731520" y="5532120"/>
            <a:ext cx="2286000" cy="502920"/>
          </a:xfrm>
          <a:prstGeom prst="rect">
            <a:avLst/>
          </a:prstGeom>
          <a:noFill/>
          <a:ln/>
        </p:spPr>
        <p:txBody>
          <a:bodyPr wrap="square" lIns="0" tIns="0" rIns="0" bIns="0" rtlCol="0" anchor="t"/>
          <a:lstStyle/>
          <a:p>
            <a:pPr indent="0" marL="0">
              <a:buNone/>
            </a:pPr>
            <a:r>
              <a:rPr lang="en-US" sz="1100" dirty="0">
                <a:solidFill>
                  <a:srgbClr val="333333"/>
                </a:solidFill>
                <a:latin typeface="Arial" pitchFamily="34" charset="0"/>
                <a:ea typeface="Arial" pitchFamily="34" charset="-122"/>
                <a:cs typeface="Arial" pitchFamily="34" charset="-120"/>
              </a:rPr>
              <a:t>HTML5, CSS3, JavaScript, Bootstrap</a:t>
            </a:r>
            <a:endParaRPr lang="en-US" sz="1100" dirty="0"/>
          </a:p>
        </p:txBody>
      </p:sp>
      <p:sp>
        <p:nvSpPr>
          <p:cNvPr id="36" name="anim:4:float:1"/>
          <p:cNvSpPr/>
          <p:nvPr/>
        </p:nvSpPr>
        <p:spPr>
          <a:xfrm>
            <a:off x="3383280" y="4800600"/>
            <a:ext cx="2560320" cy="1325880"/>
          </a:xfrm>
          <a:prstGeom prst="roundRect">
            <a:avLst>
              <a:gd name="adj" fmla="val 8276"/>
            </a:avLst>
          </a:prstGeom>
          <a:solidFill>
            <a:srgbClr val="FFFFFF"/>
          </a:solidFill>
          <a:ln w="28575">
            <a:solidFill>
              <a:srgbClr val="000000"/>
            </a:solidFill>
            <a:prstDash val="solid"/>
          </a:ln>
          <a:effectLst>
            <a:outerShdw sx="100000" sy="100000" kx="0" ky="0" algn="bl" rotWithShape="0" blurRad="101600" dist="50800" dir="2700000">
              <a:srgbClr val="000000">
                <a:alpha val="100000"/>
              </a:srgbClr>
            </a:outerShdw>
          </a:effectLst>
        </p:spPr>
      </p:sp>
      <p:sp>
        <p:nvSpPr>
          <p:cNvPr id="37" name="anim:4:float:1"/>
          <p:cNvSpPr/>
          <p:nvPr/>
        </p:nvSpPr>
        <p:spPr>
          <a:xfrm>
            <a:off x="3566160" y="4965192"/>
            <a:ext cx="457200" cy="457200"/>
          </a:xfrm>
          <a:prstGeom prst="ellipse">
            <a:avLst/>
          </a:prstGeom>
          <a:solidFill>
            <a:srgbClr val="FFE600"/>
          </a:solidFill>
          <a:ln w="25400">
            <a:solidFill>
              <a:srgbClr val="000000"/>
            </a:solidFill>
            <a:prstDash val="solid"/>
          </a:ln>
        </p:spPr>
      </p:sp>
      <p:pic>
        <p:nvPicPr>
          <p:cNvPr id="38" name="anim:4:float:1" descr="preencoded.png">    </p:cNvPr>
          <p:cNvPicPr>
            <a:picLocks noChangeAspect="1"/>
          </p:cNvPicPr>
          <p:nvPr/>
        </p:nvPicPr>
        <p:blipFill>
          <a:blip r:embed="rId2"/>
          <a:stretch>
            <a:fillRect/>
          </a:stretch>
        </p:blipFill>
        <p:spPr>
          <a:xfrm>
            <a:off x="3685032" y="5084064"/>
            <a:ext cx="219456" cy="219456"/>
          </a:xfrm>
          <a:prstGeom prst="rect">
            <a:avLst/>
          </a:prstGeom>
        </p:spPr>
      </p:pic>
      <p:sp>
        <p:nvSpPr>
          <p:cNvPr id="39" name="anim:4:float:1"/>
          <p:cNvSpPr txBox="1"/>
          <p:nvPr/>
        </p:nvSpPr>
        <p:spPr>
          <a:xfrm>
            <a:off x="4160520" y="4965192"/>
            <a:ext cx="1691640" cy="457200"/>
          </a:xfrm>
          <a:prstGeom prst="rect">
            <a:avLst/>
          </a:prstGeom>
          <a:noFill/>
          <a:ln/>
        </p:spPr>
        <p:txBody>
          <a:bodyPr wrap="square" lIns="0" tIns="0" rIns="0" bIns="0" rtlCol="0" anchor="ctr"/>
          <a:lstStyle/>
          <a:p>
            <a:pPr indent="0" marL="0">
              <a:buNone/>
            </a:pPr>
            <a:r>
              <a:rPr lang="en-US" sz="1200" b="1" dirty="0">
                <a:solidFill>
                  <a:srgbClr val="000000"/>
                </a:solidFill>
                <a:latin typeface="Arial" pitchFamily="34" charset="0"/>
                <a:ea typeface="Arial" pitchFamily="34" charset="-122"/>
                <a:cs typeface="Arial" pitchFamily="34" charset="-120"/>
              </a:rPr>
              <a:t>BACK END</a:t>
            </a:r>
            <a:endParaRPr lang="en-US" sz="1200" dirty="0"/>
          </a:p>
        </p:txBody>
      </p:sp>
      <p:sp>
        <p:nvSpPr>
          <p:cNvPr id="40" name="anim:4:float:1"/>
          <p:cNvSpPr txBox="1"/>
          <p:nvPr/>
        </p:nvSpPr>
        <p:spPr>
          <a:xfrm>
            <a:off x="3566160" y="5532120"/>
            <a:ext cx="2286000" cy="502920"/>
          </a:xfrm>
          <a:prstGeom prst="rect">
            <a:avLst/>
          </a:prstGeom>
          <a:noFill/>
          <a:ln/>
        </p:spPr>
        <p:txBody>
          <a:bodyPr wrap="square" lIns="0" tIns="0" rIns="0" bIns="0" rtlCol="0" anchor="t"/>
          <a:lstStyle/>
          <a:p>
            <a:pPr indent="0" marL="0">
              <a:buNone/>
            </a:pPr>
            <a:r>
              <a:rPr lang="en-US" sz="1100" dirty="0">
                <a:solidFill>
                  <a:srgbClr val="333333"/>
                </a:solidFill>
                <a:latin typeface="Arial" pitchFamily="34" charset="0"/>
                <a:ea typeface="Arial" pitchFamily="34" charset="-122"/>
                <a:cs typeface="Arial" pitchFamily="34" charset="-120"/>
              </a:rPr>
              <a:t>PHP with Laravel</a:t>
            </a:r>
            <a:endParaRPr lang="en-US" sz="1100" dirty="0"/>
          </a:p>
        </p:txBody>
      </p:sp>
      <p:sp>
        <p:nvSpPr>
          <p:cNvPr id="41" name="anim:4:float:2"/>
          <p:cNvSpPr/>
          <p:nvPr/>
        </p:nvSpPr>
        <p:spPr>
          <a:xfrm>
            <a:off x="6217920" y="4800600"/>
            <a:ext cx="2560320" cy="1325880"/>
          </a:xfrm>
          <a:prstGeom prst="roundRect">
            <a:avLst>
              <a:gd name="adj" fmla="val 8276"/>
            </a:avLst>
          </a:prstGeom>
          <a:solidFill>
            <a:srgbClr val="FFFFFF"/>
          </a:solidFill>
          <a:ln w="28575">
            <a:solidFill>
              <a:srgbClr val="000000"/>
            </a:solidFill>
            <a:prstDash val="solid"/>
          </a:ln>
          <a:effectLst>
            <a:outerShdw sx="100000" sy="100000" kx="0" ky="0" algn="bl" rotWithShape="0" blurRad="101600" dist="50800" dir="2700000">
              <a:srgbClr val="000000">
                <a:alpha val="100000"/>
              </a:srgbClr>
            </a:outerShdw>
          </a:effectLst>
        </p:spPr>
      </p:sp>
      <p:sp>
        <p:nvSpPr>
          <p:cNvPr id="42" name="anim:4:float:2"/>
          <p:cNvSpPr/>
          <p:nvPr/>
        </p:nvSpPr>
        <p:spPr>
          <a:xfrm>
            <a:off x="6400800" y="4965192"/>
            <a:ext cx="457200" cy="457200"/>
          </a:xfrm>
          <a:prstGeom prst="ellipse">
            <a:avLst/>
          </a:prstGeom>
          <a:solidFill>
            <a:srgbClr val="FFE600"/>
          </a:solidFill>
          <a:ln w="25400">
            <a:solidFill>
              <a:srgbClr val="000000"/>
            </a:solidFill>
            <a:prstDash val="solid"/>
          </a:ln>
        </p:spPr>
      </p:sp>
      <p:pic>
        <p:nvPicPr>
          <p:cNvPr id="43" name="anim:4:float:2" descr="preencoded.png">    </p:cNvPr>
          <p:cNvPicPr>
            <a:picLocks noChangeAspect="1"/>
          </p:cNvPicPr>
          <p:nvPr/>
        </p:nvPicPr>
        <p:blipFill>
          <a:blip r:embed="rId3"/>
          <a:stretch>
            <a:fillRect/>
          </a:stretch>
        </p:blipFill>
        <p:spPr>
          <a:xfrm>
            <a:off x="6519672" y="5084064"/>
            <a:ext cx="219456" cy="219456"/>
          </a:xfrm>
          <a:prstGeom prst="rect">
            <a:avLst/>
          </a:prstGeom>
        </p:spPr>
      </p:pic>
      <p:sp>
        <p:nvSpPr>
          <p:cNvPr id="44" name="anim:4:float:2"/>
          <p:cNvSpPr txBox="1"/>
          <p:nvPr/>
        </p:nvSpPr>
        <p:spPr>
          <a:xfrm>
            <a:off x="6995160" y="4965192"/>
            <a:ext cx="1691640" cy="457200"/>
          </a:xfrm>
          <a:prstGeom prst="rect">
            <a:avLst/>
          </a:prstGeom>
          <a:noFill/>
          <a:ln/>
        </p:spPr>
        <p:txBody>
          <a:bodyPr wrap="square" lIns="0" tIns="0" rIns="0" bIns="0" rtlCol="0" anchor="ctr"/>
          <a:lstStyle/>
          <a:p>
            <a:pPr indent="0" marL="0">
              <a:buNone/>
            </a:pPr>
            <a:r>
              <a:rPr lang="en-US" sz="1200" b="1" dirty="0">
                <a:solidFill>
                  <a:srgbClr val="000000"/>
                </a:solidFill>
                <a:latin typeface="Arial" pitchFamily="34" charset="0"/>
                <a:ea typeface="Arial" pitchFamily="34" charset="-122"/>
                <a:cs typeface="Arial" pitchFamily="34" charset="-120"/>
              </a:rPr>
              <a:t>DATABASE</a:t>
            </a:r>
            <a:endParaRPr lang="en-US" sz="1200" dirty="0"/>
          </a:p>
        </p:txBody>
      </p:sp>
      <p:sp>
        <p:nvSpPr>
          <p:cNvPr id="45" name="anim:4:float:2"/>
          <p:cNvSpPr txBox="1"/>
          <p:nvPr/>
        </p:nvSpPr>
        <p:spPr>
          <a:xfrm>
            <a:off x="6400800" y="5532120"/>
            <a:ext cx="2286000" cy="502920"/>
          </a:xfrm>
          <a:prstGeom prst="rect">
            <a:avLst/>
          </a:prstGeom>
          <a:noFill/>
          <a:ln/>
        </p:spPr>
        <p:txBody>
          <a:bodyPr wrap="square" lIns="0" tIns="0" rIns="0" bIns="0" rtlCol="0" anchor="t"/>
          <a:lstStyle/>
          <a:p>
            <a:pPr indent="0" marL="0">
              <a:buNone/>
            </a:pPr>
            <a:r>
              <a:rPr lang="en-US" sz="1100" dirty="0">
                <a:solidFill>
                  <a:srgbClr val="333333"/>
                </a:solidFill>
                <a:latin typeface="Arial" pitchFamily="34" charset="0"/>
                <a:ea typeface="Arial" pitchFamily="34" charset="-122"/>
                <a:cs typeface="Arial" pitchFamily="34" charset="-120"/>
              </a:rPr>
              <a:t>MySQL (XAMPP locally)</a:t>
            </a:r>
            <a:endParaRPr lang="en-US" sz="1100" dirty="0"/>
          </a:p>
        </p:txBody>
      </p:sp>
      <p:sp>
        <p:nvSpPr>
          <p:cNvPr id="46" name="anim:4:float:3"/>
          <p:cNvSpPr/>
          <p:nvPr/>
        </p:nvSpPr>
        <p:spPr>
          <a:xfrm>
            <a:off x="9052560" y="4800600"/>
            <a:ext cx="2560320" cy="1325880"/>
          </a:xfrm>
          <a:prstGeom prst="roundRect">
            <a:avLst>
              <a:gd name="adj" fmla="val 8276"/>
            </a:avLst>
          </a:prstGeom>
          <a:solidFill>
            <a:srgbClr val="FFFFFF"/>
          </a:solidFill>
          <a:ln w="28575">
            <a:solidFill>
              <a:srgbClr val="000000"/>
            </a:solidFill>
            <a:prstDash val="solid"/>
          </a:ln>
          <a:effectLst>
            <a:outerShdw sx="100000" sy="100000" kx="0" ky="0" algn="bl" rotWithShape="0" blurRad="101600" dist="50800" dir="2700000">
              <a:srgbClr val="000000">
                <a:alpha val="100000"/>
              </a:srgbClr>
            </a:outerShdw>
          </a:effectLst>
        </p:spPr>
      </p:sp>
      <p:sp>
        <p:nvSpPr>
          <p:cNvPr id="47" name="anim:4:float:3"/>
          <p:cNvSpPr/>
          <p:nvPr/>
        </p:nvSpPr>
        <p:spPr>
          <a:xfrm>
            <a:off x="9235440" y="4965192"/>
            <a:ext cx="457200" cy="457200"/>
          </a:xfrm>
          <a:prstGeom prst="ellipse">
            <a:avLst/>
          </a:prstGeom>
          <a:solidFill>
            <a:srgbClr val="FFE600"/>
          </a:solidFill>
          <a:ln w="25400">
            <a:solidFill>
              <a:srgbClr val="000000"/>
            </a:solidFill>
            <a:prstDash val="solid"/>
          </a:ln>
        </p:spPr>
      </p:sp>
      <p:pic>
        <p:nvPicPr>
          <p:cNvPr id="48" name="anim:4:float:3" descr="preencoded.png">    </p:cNvPr>
          <p:cNvPicPr>
            <a:picLocks noChangeAspect="1"/>
          </p:cNvPicPr>
          <p:nvPr/>
        </p:nvPicPr>
        <p:blipFill>
          <a:blip r:embed="rId4"/>
          <a:stretch>
            <a:fillRect/>
          </a:stretch>
        </p:blipFill>
        <p:spPr>
          <a:xfrm>
            <a:off x="9354312" y="5084064"/>
            <a:ext cx="219456" cy="219456"/>
          </a:xfrm>
          <a:prstGeom prst="rect">
            <a:avLst/>
          </a:prstGeom>
        </p:spPr>
      </p:pic>
      <p:sp>
        <p:nvSpPr>
          <p:cNvPr id="49" name="anim:4:float:3"/>
          <p:cNvSpPr txBox="1"/>
          <p:nvPr/>
        </p:nvSpPr>
        <p:spPr>
          <a:xfrm>
            <a:off x="9829800" y="4965192"/>
            <a:ext cx="1691640" cy="457200"/>
          </a:xfrm>
          <a:prstGeom prst="rect">
            <a:avLst/>
          </a:prstGeom>
          <a:noFill/>
          <a:ln/>
        </p:spPr>
        <p:txBody>
          <a:bodyPr wrap="square" lIns="0" tIns="0" rIns="0" bIns="0" rtlCol="0" anchor="ctr"/>
          <a:lstStyle/>
          <a:p>
            <a:pPr indent="0" marL="0">
              <a:buNone/>
            </a:pPr>
            <a:r>
              <a:rPr lang="en-US" sz="1200" b="1" dirty="0">
                <a:solidFill>
                  <a:srgbClr val="000000"/>
                </a:solidFill>
                <a:latin typeface="Arial" pitchFamily="34" charset="0"/>
                <a:ea typeface="Arial" pitchFamily="34" charset="-122"/>
                <a:cs typeface="Arial" pitchFamily="34" charset="-120"/>
              </a:rPr>
              <a:t>DESIGN / VERSIONING</a:t>
            </a:r>
            <a:endParaRPr lang="en-US" sz="1200" dirty="0"/>
          </a:p>
        </p:txBody>
      </p:sp>
      <p:sp>
        <p:nvSpPr>
          <p:cNvPr id="50" name="anim:4:float:3"/>
          <p:cNvSpPr txBox="1"/>
          <p:nvPr/>
        </p:nvSpPr>
        <p:spPr>
          <a:xfrm>
            <a:off x="9235440" y="5532120"/>
            <a:ext cx="2286000" cy="502920"/>
          </a:xfrm>
          <a:prstGeom prst="rect">
            <a:avLst/>
          </a:prstGeom>
          <a:noFill/>
          <a:ln/>
        </p:spPr>
        <p:txBody>
          <a:bodyPr wrap="square" lIns="0" tIns="0" rIns="0" bIns="0" rtlCol="0" anchor="t"/>
          <a:lstStyle/>
          <a:p>
            <a:pPr indent="0" marL="0">
              <a:buNone/>
            </a:pPr>
            <a:r>
              <a:rPr lang="en-US" sz="1100" dirty="0">
                <a:solidFill>
                  <a:srgbClr val="333333"/>
                </a:solidFill>
                <a:latin typeface="Arial" pitchFamily="34" charset="0"/>
                <a:ea typeface="Arial" pitchFamily="34" charset="-122"/>
                <a:cs typeface="Arial" pitchFamily="34" charset="-120"/>
              </a:rPr>
              <a:t>Figma, VS Code, GitHub</a:t>
            </a:r>
            <a:endParaRPr lang="en-US" sz="1100" dirty="0"/>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420" fill="hold"/>
                                        <p:tgtEl>
                                          <p:spTgt spid="2"/>
                                        </p:tgtEl>
                                        <p:attrNameLst>
                                          <p:attrName>ppt_w</p:attrName>
                                        </p:attrNameLst>
                                      </p:cBhvr>
                                      <p:tavLst>
                                        <p:tav tm="0">
                                          <p:val>
                                            <p:fltVal val="0"/>
                                          </p:val>
                                        </p:tav>
                                        <p:tav tm="100000">
                                          <p:val>
                                            <p:strVal val="#ppt_w"/>
                                          </p:val>
                                        </p:tav>
                                      </p:tavLst>
                                    </p:anim>
                                    <p:anim calcmode="lin" valueType="num">
                                      <p:cBhvr additive="base">
                                        <p:cTn id="8" dur="420" fill="hold"/>
                                        <p:tgtEl>
                                          <p:spTgt spid="2"/>
                                        </p:tgtEl>
                                        <p:attrNameLst>
                                          <p:attrName>ppt_h</p:attrName>
                                        </p:attrNameLst>
                                      </p:cBhvr>
                                      <p:tavLst>
                                        <p:tav tm="0">
                                          <p:val>
                                            <p:fltVal val="0"/>
                                          </p:val>
                                        </p:tav>
                                        <p:tav tm="100000">
                                          <p:val>
                                            <p:strVal val="#ppt_h"/>
                                          </p:val>
                                        </p:tav>
                                      </p:tavLst>
                                    </p:anim>
                                    <p:animEffect transition="in" filter="fade">
                                      <p:cBhvr>
                                        <p:cTn id="9" dur="420"/>
                                        <p:tgtEl>
                                          <p:spTgt spid="2"/>
                                        </p:tgtEl>
                                      </p:cBhvr>
                                    </p:animEffect>
                                  </p:childTnLst>
                                </p:cTn>
                              </p:par>
                              <p:par>
                                <p:cTn id="10" presetID="22" presetClass="entr" presetSubtype="8" fill="hold" nodeType="withEffect">
                                  <p:stCondLst>
                                    <p:cond delay="27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450"/>
                                        <p:tgtEl>
                                          <p:spTgt spid="5"/>
                                        </p:tgtEl>
                                      </p:cBhvr>
                                    </p:animEffect>
                                  </p:childTnLst>
                                </p:cTn>
                              </p:par>
                              <p:par>
                                <p:cTn id="13" presetID="53" presetClass="entr" presetSubtype="16" fill="hold" nodeType="withEffect">
                                  <p:stCondLst>
                                    <p:cond delay="57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420" fill="hold"/>
                                        <p:tgtEl>
                                          <p:spTgt spid="6"/>
                                        </p:tgtEl>
                                        <p:attrNameLst>
                                          <p:attrName>ppt_w</p:attrName>
                                        </p:attrNameLst>
                                      </p:cBhvr>
                                      <p:tavLst>
                                        <p:tav tm="0">
                                          <p:val>
                                            <p:fltVal val="0"/>
                                          </p:val>
                                        </p:tav>
                                        <p:tav tm="100000">
                                          <p:val>
                                            <p:strVal val="#ppt_w"/>
                                          </p:val>
                                        </p:tav>
                                      </p:tavLst>
                                    </p:anim>
                                    <p:anim calcmode="lin" valueType="num">
                                      <p:cBhvr additive="base">
                                        <p:cTn id="16" dur="420" fill="hold"/>
                                        <p:tgtEl>
                                          <p:spTgt spid="6"/>
                                        </p:tgtEl>
                                        <p:attrNameLst>
                                          <p:attrName>ppt_h</p:attrName>
                                        </p:attrNameLst>
                                      </p:cBhvr>
                                      <p:tavLst>
                                        <p:tav tm="0">
                                          <p:val>
                                            <p:fltVal val="0"/>
                                          </p:val>
                                        </p:tav>
                                        <p:tav tm="100000">
                                          <p:val>
                                            <p:strVal val="#ppt_h"/>
                                          </p:val>
                                        </p:tav>
                                      </p:tavLst>
                                    </p:anim>
                                    <p:animEffect transition="in" filter="fade">
                                      <p:cBhvr>
                                        <p:cTn id="17" dur="420"/>
                                        <p:tgtEl>
                                          <p:spTgt spid="6"/>
                                        </p:tgtEl>
                                      </p:cBhvr>
                                    </p:animEffect>
                                  </p:childTnLst>
                                </p:cTn>
                              </p:par>
                              <p:par>
                                <p:cTn id="18" presetID="53" presetClass="entr" presetSubtype="16" fill="hold" nodeType="withEffect">
                                  <p:stCondLst>
                                    <p:cond delay="570"/>
                                  </p:stCondLst>
                                  <p:childTnLst>
                                    <p:set>
                                      <p:cBhvr>
                                        <p:cTn id="19" dur="1" fill="hold">
                                          <p:stCondLst>
                                            <p:cond delay="0"/>
                                          </p:stCondLst>
                                        </p:cTn>
                                        <p:tgtEl>
                                          <p:spTgt spid="7"/>
                                        </p:tgtEl>
                                        <p:attrNameLst>
                                          <p:attrName>style.visibility</p:attrName>
                                        </p:attrNameLst>
                                      </p:cBhvr>
                                      <p:to>
                                        <p:strVal val="visible"/>
                                      </p:to>
                                    </p:set>
                                    <p:anim calcmode="lin" valueType="num">
                                      <p:cBhvr additive="base">
                                        <p:cTn id="20" dur="420" fill="hold"/>
                                        <p:tgtEl>
                                          <p:spTgt spid="7"/>
                                        </p:tgtEl>
                                        <p:attrNameLst>
                                          <p:attrName>ppt_w</p:attrName>
                                        </p:attrNameLst>
                                      </p:cBhvr>
                                      <p:tavLst>
                                        <p:tav tm="0">
                                          <p:val>
                                            <p:fltVal val="0"/>
                                          </p:val>
                                        </p:tav>
                                        <p:tav tm="100000">
                                          <p:val>
                                            <p:strVal val="#ppt_w"/>
                                          </p:val>
                                        </p:tav>
                                      </p:tavLst>
                                    </p:anim>
                                    <p:anim calcmode="lin" valueType="num">
                                      <p:cBhvr additive="base">
                                        <p:cTn id="21" dur="420" fill="hold"/>
                                        <p:tgtEl>
                                          <p:spTgt spid="7"/>
                                        </p:tgtEl>
                                        <p:attrNameLst>
                                          <p:attrName>ppt_h</p:attrName>
                                        </p:attrNameLst>
                                      </p:cBhvr>
                                      <p:tavLst>
                                        <p:tav tm="0">
                                          <p:val>
                                            <p:fltVal val="0"/>
                                          </p:val>
                                        </p:tav>
                                        <p:tav tm="100000">
                                          <p:val>
                                            <p:strVal val="#ppt_h"/>
                                          </p:val>
                                        </p:tav>
                                      </p:tavLst>
                                    </p:anim>
                                    <p:animEffect transition="in" filter="fade">
                                      <p:cBhvr>
                                        <p:cTn id="22" dur="420"/>
                                        <p:tgtEl>
                                          <p:spTgt spid="7"/>
                                        </p:tgtEl>
                                      </p:cBhvr>
                                    </p:animEffect>
                                  </p:childTnLst>
                                </p:cTn>
                              </p:par>
                              <p:par>
                                <p:cTn id="23" presetID="53" presetClass="entr" presetSubtype="16" fill="hold" nodeType="withEffect">
                                  <p:stCondLst>
                                    <p:cond delay="57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420" fill="hold"/>
                                        <p:tgtEl>
                                          <p:spTgt spid="8"/>
                                        </p:tgtEl>
                                        <p:attrNameLst>
                                          <p:attrName>ppt_w</p:attrName>
                                        </p:attrNameLst>
                                      </p:cBhvr>
                                      <p:tavLst>
                                        <p:tav tm="0">
                                          <p:val>
                                            <p:fltVal val="0"/>
                                          </p:val>
                                        </p:tav>
                                        <p:tav tm="100000">
                                          <p:val>
                                            <p:strVal val="#ppt_w"/>
                                          </p:val>
                                        </p:tav>
                                      </p:tavLst>
                                    </p:anim>
                                    <p:anim calcmode="lin" valueType="num">
                                      <p:cBhvr additive="base">
                                        <p:cTn id="26" dur="420" fill="hold"/>
                                        <p:tgtEl>
                                          <p:spTgt spid="8"/>
                                        </p:tgtEl>
                                        <p:attrNameLst>
                                          <p:attrName>ppt_h</p:attrName>
                                        </p:attrNameLst>
                                      </p:cBhvr>
                                      <p:tavLst>
                                        <p:tav tm="0">
                                          <p:val>
                                            <p:fltVal val="0"/>
                                          </p:val>
                                        </p:tav>
                                        <p:tav tm="100000">
                                          <p:val>
                                            <p:strVal val="#ppt_h"/>
                                          </p:val>
                                        </p:tav>
                                      </p:tavLst>
                                    </p:anim>
                                    <p:animEffect transition="in" filter="fade">
                                      <p:cBhvr>
                                        <p:cTn id="27" dur="420"/>
                                        <p:tgtEl>
                                          <p:spTgt spid="8"/>
                                        </p:tgtEl>
                                      </p:cBhvr>
                                    </p:animEffect>
                                  </p:childTnLst>
                                </p:cTn>
                              </p:par>
                              <p:par>
                                <p:cTn id="28" presetID="53" presetClass="entr" presetSubtype="16" fill="hold" nodeType="withEffect">
                                  <p:stCondLst>
                                    <p:cond delay="690"/>
                                  </p:stCondLst>
                                  <p:childTnLst>
                                    <p:set>
                                      <p:cBhvr>
                                        <p:cTn id="29" dur="1" fill="hold">
                                          <p:stCondLst>
                                            <p:cond delay="0"/>
                                          </p:stCondLst>
                                        </p:cTn>
                                        <p:tgtEl>
                                          <p:spTgt spid="9"/>
                                        </p:tgtEl>
                                        <p:attrNameLst>
                                          <p:attrName>style.visibility</p:attrName>
                                        </p:attrNameLst>
                                      </p:cBhvr>
                                      <p:to>
                                        <p:strVal val="visible"/>
                                      </p:to>
                                    </p:set>
                                    <p:anim calcmode="lin" valueType="num">
                                      <p:cBhvr additive="base">
                                        <p:cTn id="30" dur="420" fill="hold"/>
                                        <p:tgtEl>
                                          <p:spTgt spid="9"/>
                                        </p:tgtEl>
                                        <p:attrNameLst>
                                          <p:attrName>ppt_w</p:attrName>
                                        </p:attrNameLst>
                                      </p:cBhvr>
                                      <p:tavLst>
                                        <p:tav tm="0">
                                          <p:val>
                                            <p:fltVal val="0"/>
                                          </p:val>
                                        </p:tav>
                                        <p:tav tm="100000">
                                          <p:val>
                                            <p:strVal val="#ppt_w"/>
                                          </p:val>
                                        </p:tav>
                                      </p:tavLst>
                                    </p:anim>
                                    <p:anim calcmode="lin" valueType="num">
                                      <p:cBhvr additive="base">
                                        <p:cTn id="31" dur="420" fill="hold"/>
                                        <p:tgtEl>
                                          <p:spTgt spid="9"/>
                                        </p:tgtEl>
                                        <p:attrNameLst>
                                          <p:attrName>ppt_h</p:attrName>
                                        </p:attrNameLst>
                                      </p:cBhvr>
                                      <p:tavLst>
                                        <p:tav tm="0">
                                          <p:val>
                                            <p:fltVal val="0"/>
                                          </p:val>
                                        </p:tav>
                                        <p:tav tm="100000">
                                          <p:val>
                                            <p:strVal val="#ppt_h"/>
                                          </p:val>
                                        </p:tav>
                                      </p:tavLst>
                                    </p:anim>
                                    <p:animEffect transition="in" filter="fade">
                                      <p:cBhvr>
                                        <p:cTn id="32" dur="420"/>
                                        <p:tgtEl>
                                          <p:spTgt spid="9"/>
                                        </p:tgtEl>
                                      </p:cBhvr>
                                    </p:animEffect>
                                  </p:childTnLst>
                                </p:cTn>
                              </p:par>
                              <p:par>
                                <p:cTn id="33" presetID="53" presetClass="entr" presetSubtype="16" fill="hold" nodeType="withEffect">
                                  <p:stCondLst>
                                    <p:cond delay="690"/>
                                  </p:stCondLst>
                                  <p:childTnLst>
                                    <p:set>
                                      <p:cBhvr>
                                        <p:cTn id="34" dur="1" fill="hold">
                                          <p:stCondLst>
                                            <p:cond delay="0"/>
                                          </p:stCondLst>
                                        </p:cTn>
                                        <p:tgtEl>
                                          <p:spTgt spid="10"/>
                                        </p:tgtEl>
                                        <p:attrNameLst>
                                          <p:attrName>style.visibility</p:attrName>
                                        </p:attrNameLst>
                                      </p:cBhvr>
                                      <p:to>
                                        <p:strVal val="visible"/>
                                      </p:to>
                                    </p:set>
                                    <p:anim calcmode="lin" valueType="num">
                                      <p:cBhvr additive="base">
                                        <p:cTn id="35" dur="420" fill="hold"/>
                                        <p:tgtEl>
                                          <p:spTgt spid="10"/>
                                        </p:tgtEl>
                                        <p:attrNameLst>
                                          <p:attrName>ppt_w</p:attrName>
                                        </p:attrNameLst>
                                      </p:cBhvr>
                                      <p:tavLst>
                                        <p:tav tm="0">
                                          <p:val>
                                            <p:fltVal val="0"/>
                                          </p:val>
                                        </p:tav>
                                        <p:tav tm="100000">
                                          <p:val>
                                            <p:strVal val="#ppt_w"/>
                                          </p:val>
                                        </p:tav>
                                      </p:tavLst>
                                    </p:anim>
                                    <p:anim calcmode="lin" valueType="num">
                                      <p:cBhvr additive="base">
                                        <p:cTn id="36" dur="420" fill="hold"/>
                                        <p:tgtEl>
                                          <p:spTgt spid="10"/>
                                        </p:tgtEl>
                                        <p:attrNameLst>
                                          <p:attrName>ppt_h</p:attrName>
                                        </p:attrNameLst>
                                      </p:cBhvr>
                                      <p:tavLst>
                                        <p:tav tm="0">
                                          <p:val>
                                            <p:fltVal val="0"/>
                                          </p:val>
                                        </p:tav>
                                        <p:tav tm="100000">
                                          <p:val>
                                            <p:strVal val="#ppt_h"/>
                                          </p:val>
                                        </p:tav>
                                      </p:tavLst>
                                    </p:anim>
                                    <p:animEffect transition="in" filter="fade">
                                      <p:cBhvr>
                                        <p:cTn id="37" dur="420"/>
                                        <p:tgtEl>
                                          <p:spTgt spid="10"/>
                                        </p:tgtEl>
                                      </p:cBhvr>
                                    </p:animEffect>
                                  </p:childTnLst>
                                </p:cTn>
                              </p:par>
                              <p:par>
                                <p:cTn id="38" presetID="53" presetClass="entr" presetSubtype="16" fill="hold" nodeType="withEffect">
                                  <p:stCondLst>
                                    <p:cond delay="690"/>
                                  </p:stCondLst>
                                  <p:childTnLst>
                                    <p:set>
                                      <p:cBhvr>
                                        <p:cTn id="39" dur="1" fill="hold">
                                          <p:stCondLst>
                                            <p:cond delay="0"/>
                                          </p:stCondLst>
                                        </p:cTn>
                                        <p:tgtEl>
                                          <p:spTgt spid="11"/>
                                        </p:tgtEl>
                                        <p:attrNameLst>
                                          <p:attrName>style.visibility</p:attrName>
                                        </p:attrNameLst>
                                      </p:cBhvr>
                                      <p:to>
                                        <p:strVal val="visible"/>
                                      </p:to>
                                    </p:set>
                                    <p:anim calcmode="lin" valueType="num">
                                      <p:cBhvr additive="base">
                                        <p:cTn id="40" dur="420" fill="hold"/>
                                        <p:tgtEl>
                                          <p:spTgt spid="11"/>
                                        </p:tgtEl>
                                        <p:attrNameLst>
                                          <p:attrName>ppt_w</p:attrName>
                                        </p:attrNameLst>
                                      </p:cBhvr>
                                      <p:tavLst>
                                        <p:tav tm="0">
                                          <p:val>
                                            <p:fltVal val="0"/>
                                          </p:val>
                                        </p:tav>
                                        <p:tav tm="100000">
                                          <p:val>
                                            <p:strVal val="#ppt_w"/>
                                          </p:val>
                                        </p:tav>
                                      </p:tavLst>
                                    </p:anim>
                                    <p:anim calcmode="lin" valueType="num">
                                      <p:cBhvr additive="base">
                                        <p:cTn id="41" dur="420" fill="hold"/>
                                        <p:tgtEl>
                                          <p:spTgt spid="11"/>
                                        </p:tgtEl>
                                        <p:attrNameLst>
                                          <p:attrName>ppt_h</p:attrName>
                                        </p:attrNameLst>
                                      </p:cBhvr>
                                      <p:tavLst>
                                        <p:tav tm="0">
                                          <p:val>
                                            <p:fltVal val="0"/>
                                          </p:val>
                                        </p:tav>
                                        <p:tav tm="100000">
                                          <p:val>
                                            <p:strVal val="#ppt_h"/>
                                          </p:val>
                                        </p:tav>
                                      </p:tavLst>
                                    </p:anim>
                                    <p:animEffect transition="in" filter="fade">
                                      <p:cBhvr>
                                        <p:cTn id="42" dur="420"/>
                                        <p:tgtEl>
                                          <p:spTgt spid="11"/>
                                        </p:tgtEl>
                                      </p:cBhvr>
                                    </p:animEffect>
                                  </p:childTnLst>
                                </p:cTn>
                              </p:par>
                              <p:par>
                                <p:cTn id="43" presetID="53" presetClass="entr" presetSubtype="16" fill="hold" nodeType="withEffect">
                                  <p:stCondLst>
                                    <p:cond delay="810"/>
                                  </p:stCondLst>
                                  <p:childTnLst>
                                    <p:set>
                                      <p:cBhvr>
                                        <p:cTn id="44" dur="1" fill="hold">
                                          <p:stCondLst>
                                            <p:cond delay="0"/>
                                          </p:stCondLst>
                                        </p:cTn>
                                        <p:tgtEl>
                                          <p:spTgt spid="12"/>
                                        </p:tgtEl>
                                        <p:attrNameLst>
                                          <p:attrName>style.visibility</p:attrName>
                                        </p:attrNameLst>
                                      </p:cBhvr>
                                      <p:to>
                                        <p:strVal val="visible"/>
                                      </p:to>
                                    </p:set>
                                    <p:anim calcmode="lin" valueType="num">
                                      <p:cBhvr additive="base">
                                        <p:cTn id="45" dur="420" fill="hold"/>
                                        <p:tgtEl>
                                          <p:spTgt spid="12"/>
                                        </p:tgtEl>
                                        <p:attrNameLst>
                                          <p:attrName>ppt_w</p:attrName>
                                        </p:attrNameLst>
                                      </p:cBhvr>
                                      <p:tavLst>
                                        <p:tav tm="0">
                                          <p:val>
                                            <p:fltVal val="0"/>
                                          </p:val>
                                        </p:tav>
                                        <p:tav tm="100000">
                                          <p:val>
                                            <p:strVal val="#ppt_w"/>
                                          </p:val>
                                        </p:tav>
                                      </p:tavLst>
                                    </p:anim>
                                    <p:anim calcmode="lin" valueType="num">
                                      <p:cBhvr additive="base">
                                        <p:cTn id="46" dur="420" fill="hold"/>
                                        <p:tgtEl>
                                          <p:spTgt spid="12"/>
                                        </p:tgtEl>
                                        <p:attrNameLst>
                                          <p:attrName>ppt_h</p:attrName>
                                        </p:attrNameLst>
                                      </p:cBhvr>
                                      <p:tavLst>
                                        <p:tav tm="0">
                                          <p:val>
                                            <p:fltVal val="0"/>
                                          </p:val>
                                        </p:tav>
                                        <p:tav tm="100000">
                                          <p:val>
                                            <p:strVal val="#ppt_h"/>
                                          </p:val>
                                        </p:tav>
                                      </p:tavLst>
                                    </p:anim>
                                    <p:animEffect transition="in" filter="fade">
                                      <p:cBhvr>
                                        <p:cTn id="47" dur="420"/>
                                        <p:tgtEl>
                                          <p:spTgt spid="12"/>
                                        </p:tgtEl>
                                      </p:cBhvr>
                                    </p:animEffect>
                                  </p:childTnLst>
                                </p:cTn>
                              </p:par>
                              <p:par>
                                <p:cTn id="48" presetID="53" presetClass="entr" presetSubtype="16" fill="hold" nodeType="withEffect">
                                  <p:stCondLst>
                                    <p:cond delay="810"/>
                                  </p:stCondLst>
                                  <p:childTnLst>
                                    <p:set>
                                      <p:cBhvr>
                                        <p:cTn id="49" dur="1" fill="hold">
                                          <p:stCondLst>
                                            <p:cond delay="0"/>
                                          </p:stCondLst>
                                        </p:cTn>
                                        <p:tgtEl>
                                          <p:spTgt spid="13"/>
                                        </p:tgtEl>
                                        <p:attrNameLst>
                                          <p:attrName>style.visibility</p:attrName>
                                        </p:attrNameLst>
                                      </p:cBhvr>
                                      <p:to>
                                        <p:strVal val="visible"/>
                                      </p:to>
                                    </p:set>
                                    <p:anim calcmode="lin" valueType="num">
                                      <p:cBhvr additive="base">
                                        <p:cTn id="50" dur="420" fill="hold"/>
                                        <p:tgtEl>
                                          <p:spTgt spid="13"/>
                                        </p:tgtEl>
                                        <p:attrNameLst>
                                          <p:attrName>ppt_w</p:attrName>
                                        </p:attrNameLst>
                                      </p:cBhvr>
                                      <p:tavLst>
                                        <p:tav tm="0">
                                          <p:val>
                                            <p:fltVal val="0"/>
                                          </p:val>
                                        </p:tav>
                                        <p:tav tm="100000">
                                          <p:val>
                                            <p:strVal val="#ppt_w"/>
                                          </p:val>
                                        </p:tav>
                                      </p:tavLst>
                                    </p:anim>
                                    <p:anim calcmode="lin" valueType="num">
                                      <p:cBhvr additive="base">
                                        <p:cTn id="51" dur="420" fill="hold"/>
                                        <p:tgtEl>
                                          <p:spTgt spid="13"/>
                                        </p:tgtEl>
                                        <p:attrNameLst>
                                          <p:attrName>ppt_h</p:attrName>
                                        </p:attrNameLst>
                                      </p:cBhvr>
                                      <p:tavLst>
                                        <p:tav tm="0">
                                          <p:val>
                                            <p:fltVal val="0"/>
                                          </p:val>
                                        </p:tav>
                                        <p:tav tm="100000">
                                          <p:val>
                                            <p:strVal val="#ppt_h"/>
                                          </p:val>
                                        </p:tav>
                                      </p:tavLst>
                                    </p:anim>
                                    <p:animEffect transition="in" filter="fade">
                                      <p:cBhvr>
                                        <p:cTn id="52" dur="420"/>
                                        <p:tgtEl>
                                          <p:spTgt spid="13"/>
                                        </p:tgtEl>
                                      </p:cBhvr>
                                    </p:animEffect>
                                  </p:childTnLst>
                                </p:cTn>
                              </p:par>
                              <p:par>
                                <p:cTn id="53" presetID="53" presetClass="entr" presetSubtype="16" fill="hold" nodeType="withEffect">
                                  <p:stCondLst>
                                    <p:cond delay="810"/>
                                  </p:stCondLst>
                                  <p:childTnLst>
                                    <p:set>
                                      <p:cBhvr>
                                        <p:cTn id="54" dur="1" fill="hold">
                                          <p:stCondLst>
                                            <p:cond delay="0"/>
                                          </p:stCondLst>
                                        </p:cTn>
                                        <p:tgtEl>
                                          <p:spTgt spid="14"/>
                                        </p:tgtEl>
                                        <p:attrNameLst>
                                          <p:attrName>style.visibility</p:attrName>
                                        </p:attrNameLst>
                                      </p:cBhvr>
                                      <p:to>
                                        <p:strVal val="visible"/>
                                      </p:to>
                                    </p:set>
                                    <p:anim calcmode="lin" valueType="num">
                                      <p:cBhvr additive="base">
                                        <p:cTn id="55" dur="420" fill="hold"/>
                                        <p:tgtEl>
                                          <p:spTgt spid="14"/>
                                        </p:tgtEl>
                                        <p:attrNameLst>
                                          <p:attrName>ppt_w</p:attrName>
                                        </p:attrNameLst>
                                      </p:cBhvr>
                                      <p:tavLst>
                                        <p:tav tm="0">
                                          <p:val>
                                            <p:fltVal val="0"/>
                                          </p:val>
                                        </p:tav>
                                        <p:tav tm="100000">
                                          <p:val>
                                            <p:strVal val="#ppt_w"/>
                                          </p:val>
                                        </p:tav>
                                      </p:tavLst>
                                    </p:anim>
                                    <p:anim calcmode="lin" valueType="num">
                                      <p:cBhvr additive="base">
                                        <p:cTn id="56" dur="420" fill="hold"/>
                                        <p:tgtEl>
                                          <p:spTgt spid="14"/>
                                        </p:tgtEl>
                                        <p:attrNameLst>
                                          <p:attrName>ppt_h</p:attrName>
                                        </p:attrNameLst>
                                      </p:cBhvr>
                                      <p:tavLst>
                                        <p:tav tm="0">
                                          <p:val>
                                            <p:fltVal val="0"/>
                                          </p:val>
                                        </p:tav>
                                        <p:tav tm="100000">
                                          <p:val>
                                            <p:strVal val="#ppt_h"/>
                                          </p:val>
                                        </p:tav>
                                      </p:tavLst>
                                    </p:anim>
                                    <p:animEffect transition="in" filter="fade">
                                      <p:cBhvr>
                                        <p:cTn id="57" dur="420"/>
                                        <p:tgtEl>
                                          <p:spTgt spid="14"/>
                                        </p:tgtEl>
                                      </p:cBhvr>
                                    </p:animEffect>
                                  </p:childTnLst>
                                </p:cTn>
                              </p:par>
                              <p:par>
                                <p:cTn id="58" presetID="53" presetClass="entr" presetSubtype="16" fill="hold" nodeType="withEffect">
                                  <p:stCondLst>
                                    <p:cond delay="930"/>
                                  </p:stCondLst>
                                  <p:childTnLst>
                                    <p:set>
                                      <p:cBhvr>
                                        <p:cTn id="59" dur="1" fill="hold">
                                          <p:stCondLst>
                                            <p:cond delay="0"/>
                                          </p:stCondLst>
                                        </p:cTn>
                                        <p:tgtEl>
                                          <p:spTgt spid="15"/>
                                        </p:tgtEl>
                                        <p:attrNameLst>
                                          <p:attrName>style.visibility</p:attrName>
                                        </p:attrNameLst>
                                      </p:cBhvr>
                                      <p:to>
                                        <p:strVal val="visible"/>
                                      </p:to>
                                    </p:set>
                                    <p:anim calcmode="lin" valueType="num">
                                      <p:cBhvr additive="base">
                                        <p:cTn id="60" dur="420" fill="hold"/>
                                        <p:tgtEl>
                                          <p:spTgt spid="15"/>
                                        </p:tgtEl>
                                        <p:attrNameLst>
                                          <p:attrName>ppt_w</p:attrName>
                                        </p:attrNameLst>
                                      </p:cBhvr>
                                      <p:tavLst>
                                        <p:tav tm="0">
                                          <p:val>
                                            <p:fltVal val="0"/>
                                          </p:val>
                                        </p:tav>
                                        <p:tav tm="100000">
                                          <p:val>
                                            <p:strVal val="#ppt_w"/>
                                          </p:val>
                                        </p:tav>
                                      </p:tavLst>
                                    </p:anim>
                                    <p:anim calcmode="lin" valueType="num">
                                      <p:cBhvr additive="base">
                                        <p:cTn id="61" dur="420" fill="hold"/>
                                        <p:tgtEl>
                                          <p:spTgt spid="15"/>
                                        </p:tgtEl>
                                        <p:attrNameLst>
                                          <p:attrName>ppt_h</p:attrName>
                                        </p:attrNameLst>
                                      </p:cBhvr>
                                      <p:tavLst>
                                        <p:tav tm="0">
                                          <p:val>
                                            <p:fltVal val="0"/>
                                          </p:val>
                                        </p:tav>
                                        <p:tav tm="100000">
                                          <p:val>
                                            <p:strVal val="#ppt_h"/>
                                          </p:val>
                                        </p:tav>
                                      </p:tavLst>
                                    </p:anim>
                                    <p:animEffect transition="in" filter="fade">
                                      <p:cBhvr>
                                        <p:cTn id="62" dur="420"/>
                                        <p:tgtEl>
                                          <p:spTgt spid="15"/>
                                        </p:tgtEl>
                                      </p:cBhvr>
                                    </p:animEffect>
                                  </p:childTnLst>
                                </p:cTn>
                              </p:par>
                              <p:par>
                                <p:cTn id="63" presetID="53" presetClass="entr" presetSubtype="16" fill="hold" nodeType="withEffect">
                                  <p:stCondLst>
                                    <p:cond delay="930"/>
                                  </p:stCondLst>
                                  <p:childTnLst>
                                    <p:set>
                                      <p:cBhvr>
                                        <p:cTn id="64" dur="1" fill="hold">
                                          <p:stCondLst>
                                            <p:cond delay="0"/>
                                          </p:stCondLst>
                                        </p:cTn>
                                        <p:tgtEl>
                                          <p:spTgt spid="16"/>
                                        </p:tgtEl>
                                        <p:attrNameLst>
                                          <p:attrName>style.visibility</p:attrName>
                                        </p:attrNameLst>
                                      </p:cBhvr>
                                      <p:to>
                                        <p:strVal val="visible"/>
                                      </p:to>
                                    </p:set>
                                    <p:anim calcmode="lin" valueType="num">
                                      <p:cBhvr additive="base">
                                        <p:cTn id="65" dur="420" fill="hold"/>
                                        <p:tgtEl>
                                          <p:spTgt spid="16"/>
                                        </p:tgtEl>
                                        <p:attrNameLst>
                                          <p:attrName>ppt_w</p:attrName>
                                        </p:attrNameLst>
                                      </p:cBhvr>
                                      <p:tavLst>
                                        <p:tav tm="0">
                                          <p:val>
                                            <p:fltVal val="0"/>
                                          </p:val>
                                        </p:tav>
                                        <p:tav tm="100000">
                                          <p:val>
                                            <p:strVal val="#ppt_w"/>
                                          </p:val>
                                        </p:tav>
                                      </p:tavLst>
                                    </p:anim>
                                    <p:anim calcmode="lin" valueType="num">
                                      <p:cBhvr additive="base">
                                        <p:cTn id="66" dur="420" fill="hold"/>
                                        <p:tgtEl>
                                          <p:spTgt spid="16"/>
                                        </p:tgtEl>
                                        <p:attrNameLst>
                                          <p:attrName>ppt_h</p:attrName>
                                        </p:attrNameLst>
                                      </p:cBhvr>
                                      <p:tavLst>
                                        <p:tav tm="0">
                                          <p:val>
                                            <p:fltVal val="0"/>
                                          </p:val>
                                        </p:tav>
                                        <p:tav tm="100000">
                                          <p:val>
                                            <p:strVal val="#ppt_h"/>
                                          </p:val>
                                        </p:tav>
                                      </p:tavLst>
                                    </p:anim>
                                    <p:animEffect transition="in" filter="fade">
                                      <p:cBhvr>
                                        <p:cTn id="67" dur="420"/>
                                        <p:tgtEl>
                                          <p:spTgt spid="16"/>
                                        </p:tgtEl>
                                      </p:cBhvr>
                                    </p:animEffect>
                                  </p:childTnLst>
                                </p:cTn>
                              </p:par>
                              <p:par>
                                <p:cTn id="68" presetID="53" presetClass="entr" presetSubtype="16" fill="hold" nodeType="withEffect">
                                  <p:stCondLst>
                                    <p:cond delay="930"/>
                                  </p:stCondLst>
                                  <p:childTnLst>
                                    <p:set>
                                      <p:cBhvr>
                                        <p:cTn id="69" dur="1" fill="hold">
                                          <p:stCondLst>
                                            <p:cond delay="0"/>
                                          </p:stCondLst>
                                        </p:cTn>
                                        <p:tgtEl>
                                          <p:spTgt spid="17"/>
                                        </p:tgtEl>
                                        <p:attrNameLst>
                                          <p:attrName>style.visibility</p:attrName>
                                        </p:attrNameLst>
                                      </p:cBhvr>
                                      <p:to>
                                        <p:strVal val="visible"/>
                                      </p:to>
                                    </p:set>
                                    <p:anim calcmode="lin" valueType="num">
                                      <p:cBhvr additive="base">
                                        <p:cTn id="70" dur="420" fill="hold"/>
                                        <p:tgtEl>
                                          <p:spTgt spid="17"/>
                                        </p:tgtEl>
                                        <p:attrNameLst>
                                          <p:attrName>ppt_w</p:attrName>
                                        </p:attrNameLst>
                                      </p:cBhvr>
                                      <p:tavLst>
                                        <p:tav tm="0">
                                          <p:val>
                                            <p:fltVal val="0"/>
                                          </p:val>
                                        </p:tav>
                                        <p:tav tm="100000">
                                          <p:val>
                                            <p:strVal val="#ppt_w"/>
                                          </p:val>
                                        </p:tav>
                                      </p:tavLst>
                                    </p:anim>
                                    <p:anim calcmode="lin" valueType="num">
                                      <p:cBhvr additive="base">
                                        <p:cTn id="71" dur="420" fill="hold"/>
                                        <p:tgtEl>
                                          <p:spTgt spid="17"/>
                                        </p:tgtEl>
                                        <p:attrNameLst>
                                          <p:attrName>ppt_h</p:attrName>
                                        </p:attrNameLst>
                                      </p:cBhvr>
                                      <p:tavLst>
                                        <p:tav tm="0">
                                          <p:val>
                                            <p:fltVal val="0"/>
                                          </p:val>
                                        </p:tav>
                                        <p:tav tm="100000">
                                          <p:val>
                                            <p:strVal val="#ppt_h"/>
                                          </p:val>
                                        </p:tav>
                                      </p:tavLst>
                                    </p:anim>
                                    <p:animEffect transition="in" filter="fade">
                                      <p:cBhvr>
                                        <p:cTn id="72" dur="420"/>
                                        <p:tgtEl>
                                          <p:spTgt spid="17"/>
                                        </p:tgtEl>
                                      </p:cBhvr>
                                    </p:animEffect>
                                  </p:childTnLst>
                                </p:cTn>
                              </p:par>
                              <p:par>
                                <p:cTn id="73" presetID="53" presetClass="entr" presetSubtype="16" fill="hold" nodeType="withEffect">
                                  <p:stCondLst>
                                    <p:cond delay="1050"/>
                                  </p:stCondLst>
                                  <p:childTnLst>
                                    <p:set>
                                      <p:cBhvr>
                                        <p:cTn id="74" dur="1" fill="hold">
                                          <p:stCondLst>
                                            <p:cond delay="0"/>
                                          </p:stCondLst>
                                        </p:cTn>
                                        <p:tgtEl>
                                          <p:spTgt spid="18"/>
                                        </p:tgtEl>
                                        <p:attrNameLst>
                                          <p:attrName>style.visibility</p:attrName>
                                        </p:attrNameLst>
                                      </p:cBhvr>
                                      <p:to>
                                        <p:strVal val="visible"/>
                                      </p:to>
                                    </p:set>
                                    <p:anim calcmode="lin" valueType="num">
                                      <p:cBhvr additive="base">
                                        <p:cTn id="75" dur="420" fill="hold"/>
                                        <p:tgtEl>
                                          <p:spTgt spid="18"/>
                                        </p:tgtEl>
                                        <p:attrNameLst>
                                          <p:attrName>ppt_w</p:attrName>
                                        </p:attrNameLst>
                                      </p:cBhvr>
                                      <p:tavLst>
                                        <p:tav tm="0">
                                          <p:val>
                                            <p:fltVal val="0"/>
                                          </p:val>
                                        </p:tav>
                                        <p:tav tm="100000">
                                          <p:val>
                                            <p:strVal val="#ppt_w"/>
                                          </p:val>
                                        </p:tav>
                                      </p:tavLst>
                                    </p:anim>
                                    <p:anim calcmode="lin" valueType="num">
                                      <p:cBhvr additive="base">
                                        <p:cTn id="76" dur="420" fill="hold"/>
                                        <p:tgtEl>
                                          <p:spTgt spid="18"/>
                                        </p:tgtEl>
                                        <p:attrNameLst>
                                          <p:attrName>ppt_h</p:attrName>
                                        </p:attrNameLst>
                                      </p:cBhvr>
                                      <p:tavLst>
                                        <p:tav tm="0">
                                          <p:val>
                                            <p:fltVal val="0"/>
                                          </p:val>
                                        </p:tav>
                                        <p:tav tm="100000">
                                          <p:val>
                                            <p:strVal val="#ppt_h"/>
                                          </p:val>
                                        </p:tav>
                                      </p:tavLst>
                                    </p:anim>
                                    <p:animEffect transition="in" filter="fade">
                                      <p:cBhvr>
                                        <p:cTn id="77" dur="420"/>
                                        <p:tgtEl>
                                          <p:spTgt spid="18"/>
                                        </p:tgtEl>
                                      </p:cBhvr>
                                    </p:animEffect>
                                  </p:childTnLst>
                                </p:cTn>
                              </p:par>
                              <p:par>
                                <p:cTn id="78" presetID="53" presetClass="entr" presetSubtype="16" fill="hold" nodeType="withEffect">
                                  <p:stCondLst>
                                    <p:cond delay="1050"/>
                                  </p:stCondLst>
                                  <p:childTnLst>
                                    <p:set>
                                      <p:cBhvr>
                                        <p:cTn id="79" dur="1" fill="hold">
                                          <p:stCondLst>
                                            <p:cond delay="0"/>
                                          </p:stCondLst>
                                        </p:cTn>
                                        <p:tgtEl>
                                          <p:spTgt spid="19"/>
                                        </p:tgtEl>
                                        <p:attrNameLst>
                                          <p:attrName>style.visibility</p:attrName>
                                        </p:attrNameLst>
                                      </p:cBhvr>
                                      <p:to>
                                        <p:strVal val="visible"/>
                                      </p:to>
                                    </p:set>
                                    <p:anim calcmode="lin" valueType="num">
                                      <p:cBhvr additive="base">
                                        <p:cTn id="80" dur="420" fill="hold"/>
                                        <p:tgtEl>
                                          <p:spTgt spid="19"/>
                                        </p:tgtEl>
                                        <p:attrNameLst>
                                          <p:attrName>ppt_w</p:attrName>
                                        </p:attrNameLst>
                                      </p:cBhvr>
                                      <p:tavLst>
                                        <p:tav tm="0">
                                          <p:val>
                                            <p:fltVal val="0"/>
                                          </p:val>
                                        </p:tav>
                                        <p:tav tm="100000">
                                          <p:val>
                                            <p:strVal val="#ppt_w"/>
                                          </p:val>
                                        </p:tav>
                                      </p:tavLst>
                                    </p:anim>
                                    <p:anim calcmode="lin" valueType="num">
                                      <p:cBhvr additive="base">
                                        <p:cTn id="81" dur="420" fill="hold"/>
                                        <p:tgtEl>
                                          <p:spTgt spid="19"/>
                                        </p:tgtEl>
                                        <p:attrNameLst>
                                          <p:attrName>ppt_h</p:attrName>
                                        </p:attrNameLst>
                                      </p:cBhvr>
                                      <p:tavLst>
                                        <p:tav tm="0">
                                          <p:val>
                                            <p:fltVal val="0"/>
                                          </p:val>
                                        </p:tav>
                                        <p:tav tm="100000">
                                          <p:val>
                                            <p:strVal val="#ppt_h"/>
                                          </p:val>
                                        </p:tav>
                                      </p:tavLst>
                                    </p:anim>
                                    <p:animEffect transition="in" filter="fade">
                                      <p:cBhvr>
                                        <p:cTn id="82" dur="420"/>
                                        <p:tgtEl>
                                          <p:spTgt spid="19"/>
                                        </p:tgtEl>
                                      </p:cBhvr>
                                    </p:animEffect>
                                  </p:childTnLst>
                                </p:cTn>
                              </p:par>
                              <p:par>
                                <p:cTn id="83" presetID="53" presetClass="entr" presetSubtype="16" fill="hold" nodeType="withEffect">
                                  <p:stCondLst>
                                    <p:cond delay="1050"/>
                                  </p:stCondLst>
                                  <p:childTnLst>
                                    <p:set>
                                      <p:cBhvr>
                                        <p:cTn id="84" dur="1" fill="hold">
                                          <p:stCondLst>
                                            <p:cond delay="0"/>
                                          </p:stCondLst>
                                        </p:cTn>
                                        <p:tgtEl>
                                          <p:spTgt spid="20"/>
                                        </p:tgtEl>
                                        <p:attrNameLst>
                                          <p:attrName>style.visibility</p:attrName>
                                        </p:attrNameLst>
                                      </p:cBhvr>
                                      <p:to>
                                        <p:strVal val="visible"/>
                                      </p:to>
                                    </p:set>
                                    <p:anim calcmode="lin" valueType="num">
                                      <p:cBhvr additive="base">
                                        <p:cTn id="85" dur="420" fill="hold"/>
                                        <p:tgtEl>
                                          <p:spTgt spid="20"/>
                                        </p:tgtEl>
                                        <p:attrNameLst>
                                          <p:attrName>ppt_w</p:attrName>
                                        </p:attrNameLst>
                                      </p:cBhvr>
                                      <p:tavLst>
                                        <p:tav tm="0">
                                          <p:val>
                                            <p:fltVal val="0"/>
                                          </p:val>
                                        </p:tav>
                                        <p:tav tm="100000">
                                          <p:val>
                                            <p:strVal val="#ppt_w"/>
                                          </p:val>
                                        </p:tav>
                                      </p:tavLst>
                                    </p:anim>
                                    <p:anim calcmode="lin" valueType="num">
                                      <p:cBhvr additive="base">
                                        <p:cTn id="86" dur="420" fill="hold"/>
                                        <p:tgtEl>
                                          <p:spTgt spid="20"/>
                                        </p:tgtEl>
                                        <p:attrNameLst>
                                          <p:attrName>ppt_h</p:attrName>
                                        </p:attrNameLst>
                                      </p:cBhvr>
                                      <p:tavLst>
                                        <p:tav tm="0">
                                          <p:val>
                                            <p:fltVal val="0"/>
                                          </p:val>
                                        </p:tav>
                                        <p:tav tm="100000">
                                          <p:val>
                                            <p:strVal val="#ppt_h"/>
                                          </p:val>
                                        </p:tav>
                                      </p:tavLst>
                                    </p:anim>
                                    <p:animEffect transition="in" filter="fade">
                                      <p:cBhvr>
                                        <p:cTn id="87" dur="420"/>
                                        <p:tgtEl>
                                          <p:spTgt spid="20"/>
                                        </p:tgtEl>
                                      </p:cBhvr>
                                    </p:animEffect>
                                  </p:childTnLst>
                                </p:cTn>
                              </p:par>
                              <p:par>
                                <p:cTn id="88" presetID="53" presetClass="entr" presetSubtype="16" fill="hold" nodeType="withEffect">
                                  <p:stCondLst>
                                    <p:cond delay="1170"/>
                                  </p:stCondLst>
                                  <p:childTnLst>
                                    <p:set>
                                      <p:cBhvr>
                                        <p:cTn id="89" dur="1" fill="hold">
                                          <p:stCondLst>
                                            <p:cond delay="0"/>
                                          </p:stCondLst>
                                        </p:cTn>
                                        <p:tgtEl>
                                          <p:spTgt spid="21"/>
                                        </p:tgtEl>
                                        <p:attrNameLst>
                                          <p:attrName>style.visibility</p:attrName>
                                        </p:attrNameLst>
                                      </p:cBhvr>
                                      <p:to>
                                        <p:strVal val="visible"/>
                                      </p:to>
                                    </p:set>
                                    <p:anim calcmode="lin" valueType="num">
                                      <p:cBhvr additive="base">
                                        <p:cTn id="90" dur="420" fill="hold"/>
                                        <p:tgtEl>
                                          <p:spTgt spid="21"/>
                                        </p:tgtEl>
                                        <p:attrNameLst>
                                          <p:attrName>ppt_w</p:attrName>
                                        </p:attrNameLst>
                                      </p:cBhvr>
                                      <p:tavLst>
                                        <p:tav tm="0">
                                          <p:val>
                                            <p:fltVal val="0"/>
                                          </p:val>
                                        </p:tav>
                                        <p:tav tm="100000">
                                          <p:val>
                                            <p:strVal val="#ppt_w"/>
                                          </p:val>
                                        </p:tav>
                                      </p:tavLst>
                                    </p:anim>
                                    <p:anim calcmode="lin" valueType="num">
                                      <p:cBhvr additive="base">
                                        <p:cTn id="91" dur="420" fill="hold"/>
                                        <p:tgtEl>
                                          <p:spTgt spid="21"/>
                                        </p:tgtEl>
                                        <p:attrNameLst>
                                          <p:attrName>ppt_h</p:attrName>
                                        </p:attrNameLst>
                                      </p:cBhvr>
                                      <p:tavLst>
                                        <p:tav tm="0">
                                          <p:val>
                                            <p:fltVal val="0"/>
                                          </p:val>
                                        </p:tav>
                                        <p:tav tm="100000">
                                          <p:val>
                                            <p:strVal val="#ppt_h"/>
                                          </p:val>
                                        </p:tav>
                                      </p:tavLst>
                                    </p:anim>
                                    <p:animEffect transition="in" filter="fade">
                                      <p:cBhvr>
                                        <p:cTn id="92" dur="420"/>
                                        <p:tgtEl>
                                          <p:spTgt spid="21"/>
                                        </p:tgtEl>
                                      </p:cBhvr>
                                    </p:animEffect>
                                  </p:childTnLst>
                                </p:cTn>
                              </p:par>
                              <p:par>
                                <p:cTn id="93" presetID="53" presetClass="entr" presetSubtype="16" fill="hold" nodeType="withEffect">
                                  <p:stCondLst>
                                    <p:cond delay="1170"/>
                                  </p:stCondLst>
                                  <p:childTnLst>
                                    <p:set>
                                      <p:cBhvr>
                                        <p:cTn id="94" dur="1" fill="hold">
                                          <p:stCondLst>
                                            <p:cond delay="0"/>
                                          </p:stCondLst>
                                        </p:cTn>
                                        <p:tgtEl>
                                          <p:spTgt spid="22"/>
                                        </p:tgtEl>
                                        <p:attrNameLst>
                                          <p:attrName>style.visibility</p:attrName>
                                        </p:attrNameLst>
                                      </p:cBhvr>
                                      <p:to>
                                        <p:strVal val="visible"/>
                                      </p:to>
                                    </p:set>
                                    <p:anim calcmode="lin" valueType="num">
                                      <p:cBhvr additive="base">
                                        <p:cTn id="95" dur="420" fill="hold"/>
                                        <p:tgtEl>
                                          <p:spTgt spid="22"/>
                                        </p:tgtEl>
                                        <p:attrNameLst>
                                          <p:attrName>ppt_w</p:attrName>
                                        </p:attrNameLst>
                                      </p:cBhvr>
                                      <p:tavLst>
                                        <p:tav tm="0">
                                          <p:val>
                                            <p:fltVal val="0"/>
                                          </p:val>
                                        </p:tav>
                                        <p:tav tm="100000">
                                          <p:val>
                                            <p:strVal val="#ppt_w"/>
                                          </p:val>
                                        </p:tav>
                                      </p:tavLst>
                                    </p:anim>
                                    <p:anim calcmode="lin" valueType="num">
                                      <p:cBhvr additive="base">
                                        <p:cTn id="96" dur="420" fill="hold"/>
                                        <p:tgtEl>
                                          <p:spTgt spid="22"/>
                                        </p:tgtEl>
                                        <p:attrNameLst>
                                          <p:attrName>ppt_h</p:attrName>
                                        </p:attrNameLst>
                                      </p:cBhvr>
                                      <p:tavLst>
                                        <p:tav tm="0">
                                          <p:val>
                                            <p:fltVal val="0"/>
                                          </p:val>
                                        </p:tav>
                                        <p:tav tm="100000">
                                          <p:val>
                                            <p:strVal val="#ppt_h"/>
                                          </p:val>
                                        </p:tav>
                                      </p:tavLst>
                                    </p:anim>
                                    <p:animEffect transition="in" filter="fade">
                                      <p:cBhvr>
                                        <p:cTn id="97" dur="420"/>
                                        <p:tgtEl>
                                          <p:spTgt spid="22"/>
                                        </p:tgtEl>
                                      </p:cBhvr>
                                    </p:animEffect>
                                  </p:childTnLst>
                                </p:cTn>
                              </p:par>
                              <p:par>
                                <p:cTn id="98" presetID="53" presetClass="entr" presetSubtype="16" fill="hold" nodeType="withEffect">
                                  <p:stCondLst>
                                    <p:cond delay="1170"/>
                                  </p:stCondLst>
                                  <p:childTnLst>
                                    <p:set>
                                      <p:cBhvr>
                                        <p:cTn id="99" dur="1" fill="hold">
                                          <p:stCondLst>
                                            <p:cond delay="0"/>
                                          </p:stCondLst>
                                        </p:cTn>
                                        <p:tgtEl>
                                          <p:spTgt spid="23"/>
                                        </p:tgtEl>
                                        <p:attrNameLst>
                                          <p:attrName>style.visibility</p:attrName>
                                        </p:attrNameLst>
                                      </p:cBhvr>
                                      <p:to>
                                        <p:strVal val="visible"/>
                                      </p:to>
                                    </p:set>
                                    <p:anim calcmode="lin" valueType="num">
                                      <p:cBhvr additive="base">
                                        <p:cTn id="100" dur="420" fill="hold"/>
                                        <p:tgtEl>
                                          <p:spTgt spid="23"/>
                                        </p:tgtEl>
                                        <p:attrNameLst>
                                          <p:attrName>ppt_w</p:attrName>
                                        </p:attrNameLst>
                                      </p:cBhvr>
                                      <p:tavLst>
                                        <p:tav tm="0">
                                          <p:val>
                                            <p:fltVal val="0"/>
                                          </p:val>
                                        </p:tav>
                                        <p:tav tm="100000">
                                          <p:val>
                                            <p:strVal val="#ppt_w"/>
                                          </p:val>
                                        </p:tav>
                                      </p:tavLst>
                                    </p:anim>
                                    <p:anim calcmode="lin" valueType="num">
                                      <p:cBhvr additive="base">
                                        <p:cTn id="101" dur="420" fill="hold"/>
                                        <p:tgtEl>
                                          <p:spTgt spid="23"/>
                                        </p:tgtEl>
                                        <p:attrNameLst>
                                          <p:attrName>ppt_h</p:attrName>
                                        </p:attrNameLst>
                                      </p:cBhvr>
                                      <p:tavLst>
                                        <p:tav tm="0">
                                          <p:val>
                                            <p:fltVal val="0"/>
                                          </p:val>
                                        </p:tav>
                                        <p:tav tm="100000">
                                          <p:val>
                                            <p:strVal val="#ppt_h"/>
                                          </p:val>
                                        </p:tav>
                                      </p:tavLst>
                                    </p:anim>
                                    <p:animEffect transition="in" filter="fade">
                                      <p:cBhvr>
                                        <p:cTn id="102" dur="420"/>
                                        <p:tgtEl>
                                          <p:spTgt spid="23"/>
                                        </p:tgtEl>
                                      </p:cBhvr>
                                    </p:animEffect>
                                  </p:childTnLst>
                                </p:cTn>
                              </p:par>
                              <p:par>
                                <p:cTn id="103" presetID="53" presetClass="entr" presetSubtype="16" fill="hold" nodeType="withEffect">
                                  <p:stCondLst>
                                    <p:cond delay="1290"/>
                                  </p:stCondLst>
                                  <p:childTnLst>
                                    <p:set>
                                      <p:cBhvr>
                                        <p:cTn id="104" dur="1" fill="hold">
                                          <p:stCondLst>
                                            <p:cond delay="0"/>
                                          </p:stCondLst>
                                        </p:cTn>
                                        <p:tgtEl>
                                          <p:spTgt spid="24"/>
                                        </p:tgtEl>
                                        <p:attrNameLst>
                                          <p:attrName>style.visibility</p:attrName>
                                        </p:attrNameLst>
                                      </p:cBhvr>
                                      <p:to>
                                        <p:strVal val="visible"/>
                                      </p:to>
                                    </p:set>
                                    <p:anim calcmode="lin" valueType="num">
                                      <p:cBhvr additive="base">
                                        <p:cTn id="105" dur="420" fill="hold"/>
                                        <p:tgtEl>
                                          <p:spTgt spid="24"/>
                                        </p:tgtEl>
                                        <p:attrNameLst>
                                          <p:attrName>ppt_w</p:attrName>
                                        </p:attrNameLst>
                                      </p:cBhvr>
                                      <p:tavLst>
                                        <p:tav tm="0">
                                          <p:val>
                                            <p:fltVal val="0"/>
                                          </p:val>
                                        </p:tav>
                                        <p:tav tm="100000">
                                          <p:val>
                                            <p:strVal val="#ppt_w"/>
                                          </p:val>
                                        </p:tav>
                                      </p:tavLst>
                                    </p:anim>
                                    <p:anim calcmode="lin" valueType="num">
                                      <p:cBhvr additive="base">
                                        <p:cTn id="106" dur="420" fill="hold"/>
                                        <p:tgtEl>
                                          <p:spTgt spid="24"/>
                                        </p:tgtEl>
                                        <p:attrNameLst>
                                          <p:attrName>ppt_h</p:attrName>
                                        </p:attrNameLst>
                                      </p:cBhvr>
                                      <p:tavLst>
                                        <p:tav tm="0">
                                          <p:val>
                                            <p:fltVal val="0"/>
                                          </p:val>
                                        </p:tav>
                                        <p:tav tm="100000">
                                          <p:val>
                                            <p:strVal val="#ppt_h"/>
                                          </p:val>
                                        </p:tav>
                                      </p:tavLst>
                                    </p:anim>
                                    <p:animEffect transition="in" filter="fade">
                                      <p:cBhvr>
                                        <p:cTn id="107" dur="420"/>
                                        <p:tgtEl>
                                          <p:spTgt spid="24"/>
                                        </p:tgtEl>
                                      </p:cBhvr>
                                    </p:animEffect>
                                  </p:childTnLst>
                                </p:cTn>
                              </p:par>
                              <p:par>
                                <p:cTn id="108" presetID="53" presetClass="entr" presetSubtype="16" fill="hold" nodeType="withEffect">
                                  <p:stCondLst>
                                    <p:cond delay="1290"/>
                                  </p:stCondLst>
                                  <p:childTnLst>
                                    <p:set>
                                      <p:cBhvr>
                                        <p:cTn id="109" dur="1" fill="hold">
                                          <p:stCondLst>
                                            <p:cond delay="0"/>
                                          </p:stCondLst>
                                        </p:cTn>
                                        <p:tgtEl>
                                          <p:spTgt spid="25"/>
                                        </p:tgtEl>
                                        <p:attrNameLst>
                                          <p:attrName>style.visibility</p:attrName>
                                        </p:attrNameLst>
                                      </p:cBhvr>
                                      <p:to>
                                        <p:strVal val="visible"/>
                                      </p:to>
                                    </p:set>
                                    <p:anim calcmode="lin" valueType="num">
                                      <p:cBhvr additive="base">
                                        <p:cTn id="110" dur="420" fill="hold"/>
                                        <p:tgtEl>
                                          <p:spTgt spid="25"/>
                                        </p:tgtEl>
                                        <p:attrNameLst>
                                          <p:attrName>ppt_w</p:attrName>
                                        </p:attrNameLst>
                                      </p:cBhvr>
                                      <p:tavLst>
                                        <p:tav tm="0">
                                          <p:val>
                                            <p:fltVal val="0"/>
                                          </p:val>
                                        </p:tav>
                                        <p:tav tm="100000">
                                          <p:val>
                                            <p:strVal val="#ppt_w"/>
                                          </p:val>
                                        </p:tav>
                                      </p:tavLst>
                                    </p:anim>
                                    <p:anim calcmode="lin" valueType="num">
                                      <p:cBhvr additive="base">
                                        <p:cTn id="111" dur="420" fill="hold"/>
                                        <p:tgtEl>
                                          <p:spTgt spid="25"/>
                                        </p:tgtEl>
                                        <p:attrNameLst>
                                          <p:attrName>ppt_h</p:attrName>
                                        </p:attrNameLst>
                                      </p:cBhvr>
                                      <p:tavLst>
                                        <p:tav tm="0">
                                          <p:val>
                                            <p:fltVal val="0"/>
                                          </p:val>
                                        </p:tav>
                                        <p:tav tm="100000">
                                          <p:val>
                                            <p:strVal val="#ppt_h"/>
                                          </p:val>
                                        </p:tav>
                                      </p:tavLst>
                                    </p:anim>
                                    <p:animEffect transition="in" filter="fade">
                                      <p:cBhvr>
                                        <p:cTn id="112" dur="420"/>
                                        <p:tgtEl>
                                          <p:spTgt spid="25"/>
                                        </p:tgtEl>
                                      </p:cBhvr>
                                    </p:animEffect>
                                  </p:childTnLst>
                                </p:cTn>
                              </p:par>
                              <p:par>
                                <p:cTn id="113" presetID="53" presetClass="entr" presetSubtype="16" fill="hold" nodeType="withEffect">
                                  <p:stCondLst>
                                    <p:cond delay="1290"/>
                                  </p:stCondLst>
                                  <p:childTnLst>
                                    <p:set>
                                      <p:cBhvr>
                                        <p:cTn id="114" dur="1" fill="hold">
                                          <p:stCondLst>
                                            <p:cond delay="0"/>
                                          </p:stCondLst>
                                        </p:cTn>
                                        <p:tgtEl>
                                          <p:spTgt spid="26"/>
                                        </p:tgtEl>
                                        <p:attrNameLst>
                                          <p:attrName>style.visibility</p:attrName>
                                        </p:attrNameLst>
                                      </p:cBhvr>
                                      <p:to>
                                        <p:strVal val="visible"/>
                                      </p:to>
                                    </p:set>
                                    <p:anim calcmode="lin" valueType="num">
                                      <p:cBhvr additive="base">
                                        <p:cTn id="115" dur="420" fill="hold"/>
                                        <p:tgtEl>
                                          <p:spTgt spid="26"/>
                                        </p:tgtEl>
                                        <p:attrNameLst>
                                          <p:attrName>ppt_w</p:attrName>
                                        </p:attrNameLst>
                                      </p:cBhvr>
                                      <p:tavLst>
                                        <p:tav tm="0">
                                          <p:val>
                                            <p:fltVal val="0"/>
                                          </p:val>
                                        </p:tav>
                                        <p:tav tm="100000">
                                          <p:val>
                                            <p:strVal val="#ppt_w"/>
                                          </p:val>
                                        </p:tav>
                                      </p:tavLst>
                                    </p:anim>
                                    <p:anim calcmode="lin" valueType="num">
                                      <p:cBhvr additive="base">
                                        <p:cTn id="116" dur="420" fill="hold"/>
                                        <p:tgtEl>
                                          <p:spTgt spid="26"/>
                                        </p:tgtEl>
                                        <p:attrNameLst>
                                          <p:attrName>ppt_h</p:attrName>
                                        </p:attrNameLst>
                                      </p:cBhvr>
                                      <p:tavLst>
                                        <p:tav tm="0">
                                          <p:val>
                                            <p:fltVal val="0"/>
                                          </p:val>
                                        </p:tav>
                                        <p:tav tm="100000">
                                          <p:val>
                                            <p:strVal val="#ppt_h"/>
                                          </p:val>
                                        </p:tav>
                                      </p:tavLst>
                                    </p:anim>
                                    <p:animEffect transition="in" filter="fade">
                                      <p:cBhvr>
                                        <p:cTn id="117" dur="420"/>
                                        <p:tgtEl>
                                          <p:spTgt spid="26"/>
                                        </p:tgtEl>
                                      </p:cBhvr>
                                    </p:animEffect>
                                  </p:childTnLst>
                                </p:cTn>
                              </p:par>
                              <p:par>
                                <p:cTn id="118" presetID="53" presetClass="entr" presetSubtype="16" fill="hold" nodeType="withEffect">
                                  <p:stCondLst>
                                    <p:cond delay="1410"/>
                                  </p:stCondLst>
                                  <p:childTnLst>
                                    <p:set>
                                      <p:cBhvr>
                                        <p:cTn id="119" dur="1" fill="hold">
                                          <p:stCondLst>
                                            <p:cond delay="0"/>
                                          </p:stCondLst>
                                        </p:cTn>
                                        <p:tgtEl>
                                          <p:spTgt spid="27"/>
                                        </p:tgtEl>
                                        <p:attrNameLst>
                                          <p:attrName>style.visibility</p:attrName>
                                        </p:attrNameLst>
                                      </p:cBhvr>
                                      <p:to>
                                        <p:strVal val="visible"/>
                                      </p:to>
                                    </p:set>
                                    <p:anim calcmode="lin" valueType="num">
                                      <p:cBhvr additive="base">
                                        <p:cTn id="120" dur="420" fill="hold"/>
                                        <p:tgtEl>
                                          <p:spTgt spid="27"/>
                                        </p:tgtEl>
                                        <p:attrNameLst>
                                          <p:attrName>ppt_w</p:attrName>
                                        </p:attrNameLst>
                                      </p:cBhvr>
                                      <p:tavLst>
                                        <p:tav tm="0">
                                          <p:val>
                                            <p:fltVal val="0"/>
                                          </p:val>
                                        </p:tav>
                                        <p:tav tm="100000">
                                          <p:val>
                                            <p:strVal val="#ppt_w"/>
                                          </p:val>
                                        </p:tav>
                                      </p:tavLst>
                                    </p:anim>
                                    <p:anim calcmode="lin" valueType="num">
                                      <p:cBhvr additive="base">
                                        <p:cTn id="121" dur="420" fill="hold"/>
                                        <p:tgtEl>
                                          <p:spTgt spid="27"/>
                                        </p:tgtEl>
                                        <p:attrNameLst>
                                          <p:attrName>ppt_h</p:attrName>
                                        </p:attrNameLst>
                                      </p:cBhvr>
                                      <p:tavLst>
                                        <p:tav tm="0">
                                          <p:val>
                                            <p:fltVal val="0"/>
                                          </p:val>
                                        </p:tav>
                                        <p:tav tm="100000">
                                          <p:val>
                                            <p:strVal val="#ppt_h"/>
                                          </p:val>
                                        </p:tav>
                                      </p:tavLst>
                                    </p:anim>
                                    <p:animEffect transition="in" filter="fade">
                                      <p:cBhvr>
                                        <p:cTn id="122" dur="420"/>
                                        <p:tgtEl>
                                          <p:spTgt spid="27"/>
                                        </p:tgtEl>
                                      </p:cBhvr>
                                    </p:animEffect>
                                  </p:childTnLst>
                                </p:cTn>
                              </p:par>
                              <p:par>
                                <p:cTn id="123" presetID="53" presetClass="entr" presetSubtype="16" fill="hold" nodeType="withEffect">
                                  <p:stCondLst>
                                    <p:cond delay="1410"/>
                                  </p:stCondLst>
                                  <p:childTnLst>
                                    <p:set>
                                      <p:cBhvr>
                                        <p:cTn id="124" dur="1" fill="hold">
                                          <p:stCondLst>
                                            <p:cond delay="0"/>
                                          </p:stCondLst>
                                        </p:cTn>
                                        <p:tgtEl>
                                          <p:spTgt spid="28"/>
                                        </p:tgtEl>
                                        <p:attrNameLst>
                                          <p:attrName>style.visibility</p:attrName>
                                        </p:attrNameLst>
                                      </p:cBhvr>
                                      <p:to>
                                        <p:strVal val="visible"/>
                                      </p:to>
                                    </p:set>
                                    <p:anim calcmode="lin" valueType="num">
                                      <p:cBhvr additive="base">
                                        <p:cTn id="125" dur="420" fill="hold"/>
                                        <p:tgtEl>
                                          <p:spTgt spid="28"/>
                                        </p:tgtEl>
                                        <p:attrNameLst>
                                          <p:attrName>ppt_w</p:attrName>
                                        </p:attrNameLst>
                                      </p:cBhvr>
                                      <p:tavLst>
                                        <p:tav tm="0">
                                          <p:val>
                                            <p:fltVal val="0"/>
                                          </p:val>
                                        </p:tav>
                                        <p:tav tm="100000">
                                          <p:val>
                                            <p:strVal val="#ppt_w"/>
                                          </p:val>
                                        </p:tav>
                                      </p:tavLst>
                                    </p:anim>
                                    <p:anim calcmode="lin" valueType="num">
                                      <p:cBhvr additive="base">
                                        <p:cTn id="126" dur="420" fill="hold"/>
                                        <p:tgtEl>
                                          <p:spTgt spid="28"/>
                                        </p:tgtEl>
                                        <p:attrNameLst>
                                          <p:attrName>ppt_h</p:attrName>
                                        </p:attrNameLst>
                                      </p:cBhvr>
                                      <p:tavLst>
                                        <p:tav tm="0">
                                          <p:val>
                                            <p:fltVal val="0"/>
                                          </p:val>
                                        </p:tav>
                                        <p:tav tm="100000">
                                          <p:val>
                                            <p:strVal val="#ppt_h"/>
                                          </p:val>
                                        </p:tav>
                                      </p:tavLst>
                                    </p:anim>
                                    <p:animEffect transition="in" filter="fade">
                                      <p:cBhvr>
                                        <p:cTn id="127" dur="420"/>
                                        <p:tgtEl>
                                          <p:spTgt spid="28"/>
                                        </p:tgtEl>
                                      </p:cBhvr>
                                    </p:animEffect>
                                  </p:childTnLst>
                                </p:cTn>
                              </p:par>
                              <p:par>
                                <p:cTn id="128" presetID="53" presetClass="entr" presetSubtype="16" fill="hold" nodeType="withEffect">
                                  <p:stCondLst>
                                    <p:cond delay="1410"/>
                                  </p:stCondLst>
                                  <p:childTnLst>
                                    <p:set>
                                      <p:cBhvr>
                                        <p:cTn id="129" dur="1" fill="hold">
                                          <p:stCondLst>
                                            <p:cond delay="0"/>
                                          </p:stCondLst>
                                        </p:cTn>
                                        <p:tgtEl>
                                          <p:spTgt spid="29"/>
                                        </p:tgtEl>
                                        <p:attrNameLst>
                                          <p:attrName>style.visibility</p:attrName>
                                        </p:attrNameLst>
                                      </p:cBhvr>
                                      <p:to>
                                        <p:strVal val="visible"/>
                                      </p:to>
                                    </p:set>
                                    <p:anim calcmode="lin" valueType="num">
                                      <p:cBhvr additive="base">
                                        <p:cTn id="130" dur="420" fill="hold"/>
                                        <p:tgtEl>
                                          <p:spTgt spid="29"/>
                                        </p:tgtEl>
                                        <p:attrNameLst>
                                          <p:attrName>ppt_w</p:attrName>
                                        </p:attrNameLst>
                                      </p:cBhvr>
                                      <p:tavLst>
                                        <p:tav tm="0">
                                          <p:val>
                                            <p:fltVal val="0"/>
                                          </p:val>
                                        </p:tav>
                                        <p:tav tm="100000">
                                          <p:val>
                                            <p:strVal val="#ppt_w"/>
                                          </p:val>
                                        </p:tav>
                                      </p:tavLst>
                                    </p:anim>
                                    <p:anim calcmode="lin" valueType="num">
                                      <p:cBhvr additive="base">
                                        <p:cTn id="131" dur="420" fill="hold"/>
                                        <p:tgtEl>
                                          <p:spTgt spid="29"/>
                                        </p:tgtEl>
                                        <p:attrNameLst>
                                          <p:attrName>ppt_h</p:attrName>
                                        </p:attrNameLst>
                                      </p:cBhvr>
                                      <p:tavLst>
                                        <p:tav tm="0">
                                          <p:val>
                                            <p:fltVal val="0"/>
                                          </p:val>
                                        </p:tav>
                                        <p:tav tm="100000">
                                          <p:val>
                                            <p:strVal val="#ppt_h"/>
                                          </p:val>
                                        </p:tav>
                                      </p:tavLst>
                                    </p:anim>
                                    <p:animEffect transition="in" filter="fade">
                                      <p:cBhvr>
                                        <p:cTn id="132" dur="420"/>
                                        <p:tgtEl>
                                          <p:spTgt spid="29"/>
                                        </p:tgtEl>
                                      </p:cBhvr>
                                    </p:animEffect>
                                  </p:childTnLst>
                                </p:cTn>
                              </p:par>
                              <p:par>
                                <p:cTn id="133" presetID="53" presetClass="entr" presetSubtype="16" fill="hold" nodeType="withEffect">
                                  <p:stCondLst>
                                    <p:cond delay="1680"/>
                                  </p:stCondLst>
                                  <p:childTnLst>
                                    <p:set>
                                      <p:cBhvr>
                                        <p:cTn id="134" dur="1" fill="hold">
                                          <p:stCondLst>
                                            <p:cond delay="0"/>
                                          </p:stCondLst>
                                        </p:cTn>
                                        <p:tgtEl>
                                          <p:spTgt spid="30"/>
                                        </p:tgtEl>
                                        <p:attrNameLst>
                                          <p:attrName>style.visibility</p:attrName>
                                        </p:attrNameLst>
                                      </p:cBhvr>
                                      <p:to>
                                        <p:strVal val="visible"/>
                                      </p:to>
                                    </p:set>
                                    <p:anim calcmode="lin" valueType="num">
                                      <p:cBhvr additive="base">
                                        <p:cTn id="135" dur="420" fill="hold"/>
                                        <p:tgtEl>
                                          <p:spTgt spid="30"/>
                                        </p:tgtEl>
                                        <p:attrNameLst>
                                          <p:attrName>ppt_w</p:attrName>
                                        </p:attrNameLst>
                                      </p:cBhvr>
                                      <p:tavLst>
                                        <p:tav tm="0">
                                          <p:val>
                                            <p:fltVal val="0"/>
                                          </p:val>
                                        </p:tav>
                                        <p:tav tm="100000">
                                          <p:val>
                                            <p:strVal val="#ppt_w"/>
                                          </p:val>
                                        </p:tav>
                                      </p:tavLst>
                                    </p:anim>
                                    <p:anim calcmode="lin" valueType="num">
                                      <p:cBhvr additive="base">
                                        <p:cTn id="136" dur="420" fill="hold"/>
                                        <p:tgtEl>
                                          <p:spTgt spid="30"/>
                                        </p:tgtEl>
                                        <p:attrNameLst>
                                          <p:attrName>ppt_h</p:attrName>
                                        </p:attrNameLst>
                                      </p:cBhvr>
                                      <p:tavLst>
                                        <p:tav tm="0">
                                          <p:val>
                                            <p:fltVal val="0"/>
                                          </p:val>
                                        </p:tav>
                                        <p:tav tm="100000">
                                          <p:val>
                                            <p:strVal val="#ppt_h"/>
                                          </p:val>
                                        </p:tav>
                                      </p:tavLst>
                                    </p:anim>
                                    <p:animEffect transition="in" filter="fade">
                                      <p:cBhvr>
                                        <p:cTn id="137" dur="420"/>
                                        <p:tgtEl>
                                          <p:spTgt spid="30"/>
                                        </p:tgtEl>
                                      </p:cBhvr>
                                    </p:animEffect>
                                  </p:childTnLst>
                                </p:cTn>
                              </p:par>
                              <p:par>
                                <p:cTn id="138" presetID="42" presetClass="entr" presetSubtype="0" fill="hold" nodeType="withEffect">
                                  <p:stCondLst>
                                    <p:cond delay="1950"/>
                                  </p:stCondLst>
                                  <p:childTnLst>
                                    <p:set>
                                      <p:cBhvr>
                                        <p:cTn id="139" dur="1" fill="hold">
                                          <p:stCondLst>
                                            <p:cond delay="0"/>
                                          </p:stCondLst>
                                        </p:cTn>
                                        <p:tgtEl>
                                          <p:spTgt spid="31"/>
                                        </p:tgtEl>
                                        <p:attrNameLst>
                                          <p:attrName>style.visibility</p:attrName>
                                        </p:attrNameLst>
                                      </p:cBhvr>
                                      <p:to>
                                        <p:strVal val="visible"/>
                                      </p:to>
                                    </p:set>
                                    <p:animEffect transition="in" filter="fade">
                                      <p:cBhvr>
                                        <p:cTn id="140" dur="550"/>
                                        <p:tgtEl>
                                          <p:spTgt spid="31"/>
                                        </p:tgtEl>
                                      </p:cBhvr>
                                    </p:animEffect>
                                    <p:anim calcmode="lin" valueType="num">
                                      <p:cBhvr additive="base">
                                        <p:cTn id="141" dur="550" fill="hold"/>
                                        <p:tgtEl>
                                          <p:spTgt spid="31"/>
                                        </p:tgtEl>
                                        <p:attrNameLst>
                                          <p:attrName>ppt_x</p:attrName>
                                        </p:attrNameLst>
                                      </p:cBhvr>
                                      <p:tavLst>
                                        <p:tav tm="0">
                                          <p:val>
                                            <p:strVal val="#ppt_x"/>
                                          </p:val>
                                        </p:tav>
                                        <p:tav tm="100000">
                                          <p:val>
                                            <p:strVal val="#ppt_x"/>
                                          </p:val>
                                        </p:tav>
                                      </p:tavLst>
                                    </p:anim>
                                    <p:anim calcmode="lin" valueType="num">
                                      <p:cBhvr additive="base">
                                        <p:cTn id="142" dur="550" fill="hold"/>
                                        <p:tgtEl>
                                          <p:spTgt spid="31"/>
                                        </p:tgtEl>
                                        <p:attrNameLst>
                                          <p:attrName>ppt_y</p:attrName>
                                        </p:attrNameLst>
                                      </p:cBhvr>
                                      <p:tavLst>
                                        <p:tav tm="0">
                                          <p:val>
                                            <p:strVal val="#ppt_y+.1"/>
                                          </p:val>
                                        </p:tav>
                                        <p:tav tm="100000">
                                          <p:val>
                                            <p:strVal val="#ppt_y"/>
                                          </p:val>
                                        </p:tav>
                                      </p:tavLst>
                                    </p:anim>
                                  </p:childTnLst>
                                </p:cTn>
                              </p:par>
                              <p:par>
                                <p:cTn id="143" presetID="42" presetClass="entr" presetSubtype="0" fill="hold" nodeType="withEffect">
                                  <p:stCondLst>
                                    <p:cond delay="1950"/>
                                  </p:stCondLst>
                                  <p:childTnLst>
                                    <p:set>
                                      <p:cBhvr>
                                        <p:cTn id="144" dur="1" fill="hold">
                                          <p:stCondLst>
                                            <p:cond delay="0"/>
                                          </p:stCondLst>
                                        </p:cTn>
                                        <p:tgtEl>
                                          <p:spTgt spid="32"/>
                                        </p:tgtEl>
                                        <p:attrNameLst>
                                          <p:attrName>style.visibility</p:attrName>
                                        </p:attrNameLst>
                                      </p:cBhvr>
                                      <p:to>
                                        <p:strVal val="visible"/>
                                      </p:to>
                                    </p:set>
                                    <p:animEffect transition="in" filter="fade">
                                      <p:cBhvr>
                                        <p:cTn id="145" dur="550"/>
                                        <p:tgtEl>
                                          <p:spTgt spid="32"/>
                                        </p:tgtEl>
                                      </p:cBhvr>
                                    </p:animEffect>
                                    <p:anim calcmode="lin" valueType="num">
                                      <p:cBhvr additive="base">
                                        <p:cTn id="146" dur="550" fill="hold"/>
                                        <p:tgtEl>
                                          <p:spTgt spid="32"/>
                                        </p:tgtEl>
                                        <p:attrNameLst>
                                          <p:attrName>ppt_x</p:attrName>
                                        </p:attrNameLst>
                                      </p:cBhvr>
                                      <p:tavLst>
                                        <p:tav tm="0">
                                          <p:val>
                                            <p:strVal val="#ppt_x"/>
                                          </p:val>
                                        </p:tav>
                                        <p:tav tm="100000">
                                          <p:val>
                                            <p:strVal val="#ppt_x"/>
                                          </p:val>
                                        </p:tav>
                                      </p:tavLst>
                                    </p:anim>
                                    <p:anim calcmode="lin" valueType="num">
                                      <p:cBhvr additive="base">
                                        <p:cTn id="147" dur="550" fill="hold"/>
                                        <p:tgtEl>
                                          <p:spTgt spid="32"/>
                                        </p:tgtEl>
                                        <p:attrNameLst>
                                          <p:attrName>ppt_y</p:attrName>
                                        </p:attrNameLst>
                                      </p:cBhvr>
                                      <p:tavLst>
                                        <p:tav tm="0">
                                          <p:val>
                                            <p:strVal val="#ppt_y+.1"/>
                                          </p:val>
                                        </p:tav>
                                        <p:tav tm="100000">
                                          <p:val>
                                            <p:strVal val="#ppt_y"/>
                                          </p:val>
                                        </p:tav>
                                      </p:tavLst>
                                    </p:anim>
                                  </p:childTnLst>
                                </p:cTn>
                              </p:par>
                              <p:par>
                                <p:cTn id="148" presetID="42" presetClass="entr" presetSubtype="0" fill="hold" nodeType="withEffect">
                                  <p:stCondLst>
                                    <p:cond delay="1950"/>
                                  </p:stCondLst>
                                  <p:childTnLst>
                                    <p:set>
                                      <p:cBhvr>
                                        <p:cTn id="149" dur="1" fill="hold">
                                          <p:stCondLst>
                                            <p:cond delay="0"/>
                                          </p:stCondLst>
                                        </p:cTn>
                                        <p:tgtEl>
                                          <p:spTgt spid="33"/>
                                        </p:tgtEl>
                                        <p:attrNameLst>
                                          <p:attrName>style.visibility</p:attrName>
                                        </p:attrNameLst>
                                      </p:cBhvr>
                                      <p:to>
                                        <p:strVal val="visible"/>
                                      </p:to>
                                    </p:set>
                                    <p:animEffect transition="in" filter="fade">
                                      <p:cBhvr>
                                        <p:cTn id="150" dur="550"/>
                                        <p:tgtEl>
                                          <p:spTgt spid="33"/>
                                        </p:tgtEl>
                                      </p:cBhvr>
                                    </p:animEffect>
                                    <p:anim calcmode="lin" valueType="num">
                                      <p:cBhvr additive="base">
                                        <p:cTn id="151" dur="550" fill="hold"/>
                                        <p:tgtEl>
                                          <p:spTgt spid="33"/>
                                        </p:tgtEl>
                                        <p:attrNameLst>
                                          <p:attrName>ppt_x</p:attrName>
                                        </p:attrNameLst>
                                      </p:cBhvr>
                                      <p:tavLst>
                                        <p:tav tm="0">
                                          <p:val>
                                            <p:strVal val="#ppt_x"/>
                                          </p:val>
                                        </p:tav>
                                        <p:tav tm="100000">
                                          <p:val>
                                            <p:strVal val="#ppt_x"/>
                                          </p:val>
                                        </p:tav>
                                      </p:tavLst>
                                    </p:anim>
                                    <p:anim calcmode="lin" valueType="num">
                                      <p:cBhvr additive="base">
                                        <p:cTn id="152" dur="550" fill="hold"/>
                                        <p:tgtEl>
                                          <p:spTgt spid="33"/>
                                        </p:tgtEl>
                                        <p:attrNameLst>
                                          <p:attrName>ppt_y</p:attrName>
                                        </p:attrNameLst>
                                      </p:cBhvr>
                                      <p:tavLst>
                                        <p:tav tm="0">
                                          <p:val>
                                            <p:strVal val="#ppt_y+.1"/>
                                          </p:val>
                                        </p:tav>
                                        <p:tav tm="100000">
                                          <p:val>
                                            <p:strVal val="#ppt_y"/>
                                          </p:val>
                                        </p:tav>
                                      </p:tavLst>
                                    </p:anim>
                                  </p:childTnLst>
                                </p:cTn>
                              </p:par>
                              <p:par>
                                <p:cTn id="153" presetID="42" presetClass="entr" presetSubtype="0" fill="hold" nodeType="withEffect">
                                  <p:stCondLst>
                                    <p:cond delay="1950"/>
                                  </p:stCondLst>
                                  <p:childTnLst>
                                    <p:set>
                                      <p:cBhvr>
                                        <p:cTn id="154" dur="1" fill="hold">
                                          <p:stCondLst>
                                            <p:cond delay="0"/>
                                          </p:stCondLst>
                                        </p:cTn>
                                        <p:tgtEl>
                                          <p:spTgt spid="34"/>
                                        </p:tgtEl>
                                        <p:attrNameLst>
                                          <p:attrName>style.visibility</p:attrName>
                                        </p:attrNameLst>
                                      </p:cBhvr>
                                      <p:to>
                                        <p:strVal val="visible"/>
                                      </p:to>
                                    </p:set>
                                    <p:animEffect transition="in" filter="fade">
                                      <p:cBhvr>
                                        <p:cTn id="155" dur="550"/>
                                        <p:tgtEl>
                                          <p:spTgt spid="34"/>
                                        </p:tgtEl>
                                      </p:cBhvr>
                                    </p:animEffect>
                                    <p:anim calcmode="lin" valueType="num">
                                      <p:cBhvr additive="base">
                                        <p:cTn id="156" dur="550" fill="hold"/>
                                        <p:tgtEl>
                                          <p:spTgt spid="34"/>
                                        </p:tgtEl>
                                        <p:attrNameLst>
                                          <p:attrName>ppt_x</p:attrName>
                                        </p:attrNameLst>
                                      </p:cBhvr>
                                      <p:tavLst>
                                        <p:tav tm="0">
                                          <p:val>
                                            <p:strVal val="#ppt_x"/>
                                          </p:val>
                                        </p:tav>
                                        <p:tav tm="100000">
                                          <p:val>
                                            <p:strVal val="#ppt_x"/>
                                          </p:val>
                                        </p:tav>
                                      </p:tavLst>
                                    </p:anim>
                                    <p:anim calcmode="lin" valueType="num">
                                      <p:cBhvr additive="base">
                                        <p:cTn id="157" dur="550" fill="hold"/>
                                        <p:tgtEl>
                                          <p:spTgt spid="34"/>
                                        </p:tgtEl>
                                        <p:attrNameLst>
                                          <p:attrName>ppt_y</p:attrName>
                                        </p:attrNameLst>
                                      </p:cBhvr>
                                      <p:tavLst>
                                        <p:tav tm="0">
                                          <p:val>
                                            <p:strVal val="#ppt_y+.1"/>
                                          </p:val>
                                        </p:tav>
                                        <p:tav tm="100000">
                                          <p:val>
                                            <p:strVal val="#ppt_y"/>
                                          </p:val>
                                        </p:tav>
                                      </p:tavLst>
                                    </p:anim>
                                  </p:childTnLst>
                                </p:cTn>
                              </p:par>
                              <p:par>
                                <p:cTn id="158" presetID="42" presetClass="entr" presetSubtype="0" fill="hold" nodeType="withEffect">
                                  <p:stCondLst>
                                    <p:cond delay="1950"/>
                                  </p:stCondLst>
                                  <p:childTnLst>
                                    <p:set>
                                      <p:cBhvr>
                                        <p:cTn id="159" dur="1" fill="hold">
                                          <p:stCondLst>
                                            <p:cond delay="0"/>
                                          </p:stCondLst>
                                        </p:cTn>
                                        <p:tgtEl>
                                          <p:spTgt spid="35"/>
                                        </p:tgtEl>
                                        <p:attrNameLst>
                                          <p:attrName>style.visibility</p:attrName>
                                        </p:attrNameLst>
                                      </p:cBhvr>
                                      <p:to>
                                        <p:strVal val="visible"/>
                                      </p:to>
                                    </p:set>
                                    <p:animEffect transition="in" filter="fade">
                                      <p:cBhvr>
                                        <p:cTn id="160" dur="550"/>
                                        <p:tgtEl>
                                          <p:spTgt spid="35"/>
                                        </p:tgtEl>
                                      </p:cBhvr>
                                    </p:animEffect>
                                    <p:anim calcmode="lin" valueType="num">
                                      <p:cBhvr additive="base">
                                        <p:cTn id="161" dur="550" fill="hold"/>
                                        <p:tgtEl>
                                          <p:spTgt spid="35"/>
                                        </p:tgtEl>
                                        <p:attrNameLst>
                                          <p:attrName>ppt_x</p:attrName>
                                        </p:attrNameLst>
                                      </p:cBhvr>
                                      <p:tavLst>
                                        <p:tav tm="0">
                                          <p:val>
                                            <p:strVal val="#ppt_x"/>
                                          </p:val>
                                        </p:tav>
                                        <p:tav tm="100000">
                                          <p:val>
                                            <p:strVal val="#ppt_x"/>
                                          </p:val>
                                        </p:tav>
                                      </p:tavLst>
                                    </p:anim>
                                    <p:anim calcmode="lin" valueType="num">
                                      <p:cBhvr additive="base">
                                        <p:cTn id="162" dur="550" fill="hold"/>
                                        <p:tgtEl>
                                          <p:spTgt spid="35"/>
                                        </p:tgtEl>
                                        <p:attrNameLst>
                                          <p:attrName>ppt_y</p:attrName>
                                        </p:attrNameLst>
                                      </p:cBhvr>
                                      <p:tavLst>
                                        <p:tav tm="0">
                                          <p:val>
                                            <p:strVal val="#ppt_y+.1"/>
                                          </p:val>
                                        </p:tav>
                                        <p:tav tm="100000">
                                          <p:val>
                                            <p:strVal val="#ppt_y"/>
                                          </p:val>
                                        </p:tav>
                                      </p:tavLst>
                                    </p:anim>
                                  </p:childTnLst>
                                </p:cTn>
                              </p:par>
                              <p:par>
                                <p:cTn id="163" presetID="42" presetClass="entr" presetSubtype="0" fill="hold" nodeType="withEffect">
                                  <p:stCondLst>
                                    <p:cond delay="2070"/>
                                  </p:stCondLst>
                                  <p:childTnLst>
                                    <p:set>
                                      <p:cBhvr>
                                        <p:cTn id="164" dur="1" fill="hold">
                                          <p:stCondLst>
                                            <p:cond delay="0"/>
                                          </p:stCondLst>
                                        </p:cTn>
                                        <p:tgtEl>
                                          <p:spTgt spid="36"/>
                                        </p:tgtEl>
                                        <p:attrNameLst>
                                          <p:attrName>style.visibility</p:attrName>
                                        </p:attrNameLst>
                                      </p:cBhvr>
                                      <p:to>
                                        <p:strVal val="visible"/>
                                      </p:to>
                                    </p:set>
                                    <p:animEffect transition="in" filter="fade">
                                      <p:cBhvr>
                                        <p:cTn id="165" dur="550"/>
                                        <p:tgtEl>
                                          <p:spTgt spid="36"/>
                                        </p:tgtEl>
                                      </p:cBhvr>
                                    </p:animEffect>
                                    <p:anim calcmode="lin" valueType="num">
                                      <p:cBhvr additive="base">
                                        <p:cTn id="166" dur="550" fill="hold"/>
                                        <p:tgtEl>
                                          <p:spTgt spid="36"/>
                                        </p:tgtEl>
                                        <p:attrNameLst>
                                          <p:attrName>ppt_x</p:attrName>
                                        </p:attrNameLst>
                                      </p:cBhvr>
                                      <p:tavLst>
                                        <p:tav tm="0">
                                          <p:val>
                                            <p:strVal val="#ppt_x"/>
                                          </p:val>
                                        </p:tav>
                                        <p:tav tm="100000">
                                          <p:val>
                                            <p:strVal val="#ppt_x"/>
                                          </p:val>
                                        </p:tav>
                                      </p:tavLst>
                                    </p:anim>
                                    <p:anim calcmode="lin" valueType="num">
                                      <p:cBhvr additive="base">
                                        <p:cTn id="167" dur="550" fill="hold"/>
                                        <p:tgtEl>
                                          <p:spTgt spid="36"/>
                                        </p:tgtEl>
                                        <p:attrNameLst>
                                          <p:attrName>ppt_y</p:attrName>
                                        </p:attrNameLst>
                                      </p:cBhvr>
                                      <p:tavLst>
                                        <p:tav tm="0">
                                          <p:val>
                                            <p:strVal val="#ppt_y+.1"/>
                                          </p:val>
                                        </p:tav>
                                        <p:tav tm="100000">
                                          <p:val>
                                            <p:strVal val="#ppt_y"/>
                                          </p:val>
                                        </p:tav>
                                      </p:tavLst>
                                    </p:anim>
                                  </p:childTnLst>
                                </p:cTn>
                              </p:par>
                              <p:par>
                                <p:cTn id="168" presetID="42" presetClass="entr" presetSubtype="0" fill="hold" nodeType="withEffect">
                                  <p:stCondLst>
                                    <p:cond delay="2070"/>
                                  </p:stCondLst>
                                  <p:childTnLst>
                                    <p:set>
                                      <p:cBhvr>
                                        <p:cTn id="169" dur="1" fill="hold">
                                          <p:stCondLst>
                                            <p:cond delay="0"/>
                                          </p:stCondLst>
                                        </p:cTn>
                                        <p:tgtEl>
                                          <p:spTgt spid="37"/>
                                        </p:tgtEl>
                                        <p:attrNameLst>
                                          <p:attrName>style.visibility</p:attrName>
                                        </p:attrNameLst>
                                      </p:cBhvr>
                                      <p:to>
                                        <p:strVal val="visible"/>
                                      </p:to>
                                    </p:set>
                                    <p:animEffect transition="in" filter="fade">
                                      <p:cBhvr>
                                        <p:cTn id="170" dur="550"/>
                                        <p:tgtEl>
                                          <p:spTgt spid="37"/>
                                        </p:tgtEl>
                                      </p:cBhvr>
                                    </p:animEffect>
                                    <p:anim calcmode="lin" valueType="num">
                                      <p:cBhvr additive="base">
                                        <p:cTn id="171" dur="550" fill="hold"/>
                                        <p:tgtEl>
                                          <p:spTgt spid="37"/>
                                        </p:tgtEl>
                                        <p:attrNameLst>
                                          <p:attrName>ppt_x</p:attrName>
                                        </p:attrNameLst>
                                      </p:cBhvr>
                                      <p:tavLst>
                                        <p:tav tm="0">
                                          <p:val>
                                            <p:strVal val="#ppt_x"/>
                                          </p:val>
                                        </p:tav>
                                        <p:tav tm="100000">
                                          <p:val>
                                            <p:strVal val="#ppt_x"/>
                                          </p:val>
                                        </p:tav>
                                      </p:tavLst>
                                    </p:anim>
                                    <p:anim calcmode="lin" valueType="num">
                                      <p:cBhvr additive="base">
                                        <p:cTn id="172" dur="550" fill="hold"/>
                                        <p:tgtEl>
                                          <p:spTgt spid="37"/>
                                        </p:tgtEl>
                                        <p:attrNameLst>
                                          <p:attrName>ppt_y</p:attrName>
                                        </p:attrNameLst>
                                      </p:cBhvr>
                                      <p:tavLst>
                                        <p:tav tm="0">
                                          <p:val>
                                            <p:strVal val="#ppt_y+.1"/>
                                          </p:val>
                                        </p:tav>
                                        <p:tav tm="100000">
                                          <p:val>
                                            <p:strVal val="#ppt_y"/>
                                          </p:val>
                                        </p:tav>
                                      </p:tavLst>
                                    </p:anim>
                                  </p:childTnLst>
                                </p:cTn>
                              </p:par>
                              <p:par>
                                <p:cTn id="173" presetID="42" presetClass="entr" presetSubtype="0" fill="hold" nodeType="withEffect">
                                  <p:stCondLst>
                                    <p:cond delay="2070"/>
                                  </p:stCondLst>
                                  <p:childTnLst>
                                    <p:set>
                                      <p:cBhvr>
                                        <p:cTn id="174" dur="1" fill="hold">
                                          <p:stCondLst>
                                            <p:cond delay="0"/>
                                          </p:stCondLst>
                                        </p:cTn>
                                        <p:tgtEl>
                                          <p:spTgt spid="38"/>
                                        </p:tgtEl>
                                        <p:attrNameLst>
                                          <p:attrName>style.visibility</p:attrName>
                                        </p:attrNameLst>
                                      </p:cBhvr>
                                      <p:to>
                                        <p:strVal val="visible"/>
                                      </p:to>
                                    </p:set>
                                    <p:animEffect transition="in" filter="fade">
                                      <p:cBhvr>
                                        <p:cTn id="175" dur="550"/>
                                        <p:tgtEl>
                                          <p:spTgt spid="38"/>
                                        </p:tgtEl>
                                      </p:cBhvr>
                                    </p:animEffect>
                                    <p:anim calcmode="lin" valueType="num">
                                      <p:cBhvr additive="base">
                                        <p:cTn id="176" dur="550" fill="hold"/>
                                        <p:tgtEl>
                                          <p:spTgt spid="38"/>
                                        </p:tgtEl>
                                        <p:attrNameLst>
                                          <p:attrName>ppt_x</p:attrName>
                                        </p:attrNameLst>
                                      </p:cBhvr>
                                      <p:tavLst>
                                        <p:tav tm="0">
                                          <p:val>
                                            <p:strVal val="#ppt_x"/>
                                          </p:val>
                                        </p:tav>
                                        <p:tav tm="100000">
                                          <p:val>
                                            <p:strVal val="#ppt_x"/>
                                          </p:val>
                                        </p:tav>
                                      </p:tavLst>
                                    </p:anim>
                                    <p:anim calcmode="lin" valueType="num">
                                      <p:cBhvr additive="base">
                                        <p:cTn id="177" dur="550" fill="hold"/>
                                        <p:tgtEl>
                                          <p:spTgt spid="38"/>
                                        </p:tgtEl>
                                        <p:attrNameLst>
                                          <p:attrName>ppt_y</p:attrName>
                                        </p:attrNameLst>
                                      </p:cBhvr>
                                      <p:tavLst>
                                        <p:tav tm="0">
                                          <p:val>
                                            <p:strVal val="#ppt_y+.1"/>
                                          </p:val>
                                        </p:tav>
                                        <p:tav tm="100000">
                                          <p:val>
                                            <p:strVal val="#ppt_y"/>
                                          </p:val>
                                        </p:tav>
                                      </p:tavLst>
                                    </p:anim>
                                  </p:childTnLst>
                                </p:cTn>
                              </p:par>
                              <p:par>
                                <p:cTn id="178" presetID="42" presetClass="entr" presetSubtype="0" fill="hold" nodeType="withEffect">
                                  <p:stCondLst>
                                    <p:cond delay="2070"/>
                                  </p:stCondLst>
                                  <p:childTnLst>
                                    <p:set>
                                      <p:cBhvr>
                                        <p:cTn id="179" dur="1" fill="hold">
                                          <p:stCondLst>
                                            <p:cond delay="0"/>
                                          </p:stCondLst>
                                        </p:cTn>
                                        <p:tgtEl>
                                          <p:spTgt spid="39"/>
                                        </p:tgtEl>
                                        <p:attrNameLst>
                                          <p:attrName>style.visibility</p:attrName>
                                        </p:attrNameLst>
                                      </p:cBhvr>
                                      <p:to>
                                        <p:strVal val="visible"/>
                                      </p:to>
                                    </p:set>
                                    <p:animEffect transition="in" filter="fade">
                                      <p:cBhvr>
                                        <p:cTn id="180" dur="550"/>
                                        <p:tgtEl>
                                          <p:spTgt spid="39"/>
                                        </p:tgtEl>
                                      </p:cBhvr>
                                    </p:animEffect>
                                    <p:anim calcmode="lin" valueType="num">
                                      <p:cBhvr additive="base">
                                        <p:cTn id="181" dur="550" fill="hold"/>
                                        <p:tgtEl>
                                          <p:spTgt spid="39"/>
                                        </p:tgtEl>
                                        <p:attrNameLst>
                                          <p:attrName>ppt_x</p:attrName>
                                        </p:attrNameLst>
                                      </p:cBhvr>
                                      <p:tavLst>
                                        <p:tav tm="0">
                                          <p:val>
                                            <p:strVal val="#ppt_x"/>
                                          </p:val>
                                        </p:tav>
                                        <p:tav tm="100000">
                                          <p:val>
                                            <p:strVal val="#ppt_x"/>
                                          </p:val>
                                        </p:tav>
                                      </p:tavLst>
                                    </p:anim>
                                    <p:anim calcmode="lin" valueType="num">
                                      <p:cBhvr additive="base">
                                        <p:cTn id="182" dur="550" fill="hold"/>
                                        <p:tgtEl>
                                          <p:spTgt spid="39"/>
                                        </p:tgtEl>
                                        <p:attrNameLst>
                                          <p:attrName>ppt_y</p:attrName>
                                        </p:attrNameLst>
                                      </p:cBhvr>
                                      <p:tavLst>
                                        <p:tav tm="0">
                                          <p:val>
                                            <p:strVal val="#ppt_y+.1"/>
                                          </p:val>
                                        </p:tav>
                                        <p:tav tm="100000">
                                          <p:val>
                                            <p:strVal val="#ppt_y"/>
                                          </p:val>
                                        </p:tav>
                                      </p:tavLst>
                                    </p:anim>
                                  </p:childTnLst>
                                </p:cTn>
                              </p:par>
                              <p:par>
                                <p:cTn id="183" presetID="42" presetClass="entr" presetSubtype="0" fill="hold" nodeType="withEffect">
                                  <p:stCondLst>
                                    <p:cond delay="2070"/>
                                  </p:stCondLst>
                                  <p:childTnLst>
                                    <p:set>
                                      <p:cBhvr>
                                        <p:cTn id="184" dur="1" fill="hold">
                                          <p:stCondLst>
                                            <p:cond delay="0"/>
                                          </p:stCondLst>
                                        </p:cTn>
                                        <p:tgtEl>
                                          <p:spTgt spid="40"/>
                                        </p:tgtEl>
                                        <p:attrNameLst>
                                          <p:attrName>style.visibility</p:attrName>
                                        </p:attrNameLst>
                                      </p:cBhvr>
                                      <p:to>
                                        <p:strVal val="visible"/>
                                      </p:to>
                                    </p:set>
                                    <p:animEffect transition="in" filter="fade">
                                      <p:cBhvr>
                                        <p:cTn id="185" dur="550"/>
                                        <p:tgtEl>
                                          <p:spTgt spid="40"/>
                                        </p:tgtEl>
                                      </p:cBhvr>
                                    </p:animEffect>
                                    <p:anim calcmode="lin" valueType="num">
                                      <p:cBhvr additive="base">
                                        <p:cTn id="186" dur="550" fill="hold"/>
                                        <p:tgtEl>
                                          <p:spTgt spid="40"/>
                                        </p:tgtEl>
                                        <p:attrNameLst>
                                          <p:attrName>ppt_x</p:attrName>
                                        </p:attrNameLst>
                                      </p:cBhvr>
                                      <p:tavLst>
                                        <p:tav tm="0">
                                          <p:val>
                                            <p:strVal val="#ppt_x"/>
                                          </p:val>
                                        </p:tav>
                                        <p:tav tm="100000">
                                          <p:val>
                                            <p:strVal val="#ppt_x"/>
                                          </p:val>
                                        </p:tav>
                                      </p:tavLst>
                                    </p:anim>
                                    <p:anim calcmode="lin" valueType="num">
                                      <p:cBhvr additive="base">
                                        <p:cTn id="187" dur="550" fill="hold"/>
                                        <p:tgtEl>
                                          <p:spTgt spid="40"/>
                                        </p:tgtEl>
                                        <p:attrNameLst>
                                          <p:attrName>ppt_y</p:attrName>
                                        </p:attrNameLst>
                                      </p:cBhvr>
                                      <p:tavLst>
                                        <p:tav tm="0">
                                          <p:val>
                                            <p:strVal val="#ppt_y+.1"/>
                                          </p:val>
                                        </p:tav>
                                        <p:tav tm="100000">
                                          <p:val>
                                            <p:strVal val="#ppt_y"/>
                                          </p:val>
                                        </p:tav>
                                      </p:tavLst>
                                    </p:anim>
                                  </p:childTnLst>
                                </p:cTn>
                              </p:par>
                              <p:par>
                                <p:cTn id="188" presetID="42" presetClass="entr" presetSubtype="0" fill="hold" nodeType="withEffect">
                                  <p:stCondLst>
                                    <p:cond delay="2190"/>
                                  </p:stCondLst>
                                  <p:childTnLst>
                                    <p:set>
                                      <p:cBhvr>
                                        <p:cTn id="189" dur="1" fill="hold">
                                          <p:stCondLst>
                                            <p:cond delay="0"/>
                                          </p:stCondLst>
                                        </p:cTn>
                                        <p:tgtEl>
                                          <p:spTgt spid="41"/>
                                        </p:tgtEl>
                                        <p:attrNameLst>
                                          <p:attrName>style.visibility</p:attrName>
                                        </p:attrNameLst>
                                      </p:cBhvr>
                                      <p:to>
                                        <p:strVal val="visible"/>
                                      </p:to>
                                    </p:set>
                                    <p:animEffect transition="in" filter="fade">
                                      <p:cBhvr>
                                        <p:cTn id="190" dur="550"/>
                                        <p:tgtEl>
                                          <p:spTgt spid="41"/>
                                        </p:tgtEl>
                                      </p:cBhvr>
                                    </p:animEffect>
                                    <p:anim calcmode="lin" valueType="num">
                                      <p:cBhvr additive="base">
                                        <p:cTn id="191" dur="550" fill="hold"/>
                                        <p:tgtEl>
                                          <p:spTgt spid="41"/>
                                        </p:tgtEl>
                                        <p:attrNameLst>
                                          <p:attrName>ppt_x</p:attrName>
                                        </p:attrNameLst>
                                      </p:cBhvr>
                                      <p:tavLst>
                                        <p:tav tm="0">
                                          <p:val>
                                            <p:strVal val="#ppt_x"/>
                                          </p:val>
                                        </p:tav>
                                        <p:tav tm="100000">
                                          <p:val>
                                            <p:strVal val="#ppt_x"/>
                                          </p:val>
                                        </p:tav>
                                      </p:tavLst>
                                    </p:anim>
                                    <p:anim calcmode="lin" valueType="num">
                                      <p:cBhvr additive="base">
                                        <p:cTn id="192" dur="550" fill="hold"/>
                                        <p:tgtEl>
                                          <p:spTgt spid="41"/>
                                        </p:tgtEl>
                                        <p:attrNameLst>
                                          <p:attrName>ppt_y</p:attrName>
                                        </p:attrNameLst>
                                      </p:cBhvr>
                                      <p:tavLst>
                                        <p:tav tm="0">
                                          <p:val>
                                            <p:strVal val="#ppt_y+.1"/>
                                          </p:val>
                                        </p:tav>
                                        <p:tav tm="100000">
                                          <p:val>
                                            <p:strVal val="#ppt_y"/>
                                          </p:val>
                                        </p:tav>
                                      </p:tavLst>
                                    </p:anim>
                                  </p:childTnLst>
                                </p:cTn>
                              </p:par>
                              <p:par>
                                <p:cTn id="193" presetID="42" presetClass="entr" presetSubtype="0" fill="hold" nodeType="withEffect">
                                  <p:stCondLst>
                                    <p:cond delay="2190"/>
                                  </p:stCondLst>
                                  <p:childTnLst>
                                    <p:set>
                                      <p:cBhvr>
                                        <p:cTn id="194" dur="1" fill="hold">
                                          <p:stCondLst>
                                            <p:cond delay="0"/>
                                          </p:stCondLst>
                                        </p:cTn>
                                        <p:tgtEl>
                                          <p:spTgt spid="42"/>
                                        </p:tgtEl>
                                        <p:attrNameLst>
                                          <p:attrName>style.visibility</p:attrName>
                                        </p:attrNameLst>
                                      </p:cBhvr>
                                      <p:to>
                                        <p:strVal val="visible"/>
                                      </p:to>
                                    </p:set>
                                    <p:animEffect transition="in" filter="fade">
                                      <p:cBhvr>
                                        <p:cTn id="195" dur="550"/>
                                        <p:tgtEl>
                                          <p:spTgt spid="42"/>
                                        </p:tgtEl>
                                      </p:cBhvr>
                                    </p:animEffect>
                                    <p:anim calcmode="lin" valueType="num">
                                      <p:cBhvr additive="base">
                                        <p:cTn id="196" dur="550" fill="hold"/>
                                        <p:tgtEl>
                                          <p:spTgt spid="42"/>
                                        </p:tgtEl>
                                        <p:attrNameLst>
                                          <p:attrName>ppt_x</p:attrName>
                                        </p:attrNameLst>
                                      </p:cBhvr>
                                      <p:tavLst>
                                        <p:tav tm="0">
                                          <p:val>
                                            <p:strVal val="#ppt_x"/>
                                          </p:val>
                                        </p:tav>
                                        <p:tav tm="100000">
                                          <p:val>
                                            <p:strVal val="#ppt_x"/>
                                          </p:val>
                                        </p:tav>
                                      </p:tavLst>
                                    </p:anim>
                                    <p:anim calcmode="lin" valueType="num">
                                      <p:cBhvr additive="base">
                                        <p:cTn id="197" dur="550" fill="hold"/>
                                        <p:tgtEl>
                                          <p:spTgt spid="42"/>
                                        </p:tgtEl>
                                        <p:attrNameLst>
                                          <p:attrName>ppt_y</p:attrName>
                                        </p:attrNameLst>
                                      </p:cBhvr>
                                      <p:tavLst>
                                        <p:tav tm="0">
                                          <p:val>
                                            <p:strVal val="#ppt_y+.1"/>
                                          </p:val>
                                        </p:tav>
                                        <p:tav tm="100000">
                                          <p:val>
                                            <p:strVal val="#ppt_y"/>
                                          </p:val>
                                        </p:tav>
                                      </p:tavLst>
                                    </p:anim>
                                  </p:childTnLst>
                                </p:cTn>
                              </p:par>
                              <p:par>
                                <p:cTn id="198" presetID="42" presetClass="entr" presetSubtype="0" fill="hold" nodeType="withEffect">
                                  <p:stCondLst>
                                    <p:cond delay="2190"/>
                                  </p:stCondLst>
                                  <p:childTnLst>
                                    <p:set>
                                      <p:cBhvr>
                                        <p:cTn id="199" dur="1" fill="hold">
                                          <p:stCondLst>
                                            <p:cond delay="0"/>
                                          </p:stCondLst>
                                        </p:cTn>
                                        <p:tgtEl>
                                          <p:spTgt spid="43"/>
                                        </p:tgtEl>
                                        <p:attrNameLst>
                                          <p:attrName>style.visibility</p:attrName>
                                        </p:attrNameLst>
                                      </p:cBhvr>
                                      <p:to>
                                        <p:strVal val="visible"/>
                                      </p:to>
                                    </p:set>
                                    <p:animEffect transition="in" filter="fade">
                                      <p:cBhvr>
                                        <p:cTn id="200" dur="550"/>
                                        <p:tgtEl>
                                          <p:spTgt spid="43"/>
                                        </p:tgtEl>
                                      </p:cBhvr>
                                    </p:animEffect>
                                    <p:anim calcmode="lin" valueType="num">
                                      <p:cBhvr additive="base">
                                        <p:cTn id="201" dur="550" fill="hold"/>
                                        <p:tgtEl>
                                          <p:spTgt spid="43"/>
                                        </p:tgtEl>
                                        <p:attrNameLst>
                                          <p:attrName>ppt_x</p:attrName>
                                        </p:attrNameLst>
                                      </p:cBhvr>
                                      <p:tavLst>
                                        <p:tav tm="0">
                                          <p:val>
                                            <p:strVal val="#ppt_x"/>
                                          </p:val>
                                        </p:tav>
                                        <p:tav tm="100000">
                                          <p:val>
                                            <p:strVal val="#ppt_x"/>
                                          </p:val>
                                        </p:tav>
                                      </p:tavLst>
                                    </p:anim>
                                    <p:anim calcmode="lin" valueType="num">
                                      <p:cBhvr additive="base">
                                        <p:cTn id="202" dur="550" fill="hold"/>
                                        <p:tgtEl>
                                          <p:spTgt spid="43"/>
                                        </p:tgtEl>
                                        <p:attrNameLst>
                                          <p:attrName>ppt_y</p:attrName>
                                        </p:attrNameLst>
                                      </p:cBhvr>
                                      <p:tavLst>
                                        <p:tav tm="0">
                                          <p:val>
                                            <p:strVal val="#ppt_y+.1"/>
                                          </p:val>
                                        </p:tav>
                                        <p:tav tm="100000">
                                          <p:val>
                                            <p:strVal val="#ppt_y"/>
                                          </p:val>
                                        </p:tav>
                                      </p:tavLst>
                                    </p:anim>
                                  </p:childTnLst>
                                </p:cTn>
                              </p:par>
                              <p:par>
                                <p:cTn id="203" presetID="42" presetClass="entr" presetSubtype="0" fill="hold" nodeType="withEffect">
                                  <p:stCondLst>
                                    <p:cond delay="2190"/>
                                  </p:stCondLst>
                                  <p:childTnLst>
                                    <p:set>
                                      <p:cBhvr>
                                        <p:cTn id="204" dur="1" fill="hold">
                                          <p:stCondLst>
                                            <p:cond delay="0"/>
                                          </p:stCondLst>
                                        </p:cTn>
                                        <p:tgtEl>
                                          <p:spTgt spid="44"/>
                                        </p:tgtEl>
                                        <p:attrNameLst>
                                          <p:attrName>style.visibility</p:attrName>
                                        </p:attrNameLst>
                                      </p:cBhvr>
                                      <p:to>
                                        <p:strVal val="visible"/>
                                      </p:to>
                                    </p:set>
                                    <p:animEffect transition="in" filter="fade">
                                      <p:cBhvr>
                                        <p:cTn id="205" dur="550"/>
                                        <p:tgtEl>
                                          <p:spTgt spid="44"/>
                                        </p:tgtEl>
                                      </p:cBhvr>
                                    </p:animEffect>
                                    <p:anim calcmode="lin" valueType="num">
                                      <p:cBhvr additive="base">
                                        <p:cTn id="206" dur="550" fill="hold"/>
                                        <p:tgtEl>
                                          <p:spTgt spid="44"/>
                                        </p:tgtEl>
                                        <p:attrNameLst>
                                          <p:attrName>ppt_x</p:attrName>
                                        </p:attrNameLst>
                                      </p:cBhvr>
                                      <p:tavLst>
                                        <p:tav tm="0">
                                          <p:val>
                                            <p:strVal val="#ppt_x"/>
                                          </p:val>
                                        </p:tav>
                                        <p:tav tm="100000">
                                          <p:val>
                                            <p:strVal val="#ppt_x"/>
                                          </p:val>
                                        </p:tav>
                                      </p:tavLst>
                                    </p:anim>
                                    <p:anim calcmode="lin" valueType="num">
                                      <p:cBhvr additive="base">
                                        <p:cTn id="207" dur="550" fill="hold"/>
                                        <p:tgtEl>
                                          <p:spTgt spid="44"/>
                                        </p:tgtEl>
                                        <p:attrNameLst>
                                          <p:attrName>ppt_y</p:attrName>
                                        </p:attrNameLst>
                                      </p:cBhvr>
                                      <p:tavLst>
                                        <p:tav tm="0">
                                          <p:val>
                                            <p:strVal val="#ppt_y+.1"/>
                                          </p:val>
                                        </p:tav>
                                        <p:tav tm="100000">
                                          <p:val>
                                            <p:strVal val="#ppt_y"/>
                                          </p:val>
                                        </p:tav>
                                      </p:tavLst>
                                    </p:anim>
                                  </p:childTnLst>
                                </p:cTn>
                              </p:par>
                              <p:par>
                                <p:cTn id="208" presetID="42" presetClass="entr" presetSubtype="0" fill="hold" nodeType="withEffect">
                                  <p:stCondLst>
                                    <p:cond delay="2190"/>
                                  </p:stCondLst>
                                  <p:childTnLst>
                                    <p:set>
                                      <p:cBhvr>
                                        <p:cTn id="209" dur="1" fill="hold">
                                          <p:stCondLst>
                                            <p:cond delay="0"/>
                                          </p:stCondLst>
                                        </p:cTn>
                                        <p:tgtEl>
                                          <p:spTgt spid="45"/>
                                        </p:tgtEl>
                                        <p:attrNameLst>
                                          <p:attrName>style.visibility</p:attrName>
                                        </p:attrNameLst>
                                      </p:cBhvr>
                                      <p:to>
                                        <p:strVal val="visible"/>
                                      </p:to>
                                    </p:set>
                                    <p:animEffect transition="in" filter="fade">
                                      <p:cBhvr>
                                        <p:cTn id="210" dur="550"/>
                                        <p:tgtEl>
                                          <p:spTgt spid="45"/>
                                        </p:tgtEl>
                                      </p:cBhvr>
                                    </p:animEffect>
                                    <p:anim calcmode="lin" valueType="num">
                                      <p:cBhvr additive="base">
                                        <p:cTn id="211" dur="550" fill="hold"/>
                                        <p:tgtEl>
                                          <p:spTgt spid="45"/>
                                        </p:tgtEl>
                                        <p:attrNameLst>
                                          <p:attrName>ppt_x</p:attrName>
                                        </p:attrNameLst>
                                      </p:cBhvr>
                                      <p:tavLst>
                                        <p:tav tm="0">
                                          <p:val>
                                            <p:strVal val="#ppt_x"/>
                                          </p:val>
                                        </p:tav>
                                        <p:tav tm="100000">
                                          <p:val>
                                            <p:strVal val="#ppt_x"/>
                                          </p:val>
                                        </p:tav>
                                      </p:tavLst>
                                    </p:anim>
                                    <p:anim calcmode="lin" valueType="num">
                                      <p:cBhvr additive="base">
                                        <p:cTn id="212" dur="550" fill="hold"/>
                                        <p:tgtEl>
                                          <p:spTgt spid="45"/>
                                        </p:tgtEl>
                                        <p:attrNameLst>
                                          <p:attrName>ppt_y</p:attrName>
                                        </p:attrNameLst>
                                      </p:cBhvr>
                                      <p:tavLst>
                                        <p:tav tm="0">
                                          <p:val>
                                            <p:strVal val="#ppt_y+.1"/>
                                          </p:val>
                                        </p:tav>
                                        <p:tav tm="100000">
                                          <p:val>
                                            <p:strVal val="#ppt_y"/>
                                          </p:val>
                                        </p:tav>
                                      </p:tavLst>
                                    </p:anim>
                                  </p:childTnLst>
                                </p:cTn>
                              </p:par>
                              <p:par>
                                <p:cTn id="213" presetID="42" presetClass="entr" presetSubtype="0" fill="hold" nodeType="withEffect">
                                  <p:stCondLst>
                                    <p:cond delay="2310"/>
                                  </p:stCondLst>
                                  <p:childTnLst>
                                    <p:set>
                                      <p:cBhvr>
                                        <p:cTn id="214" dur="1" fill="hold">
                                          <p:stCondLst>
                                            <p:cond delay="0"/>
                                          </p:stCondLst>
                                        </p:cTn>
                                        <p:tgtEl>
                                          <p:spTgt spid="46"/>
                                        </p:tgtEl>
                                        <p:attrNameLst>
                                          <p:attrName>style.visibility</p:attrName>
                                        </p:attrNameLst>
                                      </p:cBhvr>
                                      <p:to>
                                        <p:strVal val="visible"/>
                                      </p:to>
                                    </p:set>
                                    <p:animEffect transition="in" filter="fade">
                                      <p:cBhvr>
                                        <p:cTn id="215" dur="550"/>
                                        <p:tgtEl>
                                          <p:spTgt spid="46"/>
                                        </p:tgtEl>
                                      </p:cBhvr>
                                    </p:animEffect>
                                    <p:anim calcmode="lin" valueType="num">
                                      <p:cBhvr additive="base">
                                        <p:cTn id="216" dur="550" fill="hold"/>
                                        <p:tgtEl>
                                          <p:spTgt spid="46"/>
                                        </p:tgtEl>
                                        <p:attrNameLst>
                                          <p:attrName>ppt_x</p:attrName>
                                        </p:attrNameLst>
                                      </p:cBhvr>
                                      <p:tavLst>
                                        <p:tav tm="0">
                                          <p:val>
                                            <p:strVal val="#ppt_x"/>
                                          </p:val>
                                        </p:tav>
                                        <p:tav tm="100000">
                                          <p:val>
                                            <p:strVal val="#ppt_x"/>
                                          </p:val>
                                        </p:tav>
                                      </p:tavLst>
                                    </p:anim>
                                    <p:anim calcmode="lin" valueType="num">
                                      <p:cBhvr additive="base">
                                        <p:cTn id="217" dur="550" fill="hold"/>
                                        <p:tgtEl>
                                          <p:spTgt spid="46"/>
                                        </p:tgtEl>
                                        <p:attrNameLst>
                                          <p:attrName>ppt_y</p:attrName>
                                        </p:attrNameLst>
                                      </p:cBhvr>
                                      <p:tavLst>
                                        <p:tav tm="0">
                                          <p:val>
                                            <p:strVal val="#ppt_y+.1"/>
                                          </p:val>
                                        </p:tav>
                                        <p:tav tm="100000">
                                          <p:val>
                                            <p:strVal val="#ppt_y"/>
                                          </p:val>
                                        </p:tav>
                                      </p:tavLst>
                                    </p:anim>
                                  </p:childTnLst>
                                </p:cTn>
                              </p:par>
                              <p:par>
                                <p:cTn id="218" presetID="42" presetClass="entr" presetSubtype="0" fill="hold" nodeType="withEffect">
                                  <p:stCondLst>
                                    <p:cond delay="2310"/>
                                  </p:stCondLst>
                                  <p:childTnLst>
                                    <p:set>
                                      <p:cBhvr>
                                        <p:cTn id="219" dur="1" fill="hold">
                                          <p:stCondLst>
                                            <p:cond delay="0"/>
                                          </p:stCondLst>
                                        </p:cTn>
                                        <p:tgtEl>
                                          <p:spTgt spid="47"/>
                                        </p:tgtEl>
                                        <p:attrNameLst>
                                          <p:attrName>style.visibility</p:attrName>
                                        </p:attrNameLst>
                                      </p:cBhvr>
                                      <p:to>
                                        <p:strVal val="visible"/>
                                      </p:to>
                                    </p:set>
                                    <p:animEffect transition="in" filter="fade">
                                      <p:cBhvr>
                                        <p:cTn id="220" dur="550"/>
                                        <p:tgtEl>
                                          <p:spTgt spid="47"/>
                                        </p:tgtEl>
                                      </p:cBhvr>
                                    </p:animEffect>
                                    <p:anim calcmode="lin" valueType="num">
                                      <p:cBhvr additive="base">
                                        <p:cTn id="221" dur="550" fill="hold"/>
                                        <p:tgtEl>
                                          <p:spTgt spid="47"/>
                                        </p:tgtEl>
                                        <p:attrNameLst>
                                          <p:attrName>ppt_x</p:attrName>
                                        </p:attrNameLst>
                                      </p:cBhvr>
                                      <p:tavLst>
                                        <p:tav tm="0">
                                          <p:val>
                                            <p:strVal val="#ppt_x"/>
                                          </p:val>
                                        </p:tav>
                                        <p:tav tm="100000">
                                          <p:val>
                                            <p:strVal val="#ppt_x"/>
                                          </p:val>
                                        </p:tav>
                                      </p:tavLst>
                                    </p:anim>
                                    <p:anim calcmode="lin" valueType="num">
                                      <p:cBhvr additive="base">
                                        <p:cTn id="222" dur="550" fill="hold"/>
                                        <p:tgtEl>
                                          <p:spTgt spid="47"/>
                                        </p:tgtEl>
                                        <p:attrNameLst>
                                          <p:attrName>ppt_y</p:attrName>
                                        </p:attrNameLst>
                                      </p:cBhvr>
                                      <p:tavLst>
                                        <p:tav tm="0">
                                          <p:val>
                                            <p:strVal val="#ppt_y+.1"/>
                                          </p:val>
                                        </p:tav>
                                        <p:tav tm="100000">
                                          <p:val>
                                            <p:strVal val="#ppt_y"/>
                                          </p:val>
                                        </p:tav>
                                      </p:tavLst>
                                    </p:anim>
                                  </p:childTnLst>
                                </p:cTn>
                              </p:par>
                              <p:par>
                                <p:cTn id="223" presetID="42" presetClass="entr" presetSubtype="0" fill="hold" nodeType="withEffect">
                                  <p:stCondLst>
                                    <p:cond delay="2310"/>
                                  </p:stCondLst>
                                  <p:childTnLst>
                                    <p:set>
                                      <p:cBhvr>
                                        <p:cTn id="224" dur="1" fill="hold">
                                          <p:stCondLst>
                                            <p:cond delay="0"/>
                                          </p:stCondLst>
                                        </p:cTn>
                                        <p:tgtEl>
                                          <p:spTgt spid="48"/>
                                        </p:tgtEl>
                                        <p:attrNameLst>
                                          <p:attrName>style.visibility</p:attrName>
                                        </p:attrNameLst>
                                      </p:cBhvr>
                                      <p:to>
                                        <p:strVal val="visible"/>
                                      </p:to>
                                    </p:set>
                                    <p:animEffect transition="in" filter="fade">
                                      <p:cBhvr>
                                        <p:cTn id="225" dur="550"/>
                                        <p:tgtEl>
                                          <p:spTgt spid="48"/>
                                        </p:tgtEl>
                                      </p:cBhvr>
                                    </p:animEffect>
                                    <p:anim calcmode="lin" valueType="num">
                                      <p:cBhvr additive="base">
                                        <p:cTn id="226" dur="550" fill="hold"/>
                                        <p:tgtEl>
                                          <p:spTgt spid="48"/>
                                        </p:tgtEl>
                                        <p:attrNameLst>
                                          <p:attrName>ppt_x</p:attrName>
                                        </p:attrNameLst>
                                      </p:cBhvr>
                                      <p:tavLst>
                                        <p:tav tm="0">
                                          <p:val>
                                            <p:strVal val="#ppt_x"/>
                                          </p:val>
                                        </p:tav>
                                        <p:tav tm="100000">
                                          <p:val>
                                            <p:strVal val="#ppt_x"/>
                                          </p:val>
                                        </p:tav>
                                      </p:tavLst>
                                    </p:anim>
                                    <p:anim calcmode="lin" valueType="num">
                                      <p:cBhvr additive="base">
                                        <p:cTn id="227" dur="550" fill="hold"/>
                                        <p:tgtEl>
                                          <p:spTgt spid="48"/>
                                        </p:tgtEl>
                                        <p:attrNameLst>
                                          <p:attrName>ppt_y</p:attrName>
                                        </p:attrNameLst>
                                      </p:cBhvr>
                                      <p:tavLst>
                                        <p:tav tm="0">
                                          <p:val>
                                            <p:strVal val="#ppt_y+.1"/>
                                          </p:val>
                                        </p:tav>
                                        <p:tav tm="100000">
                                          <p:val>
                                            <p:strVal val="#ppt_y"/>
                                          </p:val>
                                        </p:tav>
                                      </p:tavLst>
                                    </p:anim>
                                  </p:childTnLst>
                                </p:cTn>
                              </p:par>
                              <p:par>
                                <p:cTn id="228" presetID="42" presetClass="entr" presetSubtype="0" fill="hold" nodeType="withEffect">
                                  <p:stCondLst>
                                    <p:cond delay="2310"/>
                                  </p:stCondLst>
                                  <p:childTnLst>
                                    <p:set>
                                      <p:cBhvr>
                                        <p:cTn id="229" dur="1" fill="hold">
                                          <p:stCondLst>
                                            <p:cond delay="0"/>
                                          </p:stCondLst>
                                        </p:cTn>
                                        <p:tgtEl>
                                          <p:spTgt spid="49"/>
                                        </p:tgtEl>
                                        <p:attrNameLst>
                                          <p:attrName>style.visibility</p:attrName>
                                        </p:attrNameLst>
                                      </p:cBhvr>
                                      <p:to>
                                        <p:strVal val="visible"/>
                                      </p:to>
                                    </p:set>
                                    <p:animEffect transition="in" filter="fade">
                                      <p:cBhvr>
                                        <p:cTn id="230" dur="550"/>
                                        <p:tgtEl>
                                          <p:spTgt spid="49"/>
                                        </p:tgtEl>
                                      </p:cBhvr>
                                    </p:animEffect>
                                    <p:anim calcmode="lin" valueType="num">
                                      <p:cBhvr additive="base">
                                        <p:cTn id="231" dur="550" fill="hold"/>
                                        <p:tgtEl>
                                          <p:spTgt spid="49"/>
                                        </p:tgtEl>
                                        <p:attrNameLst>
                                          <p:attrName>ppt_x</p:attrName>
                                        </p:attrNameLst>
                                      </p:cBhvr>
                                      <p:tavLst>
                                        <p:tav tm="0">
                                          <p:val>
                                            <p:strVal val="#ppt_x"/>
                                          </p:val>
                                        </p:tav>
                                        <p:tav tm="100000">
                                          <p:val>
                                            <p:strVal val="#ppt_x"/>
                                          </p:val>
                                        </p:tav>
                                      </p:tavLst>
                                    </p:anim>
                                    <p:anim calcmode="lin" valueType="num">
                                      <p:cBhvr additive="base">
                                        <p:cTn id="232" dur="550" fill="hold"/>
                                        <p:tgtEl>
                                          <p:spTgt spid="49"/>
                                        </p:tgtEl>
                                        <p:attrNameLst>
                                          <p:attrName>ppt_y</p:attrName>
                                        </p:attrNameLst>
                                      </p:cBhvr>
                                      <p:tavLst>
                                        <p:tav tm="0">
                                          <p:val>
                                            <p:strVal val="#ppt_y+.1"/>
                                          </p:val>
                                        </p:tav>
                                        <p:tav tm="100000">
                                          <p:val>
                                            <p:strVal val="#ppt_y"/>
                                          </p:val>
                                        </p:tav>
                                      </p:tavLst>
                                    </p:anim>
                                  </p:childTnLst>
                                </p:cTn>
                              </p:par>
                              <p:par>
                                <p:cTn id="233" presetID="42" presetClass="entr" presetSubtype="0" fill="hold" nodeType="withEffect">
                                  <p:stCondLst>
                                    <p:cond delay="2310"/>
                                  </p:stCondLst>
                                  <p:childTnLst>
                                    <p:set>
                                      <p:cBhvr>
                                        <p:cTn id="234" dur="1" fill="hold">
                                          <p:stCondLst>
                                            <p:cond delay="0"/>
                                          </p:stCondLst>
                                        </p:cTn>
                                        <p:tgtEl>
                                          <p:spTgt spid="50"/>
                                        </p:tgtEl>
                                        <p:attrNameLst>
                                          <p:attrName>style.visibility</p:attrName>
                                        </p:attrNameLst>
                                      </p:cBhvr>
                                      <p:to>
                                        <p:strVal val="visible"/>
                                      </p:to>
                                    </p:set>
                                    <p:animEffect transition="in" filter="fade">
                                      <p:cBhvr>
                                        <p:cTn id="235" dur="550"/>
                                        <p:tgtEl>
                                          <p:spTgt spid="50"/>
                                        </p:tgtEl>
                                      </p:cBhvr>
                                    </p:animEffect>
                                    <p:anim calcmode="lin" valueType="num">
                                      <p:cBhvr additive="base">
                                        <p:cTn id="236" dur="550" fill="hold"/>
                                        <p:tgtEl>
                                          <p:spTgt spid="50"/>
                                        </p:tgtEl>
                                        <p:attrNameLst>
                                          <p:attrName>ppt_x</p:attrName>
                                        </p:attrNameLst>
                                      </p:cBhvr>
                                      <p:tavLst>
                                        <p:tav tm="0">
                                          <p:val>
                                            <p:strVal val="#ppt_x"/>
                                          </p:val>
                                        </p:tav>
                                        <p:tav tm="100000">
                                          <p:val>
                                            <p:strVal val="#ppt_x"/>
                                          </p:val>
                                        </p:tav>
                                      </p:tavLst>
                                    </p:anim>
                                    <p:anim calcmode="lin" valueType="num">
                                      <p:cBhvr additive="base">
                                        <p:cTn id="237" dur="550" fill="hold"/>
                                        <p:tgtEl>
                                          <p:spTgt spid="5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2F1F8"/>
        </a:solidFill>
      </p:bgPr>
    </p:bg>
    <p:spTree>
      <p:nvGrpSpPr>
        <p:cNvPr id="1" name=""/>
        <p:cNvGrpSpPr/>
        <p:nvPr/>
      </p:nvGrpSpPr>
      <p:grpSpPr>
        <a:xfrm>
          <a:off x="0" y="0"/>
          <a:ext cx="0" cy="0"/>
          <a:chOff x="0" y="0"/>
          <a:chExt cx="0" cy="0"/>
        </a:xfrm>
      </p:grpSpPr>
      <p:sp>
        <p:nvSpPr>
          <p:cNvPr id="2" name="anim:0:zoom:0"/>
          <p:cNvSpPr txBox="1"/>
          <p:nvPr/>
        </p:nvSpPr>
        <p:spPr>
          <a:xfrm rot="-180000">
            <a:off x="548640" y="320040"/>
            <a:ext cx="1645920" cy="384048"/>
          </a:xfrm>
          <a:prstGeom prst="roundRect">
            <a:avLst>
              <a:gd name="adj" fmla="val 19048"/>
            </a:avLst>
          </a:prstGeom>
          <a:solidFill>
            <a:srgbClr val="FFE600"/>
          </a:solidFill>
          <a:ln w="25400">
            <a:solidFill>
              <a:srgbClr val="000000"/>
            </a:solidFill>
          </a:ln>
          <a:effectLst>
            <a:outerShdw sx="100000" sy="100000" kx="0" ky="0" algn="bl" rotWithShape="0" blurRad="101600" dist="38100" dir="2700000">
              <a:srgbClr val="000000">
                <a:alpha val="100000"/>
              </a:srgbClr>
            </a:outerShdw>
          </a:effectLst>
        </p:spPr>
        <p:txBody>
          <a:bodyPr wrap="square" lIns="0" tIns="0" rIns="0" bIns="0"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EVALUATION</a:t>
            </a:r>
            <a:endParaRPr lang="en-US" sz="1200" dirty="0"/>
          </a:p>
        </p:txBody>
      </p:sp>
      <p:sp>
        <p:nvSpPr>
          <p:cNvPr id="3" name="Text 1"/>
          <p:cNvSpPr txBox="1"/>
          <p:nvPr/>
        </p:nvSpPr>
        <p:spPr>
          <a:xfrm>
            <a:off x="548640" y="822960"/>
            <a:ext cx="11064240" cy="685800"/>
          </a:xfrm>
          <a:prstGeom prst="rect">
            <a:avLst/>
          </a:prstGeom>
          <a:noFill/>
          <a:ln/>
        </p:spPr>
        <p:txBody>
          <a:bodyPr wrap="square" lIns="0" tIns="0" rIns="0" bIns="0" rtlCol="0" anchor="ctr"/>
          <a:lstStyle/>
          <a:p>
            <a:pPr indent="0" marL="0">
              <a:buNone/>
            </a:pPr>
            <a:r>
              <a:rPr lang="en-US" sz="3200" b="1" dirty="0">
                <a:solidFill>
                  <a:srgbClr val="000000"/>
                </a:solidFill>
                <a:latin typeface="Arial" pitchFamily="34" charset="0"/>
                <a:ea typeface="Arial" pitchFamily="34" charset="-122"/>
                <a:cs typeface="Arial" pitchFamily="34" charset="-120"/>
              </a:rPr>
              <a:t>HOW WE WILL EVALUATE IT</a:t>
            </a:r>
            <a:endParaRPr lang="en-US" sz="3200" dirty="0"/>
          </a:p>
        </p:txBody>
      </p:sp>
      <p:sp>
        <p:nvSpPr>
          <p:cNvPr id="4" name="Text 2"/>
          <p:cNvSpPr txBox="1"/>
          <p:nvPr/>
        </p:nvSpPr>
        <p:spPr>
          <a:xfrm>
            <a:off x="548640" y="1481328"/>
            <a:ext cx="11064240" cy="365760"/>
          </a:xfrm>
          <a:prstGeom prst="rect">
            <a:avLst/>
          </a:prstGeom>
          <a:noFill/>
          <a:ln/>
        </p:spPr>
        <p:txBody>
          <a:bodyPr wrap="square" lIns="0" tIns="0" rIns="0" bIns="0" rtlCol="0" anchor="t"/>
          <a:lstStyle/>
          <a:p>
            <a:pPr indent="0" marL="0">
              <a:buNone/>
            </a:pPr>
            <a:r>
              <a:rPr lang="en-US" sz="1500" dirty="0">
                <a:solidFill>
                  <a:srgbClr val="333333"/>
                </a:solidFill>
                <a:latin typeface="Arial" pitchFamily="34" charset="0"/>
                <a:ea typeface="Arial" pitchFamily="34" charset="-122"/>
                <a:cs typeface="Arial" pitchFamily="34" charset="-120"/>
              </a:rPr>
              <a:t>ISO/IEC 25010-based questionnaire, four-point Likert scale, weighted mean</a:t>
            </a:r>
            <a:endParaRPr lang="en-US" sz="1500" dirty="0"/>
          </a:p>
        </p:txBody>
      </p:sp>
      <p:sp>
        <p:nvSpPr>
          <p:cNvPr id="5" name="Text 3"/>
          <p:cNvSpPr txBox="1"/>
          <p:nvPr/>
        </p:nvSpPr>
        <p:spPr>
          <a:xfrm>
            <a:off x="548640" y="2011680"/>
            <a:ext cx="3657600" cy="320040"/>
          </a:xfrm>
          <a:prstGeom prst="rect">
            <a:avLst/>
          </a:prstGeom>
          <a:noFill/>
          <a:ln/>
        </p:spPr>
        <p:txBody>
          <a:bodyPr wrap="square" lIns="0" tIns="0" rIns="0" bIns="0" rtlCol="0" anchor="t"/>
          <a:lstStyle/>
          <a:p>
            <a:pPr indent="0" marL="0">
              <a:buNone/>
            </a:pPr>
            <a:r>
              <a:rPr lang="en-US" sz="1200" b="1" dirty="0">
                <a:solidFill>
                  <a:srgbClr val="333333"/>
                </a:solidFill>
                <a:latin typeface="Arial" pitchFamily="34" charset="0"/>
                <a:ea typeface="Arial" pitchFamily="34" charset="-122"/>
                <a:cs typeface="Arial" pitchFamily="34" charset="-120"/>
              </a:rPr>
              <a:t>RESPONDENTS</a:t>
            </a:r>
            <a:endParaRPr lang="en-US" sz="1200" dirty="0"/>
          </a:p>
        </p:txBody>
      </p:sp>
      <p:sp>
        <p:nvSpPr>
          <p:cNvPr id="6" name="anim:1:zoom:0"/>
          <p:cNvSpPr/>
          <p:nvPr/>
        </p:nvSpPr>
        <p:spPr>
          <a:xfrm>
            <a:off x="548640" y="2377440"/>
            <a:ext cx="3657600" cy="960120"/>
          </a:xfrm>
          <a:prstGeom prst="roundRect">
            <a:avLst>
              <a:gd name="adj" fmla="val 11429"/>
            </a:avLst>
          </a:prstGeom>
          <a:solidFill>
            <a:srgbClr val="FFFFFF"/>
          </a:solidFill>
          <a:ln w="28575">
            <a:solidFill>
              <a:srgbClr val="000000"/>
            </a:solidFill>
            <a:prstDash val="solid"/>
          </a:ln>
          <a:effectLst>
            <a:outerShdw sx="100000" sy="100000" kx="0" ky="0" algn="bl" rotWithShape="0" blurRad="101600" dist="63500" dir="2700000">
              <a:srgbClr val="000000">
                <a:alpha val="100000"/>
              </a:srgbClr>
            </a:outerShdw>
          </a:effectLst>
        </p:spPr>
      </p:sp>
      <p:sp>
        <p:nvSpPr>
          <p:cNvPr id="7" name="anim:1:zoom:0"/>
          <p:cNvSpPr txBox="1"/>
          <p:nvPr/>
        </p:nvSpPr>
        <p:spPr>
          <a:xfrm>
            <a:off x="777240" y="2377440"/>
            <a:ext cx="1371600" cy="960120"/>
          </a:xfrm>
          <a:prstGeom prst="rect">
            <a:avLst/>
          </a:prstGeom>
          <a:noFill/>
          <a:ln/>
        </p:spPr>
        <p:txBody>
          <a:bodyPr wrap="square" lIns="0" tIns="0" rIns="0" bIns="0" rtlCol="0" anchor="ctr"/>
          <a:lstStyle/>
          <a:p>
            <a:pPr indent="0" marL="0">
              <a:buNone/>
            </a:pPr>
            <a:r>
              <a:rPr lang="en-US" sz="3200" b="1" dirty="0">
                <a:solidFill>
                  <a:srgbClr val="1E50FF"/>
                </a:solidFill>
                <a:latin typeface="Arial" pitchFamily="34" charset="0"/>
                <a:ea typeface="Arial" pitchFamily="34" charset="-122"/>
                <a:cs typeface="Arial" pitchFamily="34" charset="-120"/>
              </a:rPr>
              <a:t>1</a:t>
            </a:r>
            <a:endParaRPr lang="en-US" sz="3200" dirty="0"/>
          </a:p>
        </p:txBody>
      </p:sp>
      <p:sp>
        <p:nvSpPr>
          <p:cNvPr id="8" name="anim:1:zoom:0"/>
          <p:cNvSpPr txBox="1"/>
          <p:nvPr/>
        </p:nvSpPr>
        <p:spPr>
          <a:xfrm>
            <a:off x="2148840" y="2377440"/>
            <a:ext cx="1920240" cy="960120"/>
          </a:xfrm>
          <a:prstGeom prst="rect">
            <a:avLst/>
          </a:prstGeom>
          <a:noFill/>
          <a:ln/>
        </p:spPr>
        <p:txBody>
          <a:bodyPr wrap="square" lIns="0" tIns="0" rIns="0" bIns="0" rtlCol="0" anchor="ctr"/>
          <a:lstStyle/>
          <a:p>
            <a:pPr indent="0" marL="0">
              <a:buNone/>
            </a:pPr>
            <a:r>
              <a:rPr lang="en-US" sz="1400" b="1" dirty="0">
                <a:solidFill>
                  <a:srgbClr val="000000"/>
                </a:solidFill>
                <a:latin typeface="Arial" pitchFamily="34" charset="0"/>
                <a:ea typeface="Arial" pitchFamily="34" charset="-122"/>
                <a:cs typeface="Arial" pitchFamily="34" charset="-120"/>
              </a:rPr>
              <a:t>OWNER</a:t>
            </a:r>
            <a:endParaRPr lang="en-US" sz="1400" dirty="0"/>
          </a:p>
        </p:txBody>
      </p:sp>
      <p:sp>
        <p:nvSpPr>
          <p:cNvPr id="9" name="anim:1:zoom:1"/>
          <p:cNvSpPr/>
          <p:nvPr/>
        </p:nvSpPr>
        <p:spPr>
          <a:xfrm>
            <a:off x="548640" y="3566160"/>
            <a:ext cx="3657600" cy="960120"/>
          </a:xfrm>
          <a:prstGeom prst="roundRect">
            <a:avLst>
              <a:gd name="adj" fmla="val 11429"/>
            </a:avLst>
          </a:prstGeom>
          <a:solidFill>
            <a:srgbClr val="FFFFFF"/>
          </a:solidFill>
          <a:ln w="28575">
            <a:solidFill>
              <a:srgbClr val="000000"/>
            </a:solidFill>
            <a:prstDash val="solid"/>
          </a:ln>
          <a:effectLst>
            <a:outerShdw sx="100000" sy="100000" kx="0" ky="0" algn="bl" rotWithShape="0" blurRad="101600" dist="63500" dir="2700000">
              <a:srgbClr val="000000">
                <a:alpha val="100000"/>
              </a:srgbClr>
            </a:outerShdw>
          </a:effectLst>
        </p:spPr>
      </p:sp>
      <p:sp>
        <p:nvSpPr>
          <p:cNvPr id="10" name="anim:1:zoom:1"/>
          <p:cNvSpPr txBox="1"/>
          <p:nvPr/>
        </p:nvSpPr>
        <p:spPr>
          <a:xfrm>
            <a:off x="777240" y="3566160"/>
            <a:ext cx="1371600" cy="960120"/>
          </a:xfrm>
          <a:prstGeom prst="rect">
            <a:avLst/>
          </a:prstGeom>
          <a:noFill/>
          <a:ln/>
        </p:spPr>
        <p:txBody>
          <a:bodyPr wrap="square" lIns="0" tIns="0" rIns="0" bIns="0" rtlCol="0" anchor="ctr"/>
          <a:lstStyle/>
          <a:p>
            <a:pPr indent="0" marL="0">
              <a:buNone/>
            </a:pPr>
            <a:r>
              <a:rPr lang="en-US" sz="3200" b="1" dirty="0">
                <a:solidFill>
                  <a:srgbClr val="1E50FF"/>
                </a:solidFill>
                <a:latin typeface="Arial" pitchFamily="34" charset="0"/>
                <a:ea typeface="Arial" pitchFamily="34" charset="-122"/>
                <a:cs typeface="Arial" pitchFamily="34" charset="-120"/>
              </a:rPr>
              <a:t>3-5</a:t>
            </a:r>
            <a:endParaRPr lang="en-US" sz="3200" dirty="0"/>
          </a:p>
        </p:txBody>
      </p:sp>
      <p:sp>
        <p:nvSpPr>
          <p:cNvPr id="11" name="anim:1:zoom:1"/>
          <p:cNvSpPr txBox="1"/>
          <p:nvPr/>
        </p:nvSpPr>
        <p:spPr>
          <a:xfrm>
            <a:off x="2148840" y="3566160"/>
            <a:ext cx="1920240" cy="960120"/>
          </a:xfrm>
          <a:prstGeom prst="rect">
            <a:avLst/>
          </a:prstGeom>
          <a:noFill/>
          <a:ln/>
        </p:spPr>
        <p:txBody>
          <a:bodyPr wrap="square" lIns="0" tIns="0" rIns="0" bIns="0" rtlCol="0" anchor="ctr"/>
          <a:lstStyle/>
          <a:p>
            <a:pPr indent="0" marL="0">
              <a:buNone/>
            </a:pPr>
            <a:r>
              <a:rPr lang="en-US" sz="1400" b="1" dirty="0">
                <a:solidFill>
                  <a:srgbClr val="000000"/>
                </a:solidFill>
                <a:latin typeface="Arial" pitchFamily="34" charset="0"/>
                <a:ea typeface="Arial" pitchFamily="34" charset="-122"/>
                <a:cs typeface="Arial" pitchFamily="34" charset="-120"/>
              </a:rPr>
              <a:t>BARBERS</a:t>
            </a:r>
            <a:endParaRPr lang="en-US" sz="1400" dirty="0"/>
          </a:p>
        </p:txBody>
      </p:sp>
      <p:sp>
        <p:nvSpPr>
          <p:cNvPr id="12" name="anim:1:zoom:2"/>
          <p:cNvSpPr/>
          <p:nvPr/>
        </p:nvSpPr>
        <p:spPr>
          <a:xfrm>
            <a:off x="548640" y="4754880"/>
            <a:ext cx="3657600" cy="960120"/>
          </a:xfrm>
          <a:prstGeom prst="roundRect">
            <a:avLst>
              <a:gd name="adj" fmla="val 11429"/>
            </a:avLst>
          </a:prstGeom>
          <a:solidFill>
            <a:srgbClr val="FFE600"/>
          </a:solidFill>
          <a:ln w="28575">
            <a:solidFill>
              <a:srgbClr val="000000"/>
            </a:solidFill>
            <a:prstDash val="solid"/>
          </a:ln>
          <a:effectLst>
            <a:outerShdw sx="100000" sy="100000" kx="0" ky="0" algn="bl" rotWithShape="0" blurRad="101600" dist="63500" dir="2700000">
              <a:srgbClr val="000000">
                <a:alpha val="100000"/>
              </a:srgbClr>
            </a:outerShdw>
          </a:effectLst>
        </p:spPr>
      </p:sp>
      <p:sp>
        <p:nvSpPr>
          <p:cNvPr id="13" name="anim:1:zoom:2"/>
          <p:cNvSpPr txBox="1"/>
          <p:nvPr/>
        </p:nvSpPr>
        <p:spPr>
          <a:xfrm>
            <a:off x="777240" y="4754880"/>
            <a:ext cx="1371600" cy="960120"/>
          </a:xfrm>
          <a:prstGeom prst="rect">
            <a:avLst/>
          </a:prstGeom>
          <a:noFill/>
          <a:ln/>
        </p:spPr>
        <p:txBody>
          <a:bodyPr wrap="square" lIns="0" tIns="0" rIns="0" bIns="0" rtlCol="0" anchor="ctr"/>
          <a:lstStyle/>
          <a:p>
            <a:pPr indent="0" marL="0">
              <a:buNone/>
            </a:pPr>
            <a:r>
              <a:rPr lang="en-US" sz="3200" b="1" dirty="0">
                <a:solidFill>
                  <a:srgbClr val="1E50FF"/>
                </a:solidFill>
                <a:latin typeface="Arial" pitchFamily="34" charset="0"/>
                <a:ea typeface="Arial" pitchFamily="34" charset="-122"/>
                <a:cs typeface="Arial" pitchFamily="34" charset="-120"/>
              </a:rPr>
              <a:t>30</a:t>
            </a:r>
            <a:endParaRPr lang="en-US" sz="3200" dirty="0"/>
          </a:p>
        </p:txBody>
      </p:sp>
      <p:sp>
        <p:nvSpPr>
          <p:cNvPr id="14" name="anim:1:zoom:2"/>
          <p:cNvSpPr txBox="1"/>
          <p:nvPr/>
        </p:nvSpPr>
        <p:spPr>
          <a:xfrm>
            <a:off x="2148840" y="4754880"/>
            <a:ext cx="1920240" cy="960120"/>
          </a:xfrm>
          <a:prstGeom prst="rect">
            <a:avLst/>
          </a:prstGeom>
          <a:noFill/>
          <a:ln/>
        </p:spPr>
        <p:txBody>
          <a:bodyPr wrap="square" lIns="0" tIns="0" rIns="0" bIns="0" rtlCol="0" anchor="ctr"/>
          <a:lstStyle/>
          <a:p>
            <a:pPr indent="0" marL="0">
              <a:buNone/>
            </a:pPr>
            <a:r>
              <a:rPr lang="en-US" sz="1400" b="1" dirty="0">
                <a:solidFill>
                  <a:srgbClr val="000000"/>
                </a:solidFill>
                <a:latin typeface="Arial" pitchFamily="34" charset="0"/>
                <a:ea typeface="Arial" pitchFamily="34" charset="-122"/>
                <a:cs typeface="Arial" pitchFamily="34" charset="-120"/>
              </a:rPr>
              <a:t>REGULAR CUSTOMERS</a:t>
            </a:r>
            <a:endParaRPr lang="en-US" sz="1400" dirty="0"/>
          </a:p>
        </p:txBody>
      </p:sp>
      <p:sp>
        <p:nvSpPr>
          <p:cNvPr id="15" name="Text 13"/>
          <p:cNvSpPr txBox="1"/>
          <p:nvPr/>
        </p:nvSpPr>
        <p:spPr>
          <a:xfrm>
            <a:off x="4617720" y="2011680"/>
            <a:ext cx="2743200" cy="320040"/>
          </a:xfrm>
          <a:prstGeom prst="rect">
            <a:avLst/>
          </a:prstGeom>
          <a:noFill/>
          <a:ln/>
        </p:spPr>
        <p:txBody>
          <a:bodyPr wrap="square" lIns="0" tIns="0" rIns="0" bIns="0" rtlCol="0" anchor="t"/>
          <a:lstStyle/>
          <a:p>
            <a:pPr indent="0" marL="0">
              <a:buNone/>
            </a:pPr>
            <a:r>
              <a:rPr lang="en-US" sz="1200" b="1" dirty="0">
                <a:solidFill>
                  <a:srgbClr val="333333"/>
                </a:solidFill>
                <a:latin typeface="Arial" pitchFamily="34" charset="0"/>
                <a:ea typeface="Arial" pitchFamily="34" charset="-122"/>
                <a:cs typeface="Arial" pitchFamily="34" charset="-120"/>
              </a:rPr>
              <a:t>CRITERIA</a:t>
            </a:r>
            <a:endParaRPr lang="en-US" sz="1200" dirty="0"/>
          </a:p>
        </p:txBody>
      </p:sp>
      <p:sp>
        <p:nvSpPr>
          <p:cNvPr id="16" name="anim:2:float:0"/>
          <p:cNvSpPr/>
          <p:nvPr/>
        </p:nvSpPr>
        <p:spPr>
          <a:xfrm>
            <a:off x="4617720" y="2377440"/>
            <a:ext cx="2834640" cy="530352"/>
          </a:xfrm>
          <a:prstGeom prst="roundRect">
            <a:avLst>
              <a:gd name="adj" fmla="val 13793"/>
            </a:avLst>
          </a:prstGeom>
          <a:solidFill>
            <a:srgbClr val="FFFFFF"/>
          </a:solidFill>
          <a:ln w="25400">
            <a:solidFill>
              <a:srgbClr val="000000"/>
            </a:solidFill>
            <a:prstDash val="solid"/>
          </a:ln>
          <a:effectLst>
            <a:outerShdw sx="100000" sy="100000" kx="0" ky="0" algn="bl" rotWithShape="0" blurRad="101600" dist="38100" dir="2700000">
              <a:srgbClr val="000000">
                <a:alpha val="100000"/>
              </a:srgbClr>
            </a:outerShdw>
          </a:effectLst>
        </p:spPr>
      </p:sp>
      <p:sp>
        <p:nvSpPr>
          <p:cNvPr id="17" name="anim:2:float:0"/>
          <p:cNvSpPr txBox="1"/>
          <p:nvPr/>
        </p:nvSpPr>
        <p:spPr>
          <a:xfrm>
            <a:off x="5257800" y="2377440"/>
            <a:ext cx="2103120" cy="530352"/>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FUNCTIONALITY</a:t>
            </a:r>
            <a:endParaRPr lang="en-US" sz="1300" dirty="0"/>
          </a:p>
        </p:txBody>
      </p:sp>
      <p:sp>
        <p:nvSpPr>
          <p:cNvPr id="18" name="anim:2:float:0"/>
          <p:cNvSpPr/>
          <p:nvPr/>
        </p:nvSpPr>
        <p:spPr>
          <a:xfrm>
            <a:off x="4709160" y="2432304"/>
            <a:ext cx="420624" cy="420624"/>
          </a:xfrm>
          <a:prstGeom prst="ellipse">
            <a:avLst/>
          </a:prstGeom>
          <a:solidFill>
            <a:srgbClr val="1E50FF"/>
          </a:solidFill>
          <a:ln w="25400">
            <a:solidFill>
              <a:srgbClr val="000000"/>
            </a:solidFill>
            <a:prstDash val="solid"/>
          </a:ln>
        </p:spPr>
      </p:sp>
      <p:pic>
        <p:nvPicPr>
          <p:cNvPr id="19" name="anim:2:float:0" descr="preencoded.png">    </p:cNvPr>
          <p:cNvPicPr>
            <a:picLocks noChangeAspect="1"/>
          </p:cNvPicPr>
          <p:nvPr/>
        </p:nvPicPr>
        <p:blipFill>
          <a:blip r:embed="rId1"/>
          <a:stretch>
            <a:fillRect/>
          </a:stretch>
        </p:blipFill>
        <p:spPr>
          <a:xfrm>
            <a:off x="4818522" y="2541666"/>
            <a:ext cx="201900" cy="201900"/>
          </a:xfrm>
          <a:prstGeom prst="rect">
            <a:avLst/>
          </a:prstGeom>
        </p:spPr>
      </p:pic>
      <p:sp>
        <p:nvSpPr>
          <p:cNvPr id="20" name="anim:2:float:1"/>
          <p:cNvSpPr/>
          <p:nvPr/>
        </p:nvSpPr>
        <p:spPr>
          <a:xfrm>
            <a:off x="4617720" y="3081528"/>
            <a:ext cx="2834640" cy="530352"/>
          </a:xfrm>
          <a:prstGeom prst="roundRect">
            <a:avLst>
              <a:gd name="adj" fmla="val 13793"/>
            </a:avLst>
          </a:prstGeom>
          <a:solidFill>
            <a:srgbClr val="FFFFFF"/>
          </a:solidFill>
          <a:ln w="25400">
            <a:solidFill>
              <a:srgbClr val="000000"/>
            </a:solidFill>
            <a:prstDash val="solid"/>
          </a:ln>
          <a:effectLst>
            <a:outerShdw sx="100000" sy="100000" kx="0" ky="0" algn="bl" rotWithShape="0" blurRad="101600" dist="38100" dir="2700000">
              <a:srgbClr val="000000">
                <a:alpha val="100000"/>
              </a:srgbClr>
            </a:outerShdw>
          </a:effectLst>
        </p:spPr>
      </p:sp>
      <p:sp>
        <p:nvSpPr>
          <p:cNvPr id="21" name="anim:2:float:1"/>
          <p:cNvSpPr txBox="1"/>
          <p:nvPr/>
        </p:nvSpPr>
        <p:spPr>
          <a:xfrm>
            <a:off x="5257800" y="3081528"/>
            <a:ext cx="2103120" cy="530352"/>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USABILITY</a:t>
            </a:r>
            <a:endParaRPr lang="en-US" sz="1300" dirty="0"/>
          </a:p>
        </p:txBody>
      </p:sp>
      <p:sp>
        <p:nvSpPr>
          <p:cNvPr id="22" name="anim:2:float:1"/>
          <p:cNvSpPr/>
          <p:nvPr/>
        </p:nvSpPr>
        <p:spPr>
          <a:xfrm>
            <a:off x="4709160" y="3136392"/>
            <a:ext cx="420624" cy="420624"/>
          </a:xfrm>
          <a:prstGeom prst="ellipse">
            <a:avLst/>
          </a:prstGeom>
          <a:solidFill>
            <a:srgbClr val="1E50FF"/>
          </a:solidFill>
          <a:ln w="25400">
            <a:solidFill>
              <a:srgbClr val="000000"/>
            </a:solidFill>
            <a:prstDash val="solid"/>
          </a:ln>
        </p:spPr>
      </p:sp>
      <p:pic>
        <p:nvPicPr>
          <p:cNvPr id="23" name="anim:2:float:1" descr="preencoded.png">    </p:cNvPr>
          <p:cNvPicPr>
            <a:picLocks noChangeAspect="1"/>
          </p:cNvPicPr>
          <p:nvPr/>
        </p:nvPicPr>
        <p:blipFill>
          <a:blip r:embed="rId2"/>
          <a:stretch>
            <a:fillRect/>
          </a:stretch>
        </p:blipFill>
        <p:spPr>
          <a:xfrm>
            <a:off x="4818522" y="3245754"/>
            <a:ext cx="201900" cy="201900"/>
          </a:xfrm>
          <a:prstGeom prst="rect">
            <a:avLst/>
          </a:prstGeom>
        </p:spPr>
      </p:pic>
      <p:sp>
        <p:nvSpPr>
          <p:cNvPr id="24" name="anim:2:float:2"/>
          <p:cNvSpPr/>
          <p:nvPr/>
        </p:nvSpPr>
        <p:spPr>
          <a:xfrm>
            <a:off x="4617720" y="3785616"/>
            <a:ext cx="2834640" cy="530352"/>
          </a:xfrm>
          <a:prstGeom prst="roundRect">
            <a:avLst>
              <a:gd name="adj" fmla="val 13793"/>
            </a:avLst>
          </a:prstGeom>
          <a:solidFill>
            <a:srgbClr val="FFFFFF"/>
          </a:solidFill>
          <a:ln w="25400">
            <a:solidFill>
              <a:srgbClr val="000000"/>
            </a:solidFill>
            <a:prstDash val="solid"/>
          </a:ln>
          <a:effectLst>
            <a:outerShdw sx="100000" sy="100000" kx="0" ky="0" algn="bl" rotWithShape="0" blurRad="101600" dist="38100" dir="2700000">
              <a:srgbClr val="000000">
                <a:alpha val="100000"/>
              </a:srgbClr>
            </a:outerShdw>
          </a:effectLst>
        </p:spPr>
      </p:sp>
      <p:sp>
        <p:nvSpPr>
          <p:cNvPr id="25" name="anim:2:float:2"/>
          <p:cNvSpPr txBox="1"/>
          <p:nvPr/>
        </p:nvSpPr>
        <p:spPr>
          <a:xfrm>
            <a:off x="5257800" y="3785616"/>
            <a:ext cx="2103120" cy="530352"/>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EFFICIENCY</a:t>
            </a:r>
            <a:endParaRPr lang="en-US" sz="1300" dirty="0"/>
          </a:p>
        </p:txBody>
      </p:sp>
      <p:sp>
        <p:nvSpPr>
          <p:cNvPr id="26" name="anim:2:float:2"/>
          <p:cNvSpPr/>
          <p:nvPr/>
        </p:nvSpPr>
        <p:spPr>
          <a:xfrm>
            <a:off x="4709160" y="3840480"/>
            <a:ext cx="420624" cy="420624"/>
          </a:xfrm>
          <a:prstGeom prst="ellipse">
            <a:avLst/>
          </a:prstGeom>
          <a:solidFill>
            <a:srgbClr val="1E50FF"/>
          </a:solidFill>
          <a:ln w="25400">
            <a:solidFill>
              <a:srgbClr val="000000"/>
            </a:solidFill>
            <a:prstDash val="solid"/>
          </a:ln>
        </p:spPr>
      </p:sp>
      <p:pic>
        <p:nvPicPr>
          <p:cNvPr id="27" name="anim:2:float:2" descr="preencoded.png">    </p:cNvPr>
          <p:cNvPicPr>
            <a:picLocks noChangeAspect="1"/>
          </p:cNvPicPr>
          <p:nvPr/>
        </p:nvPicPr>
        <p:blipFill>
          <a:blip r:embed="rId3"/>
          <a:stretch>
            <a:fillRect/>
          </a:stretch>
        </p:blipFill>
        <p:spPr>
          <a:xfrm>
            <a:off x="4818522" y="3949842"/>
            <a:ext cx="201900" cy="201900"/>
          </a:xfrm>
          <a:prstGeom prst="rect">
            <a:avLst/>
          </a:prstGeom>
        </p:spPr>
      </p:pic>
      <p:sp>
        <p:nvSpPr>
          <p:cNvPr id="28" name="anim:2:float:3"/>
          <p:cNvSpPr/>
          <p:nvPr/>
        </p:nvSpPr>
        <p:spPr>
          <a:xfrm>
            <a:off x="4617720" y="4489704"/>
            <a:ext cx="2834640" cy="530352"/>
          </a:xfrm>
          <a:prstGeom prst="roundRect">
            <a:avLst>
              <a:gd name="adj" fmla="val 13793"/>
            </a:avLst>
          </a:prstGeom>
          <a:solidFill>
            <a:srgbClr val="FFFFFF"/>
          </a:solidFill>
          <a:ln w="25400">
            <a:solidFill>
              <a:srgbClr val="000000"/>
            </a:solidFill>
            <a:prstDash val="solid"/>
          </a:ln>
          <a:effectLst>
            <a:outerShdw sx="100000" sy="100000" kx="0" ky="0" algn="bl" rotWithShape="0" blurRad="101600" dist="38100" dir="2700000">
              <a:srgbClr val="000000">
                <a:alpha val="100000"/>
              </a:srgbClr>
            </a:outerShdw>
          </a:effectLst>
        </p:spPr>
      </p:sp>
      <p:sp>
        <p:nvSpPr>
          <p:cNvPr id="29" name="anim:2:float:3"/>
          <p:cNvSpPr txBox="1"/>
          <p:nvPr/>
        </p:nvSpPr>
        <p:spPr>
          <a:xfrm>
            <a:off x="5257800" y="4489704"/>
            <a:ext cx="2103120" cy="530352"/>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RELIABILITY</a:t>
            </a:r>
            <a:endParaRPr lang="en-US" sz="1300" dirty="0"/>
          </a:p>
        </p:txBody>
      </p:sp>
      <p:sp>
        <p:nvSpPr>
          <p:cNvPr id="30" name="anim:2:float:3"/>
          <p:cNvSpPr/>
          <p:nvPr/>
        </p:nvSpPr>
        <p:spPr>
          <a:xfrm>
            <a:off x="4709160" y="4544568"/>
            <a:ext cx="420624" cy="420624"/>
          </a:xfrm>
          <a:prstGeom prst="ellipse">
            <a:avLst/>
          </a:prstGeom>
          <a:solidFill>
            <a:srgbClr val="1E50FF"/>
          </a:solidFill>
          <a:ln w="25400">
            <a:solidFill>
              <a:srgbClr val="000000"/>
            </a:solidFill>
            <a:prstDash val="solid"/>
          </a:ln>
        </p:spPr>
      </p:sp>
      <p:pic>
        <p:nvPicPr>
          <p:cNvPr id="31" name="anim:2:float:3" descr="preencoded.png">    </p:cNvPr>
          <p:cNvPicPr>
            <a:picLocks noChangeAspect="1"/>
          </p:cNvPicPr>
          <p:nvPr/>
        </p:nvPicPr>
        <p:blipFill>
          <a:blip r:embed="rId4"/>
          <a:stretch>
            <a:fillRect/>
          </a:stretch>
        </p:blipFill>
        <p:spPr>
          <a:xfrm>
            <a:off x="4818522" y="4653930"/>
            <a:ext cx="201900" cy="201900"/>
          </a:xfrm>
          <a:prstGeom prst="rect">
            <a:avLst/>
          </a:prstGeom>
        </p:spPr>
      </p:pic>
      <p:sp>
        <p:nvSpPr>
          <p:cNvPr id="32" name="anim:2:float:4"/>
          <p:cNvSpPr/>
          <p:nvPr/>
        </p:nvSpPr>
        <p:spPr>
          <a:xfrm>
            <a:off x="4617720" y="5193792"/>
            <a:ext cx="2834640" cy="530352"/>
          </a:xfrm>
          <a:prstGeom prst="roundRect">
            <a:avLst>
              <a:gd name="adj" fmla="val 13793"/>
            </a:avLst>
          </a:prstGeom>
          <a:solidFill>
            <a:srgbClr val="FFFFFF"/>
          </a:solidFill>
          <a:ln w="25400">
            <a:solidFill>
              <a:srgbClr val="000000"/>
            </a:solidFill>
            <a:prstDash val="solid"/>
          </a:ln>
          <a:effectLst>
            <a:outerShdw sx="100000" sy="100000" kx="0" ky="0" algn="bl" rotWithShape="0" blurRad="101600" dist="38100" dir="2700000">
              <a:srgbClr val="000000">
                <a:alpha val="100000"/>
              </a:srgbClr>
            </a:outerShdw>
          </a:effectLst>
        </p:spPr>
      </p:sp>
      <p:sp>
        <p:nvSpPr>
          <p:cNvPr id="33" name="anim:2:float:4"/>
          <p:cNvSpPr txBox="1"/>
          <p:nvPr/>
        </p:nvSpPr>
        <p:spPr>
          <a:xfrm>
            <a:off x="5257800" y="5193792"/>
            <a:ext cx="2103120" cy="530352"/>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USER SATISFACTION</a:t>
            </a:r>
            <a:endParaRPr lang="en-US" sz="1300" dirty="0"/>
          </a:p>
        </p:txBody>
      </p:sp>
      <p:sp>
        <p:nvSpPr>
          <p:cNvPr id="34" name="anim:2:float:4"/>
          <p:cNvSpPr/>
          <p:nvPr/>
        </p:nvSpPr>
        <p:spPr>
          <a:xfrm>
            <a:off x="4709160" y="5248656"/>
            <a:ext cx="420624" cy="420624"/>
          </a:xfrm>
          <a:prstGeom prst="ellipse">
            <a:avLst/>
          </a:prstGeom>
          <a:solidFill>
            <a:srgbClr val="1E50FF"/>
          </a:solidFill>
          <a:ln w="25400">
            <a:solidFill>
              <a:srgbClr val="000000"/>
            </a:solidFill>
            <a:prstDash val="solid"/>
          </a:ln>
        </p:spPr>
      </p:sp>
      <p:pic>
        <p:nvPicPr>
          <p:cNvPr id="35" name="anim:2:float:4" descr="preencoded.png">    </p:cNvPr>
          <p:cNvPicPr>
            <a:picLocks noChangeAspect="1"/>
          </p:cNvPicPr>
          <p:nvPr/>
        </p:nvPicPr>
        <p:blipFill>
          <a:blip r:embed="rId5"/>
          <a:stretch>
            <a:fillRect/>
          </a:stretch>
        </p:blipFill>
        <p:spPr>
          <a:xfrm>
            <a:off x="4818522" y="5358018"/>
            <a:ext cx="201900" cy="201900"/>
          </a:xfrm>
          <a:prstGeom prst="rect">
            <a:avLst/>
          </a:prstGeom>
        </p:spPr>
      </p:pic>
      <p:sp>
        <p:nvSpPr>
          <p:cNvPr id="36" name="Text 29"/>
          <p:cNvSpPr txBox="1"/>
          <p:nvPr/>
        </p:nvSpPr>
        <p:spPr>
          <a:xfrm>
            <a:off x="7909560" y="2011680"/>
            <a:ext cx="3657600" cy="320040"/>
          </a:xfrm>
          <a:prstGeom prst="rect">
            <a:avLst/>
          </a:prstGeom>
          <a:noFill/>
          <a:ln/>
        </p:spPr>
        <p:txBody>
          <a:bodyPr wrap="square" lIns="0" tIns="0" rIns="0" bIns="0" rtlCol="0" anchor="t"/>
          <a:lstStyle/>
          <a:p>
            <a:pPr indent="0" marL="0">
              <a:buNone/>
            </a:pPr>
            <a:r>
              <a:rPr lang="en-US" sz="1200" b="1" dirty="0">
                <a:solidFill>
                  <a:srgbClr val="333333"/>
                </a:solidFill>
                <a:latin typeface="Arial" pitchFamily="34" charset="0"/>
                <a:ea typeface="Arial" pitchFamily="34" charset="-122"/>
                <a:cs typeface="Arial" pitchFamily="34" charset="-120"/>
              </a:rPr>
              <a:t>INTERPRETATION SCALE</a:t>
            </a:r>
            <a:endParaRPr lang="en-US" sz="1200" dirty="0"/>
          </a:p>
        </p:txBody>
      </p:sp>
      <p:graphicFrame>
        <p:nvGraphicFramePr>
          <p:cNvPr id="15" name="anim:3:fade:0"/>
          <p:cNvGraphicFramePr>
            <a:graphicFrameLocks noGrp="1"/>
          </p:cNvGraphicFramePr>
          <p:nvPr>
            <p:extLst>
              <p:ext uri="{D42A27DB-BD31-4B8C-83A1-F6EECF244321}">
                <p14:modId xmlns:p14="http://schemas.microsoft.com/office/powerpoint/2010/main" val="1579011935"/>
              </p:ext>
            </p:extLst>
          </p:nvPr>
        </p:nvGraphicFramePr>
        <p:xfrm>
          <a:off x="7909560" y="2377440"/>
          <a:ext cx="3703320" cy="914400"/>
        </p:xfrm>
        <a:graphic>
          <a:graphicData uri="http://schemas.openxmlformats.org/drawingml/2006/table">
            <a:tbl>
              <a:tblPr/>
              <a:tblGrid>
                <a:gridCol w="685800"/>
                <a:gridCol w="1097280"/>
                <a:gridCol w="1920240"/>
              </a:tblGrid>
              <a:tr h="475488">
                <a:tc>
                  <a:txBody>
                    <a:bodyPr/>
                    <a:lstStyle/>
                    <a:p>
                      <a:pPr indent="0" marL="0">
                        <a:buNone/>
                      </a:pPr>
                      <a:r>
                        <a:rPr lang="en-US" sz="1200" b="1" dirty="0">
                          <a:solidFill>
                            <a:srgbClr val="000000"/>
                          </a:solidFill>
                          <a:latin typeface="Arial" pitchFamily="34" charset="0"/>
                          <a:ea typeface="Arial" pitchFamily="34" charset="-122"/>
                          <a:cs typeface="Arial" pitchFamily="34" charset="-120"/>
                        </a:rPr>
                        <a:t>Scale</a:t>
                      </a:r>
                      <a:endParaRPr lang="en-US" sz="1200" dirty="0">
                        <a:latin typeface="Arial" charset="0"/>
                        <a:ea typeface="Arial" charset="0"/>
                        <a:cs typeface="Arial" charset="0"/>
                      </a:endParaRPr>
                    </a:p>
                  </a:txBody>
                  <a:tcPr marL="91440" marR="91440" marT="45720" marB="45720"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E600"/>
                    </a:solidFill>
                  </a:tcPr>
                </a:tc>
                <a:tc>
                  <a:txBody>
                    <a:bodyPr/>
                    <a:lstStyle/>
                    <a:p>
                      <a:pPr indent="0" marL="0">
                        <a:buNone/>
                      </a:pPr>
                      <a:r>
                        <a:rPr lang="en-US" sz="1200" b="1" dirty="0">
                          <a:solidFill>
                            <a:srgbClr val="000000"/>
                          </a:solidFill>
                          <a:latin typeface="Arial" pitchFamily="34" charset="0"/>
                          <a:ea typeface="Arial" pitchFamily="34" charset="-122"/>
                          <a:cs typeface="Arial" pitchFamily="34" charset="-120"/>
                        </a:rPr>
                        <a:t>Mean</a:t>
                      </a:r>
                      <a:endParaRPr lang="en-US" sz="1200" dirty="0">
                        <a:latin typeface="Arial" charset="0"/>
                        <a:ea typeface="Arial" charset="0"/>
                        <a:cs typeface="Arial" charset="0"/>
                      </a:endParaRPr>
                    </a:p>
                  </a:txBody>
                  <a:tcPr marL="91440" marR="91440" marT="45720" marB="45720"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E600"/>
                    </a:solidFill>
                  </a:tcPr>
                </a:tc>
                <a:tc>
                  <a:txBody>
                    <a:bodyPr/>
                    <a:lstStyle/>
                    <a:p>
                      <a:pPr indent="0" marL="0">
                        <a:buNone/>
                      </a:pPr>
                      <a:r>
                        <a:rPr lang="en-US" sz="1200" b="1" dirty="0">
                          <a:solidFill>
                            <a:srgbClr val="000000"/>
                          </a:solidFill>
                          <a:latin typeface="Arial" pitchFamily="34" charset="0"/>
                          <a:ea typeface="Arial" pitchFamily="34" charset="-122"/>
                          <a:cs typeface="Arial" pitchFamily="34" charset="-120"/>
                        </a:rPr>
                        <a:t>Interpretation</a:t>
                      </a:r>
                      <a:endParaRPr lang="en-US" sz="1200" dirty="0">
                        <a:latin typeface="Arial" charset="0"/>
                        <a:ea typeface="Arial" charset="0"/>
                        <a:cs typeface="Arial" charset="0"/>
                      </a:endParaRPr>
                    </a:p>
                  </a:txBody>
                  <a:tcPr marL="91440" marR="91440" marT="45720" marB="45720"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E600"/>
                    </a:solidFill>
                  </a:tcPr>
                </a:tc>
              </a:tr>
              <a:tr h="475488">
                <a:tc>
                  <a:txBody>
                    <a:bodyPr/>
                    <a:lstStyle/>
                    <a:p>
                      <a:pPr indent="0" marL="0">
                        <a:buNone/>
                      </a:pPr>
                      <a:r>
                        <a:rPr lang="en-US" sz="1200" dirty="0">
                          <a:solidFill>
                            <a:srgbClr val="000000"/>
                          </a:solidFill>
                          <a:latin typeface="Arial" pitchFamily="34" charset="0"/>
                          <a:ea typeface="Arial" pitchFamily="34" charset="-122"/>
                          <a:cs typeface="Arial" pitchFamily="34" charset="-120"/>
                        </a:rPr>
                        <a:t>4</a:t>
                      </a:r>
                      <a:endParaRPr lang="en-US" sz="1200" dirty="0">
                        <a:latin typeface="Arial" charset="0"/>
                        <a:ea typeface="Arial" charset="0"/>
                        <a:cs typeface="Arial" charset="0"/>
                      </a:endParaRPr>
                    </a:p>
                  </a:txBody>
                  <a:tcPr marL="91440" marR="91440" marT="45720" marB="45720"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3.26-4.00</a:t>
                      </a:r>
                      <a:endParaRPr lang="en-US" sz="1200" dirty="0">
                        <a:latin typeface="Arial" charset="0"/>
                        <a:ea typeface="Arial" charset="0"/>
                        <a:cs typeface="Arial" charset="0"/>
                      </a:endParaRPr>
                    </a:p>
                  </a:txBody>
                  <a:tcPr marL="91440" marR="91440" marT="45720" marB="45720"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Highly Acceptable</a:t>
                      </a:r>
                      <a:endParaRPr lang="en-US" sz="1200" dirty="0">
                        <a:latin typeface="Arial" charset="0"/>
                        <a:ea typeface="Arial" charset="0"/>
                        <a:cs typeface="Arial" charset="0"/>
                      </a:endParaRPr>
                    </a:p>
                  </a:txBody>
                  <a:tcPr marL="91440" marR="91440" marT="45720" marB="45720"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r>
              <a:tr h="475488">
                <a:tc>
                  <a:txBody>
                    <a:bodyPr/>
                    <a:lstStyle/>
                    <a:p>
                      <a:pPr indent="0" marL="0">
                        <a:buNone/>
                      </a:pPr>
                      <a:r>
                        <a:rPr lang="en-US" sz="1200" dirty="0">
                          <a:solidFill>
                            <a:srgbClr val="000000"/>
                          </a:solidFill>
                          <a:latin typeface="Arial" pitchFamily="34" charset="0"/>
                          <a:ea typeface="Arial" pitchFamily="34" charset="-122"/>
                          <a:cs typeface="Arial" pitchFamily="34" charset="-120"/>
                        </a:rPr>
                        <a:t>3</a:t>
                      </a:r>
                      <a:endParaRPr lang="en-US" sz="1200" dirty="0">
                        <a:latin typeface="Arial" charset="0"/>
                        <a:ea typeface="Arial" charset="0"/>
                        <a:cs typeface="Arial" charset="0"/>
                      </a:endParaRPr>
                    </a:p>
                  </a:txBody>
                  <a:tcPr marL="91440" marR="91440" marT="45720" marB="45720"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2.51-3.25</a:t>
                      </a:r>
                      <a:endParaRPr lang="en-US" sz="1200" dirty="0">
                        <a:latin typeface="Arial" charset="0"/>
                        <a:ea typeface="Arial" charset="0"/>
                        <a:cs typeface="Arial" charset="0"/>
                      </a:endParaRPr>
                    </a:p>
                  </a:txBody>
                  <a:tcPr marL="91440" marR="91440" marT="45720" marB="45720"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Acceptable</a:t>
                      </a:r>
                      <a:endParaRPr lang="en-US" sz="1200" dirty="0">
                        <a:latin typeface="Arial" charset="0"/>
                        <a:ea typeface="Arial" charset="0"/>
                        <a:cs typeface="Arial" charset="0"/>
                      </a:endParaRPr>
                    </a:p>
                  </a:txBody>
                  <a:tcPr marL="91440" marR="91440" marT="45720" marB="45720"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r>
              <a:tr h="475488">
                <a:tc>
                  <a:txBody>
                    <a:bodyPr/>
                    <a:lstStyle/>
                    <a:p>
                      <a:pPr indent="0" marL="0">
                        <a:buNone/>
                      </a:pPr>
                      <a:r>
                        <a:rPr lang="en-US" sz="1200" dirty="0">
                          <a:solidFill>
                            <a:srgbClr val="000000"/>
                          </a:solidFill>
                          <a:latin typeface="Arial" pitchFamily="34" charset="0"/>
                          <a:ea typeface="Arial" pitchFamily="34" charset="-122"/>
                          <a:cs typeface="Arial" pitchFamily="34" charset="-120"/>
                        </a:rPr>
                        <a:t>2</a:t>
                      </a:r>
                      <a:endParaRPr lang="en-US" sz="1200" dirty="0">
                        <a:latin typeface="Arial" charset="0"/>
                        <a:ea typeface="Arial" charset="0"/>
                        <a:cs typeface="Arial" charset="0"/>
                      </a:endParaRPr>
                    </a:p>
                  </a:txBody>
                  <a:tcPr marL="91440" marR="91440" marT="45720" marB="45720"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1.76-2.50</a:t>
                      </a:r>
                      <a:endParaRPr lang="en-US" sz="1200" dirty="0">
                        <a:latin typeface="Arial" charset="0"/>
                        <a:ea typeface="Arial" charset="0"/>
                        <a:cs typeface="Arial" charset="0"/>
                      </a:endParaRPr>
                    </a:p>
                  </a:txBody>
                  <a:tcPr marL="91440" marR="91440" marT="45720" marB="45720"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Slightly Acceptable</a:t>
                      </a:r>
                      <a:endParaRPr lang="en-US" sz="1200" dirty="0">
                        <a:latin typeface="Arial" charset="0"/>
                        <a:ea typeface="Arial" charset="0"/>
                        <a:cs typeface="Arial" charset="0"/>
                      </a:endParaRPr>
                    </a:p>
                  </a:txBody>
                  <a:tcPr marL="91440" marR="91440" marT="45720" marB="45720"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r>
              <a:tr h="475488">
                <a:tc>
                  <a:txBody>
                    <a:bodyPr/>
                    <a:lstStyle/>
                    <a:p>
                      <a:pPr indent="0" marL="0">
                        <a:buNone/>
                      </a:pPr>
                      <a:r>
                        <a:rPr lang="en-US" sz="1200" dirty="0">
                          <a:solidFill>
                            <a:srgbClr val="000000"/>
                          </a:solidFill>
                          <a:latin typeface="Arial" pitchFamily="34" charset="0"/>
                          <a:ea typeface="Arial" pitchFamily="34" charset="-122"/>
                          <a:cs typeface="Arial" pitchFamily="34" charset="-120"/>
                        </a:rPr>
                        <a:t>1</a:t>
                      </a:r>
                      <a:endParaRPr lang="en-US" sz="1200" dirty="0">
                        <a:latin typeface="Arial" charset="0"/>
                        <a:ea typeface="Arial" charset="0"/>
                        <a:cs typeface="Arial" charset="0"/>
                      </a:endParaRPr>
                    </a:p>
                  </a:txBody>
                  <a:tcPr marL="91440" marR="91440" marT="45720" marB="45720"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1.00-1.75</a:t>
                      </a:r>
                      <a:endParaRPr lang="en-US" sz="1200" dirty="0">
                        <a:latin typeface="Arial" charset="0"/>
                        <a:ea typeface="Arial" charset="0"/>
                        <a:cs typeface="Arial" charset="0"/>
                      </a:endParaRPr>
                    </a:p>
                  </a:txBody>
                  <a:tcPr marL="91440" marR="91440" marT="45720" marB="45720"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Not Acceptable</a:t>
                      </a:r>
                      <a:endParaRPr lang="en-US" sz="1200" dirty="0">
                        <a:latin typeface="Arial" charset="0"/>
                        <a:ea typeface="Arial" charset="0"/>
                        <a:cs typeface="Arial" charset="0"/>
                      </a:endParaRPr>
                    </a:p>
                  </a:txBody>
                  <a:tcPr marL="91440" marR="91440" marT="45720" marB="45720"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solidFill>
                  </a:tcPr>
                </a:tc>
              </a:tr>
            </a:tbl>
          </a:graphicData>
        </a:graphic>
      </p:graphicFrame>
      <p:sp>
        <p:nvSpPr>
          <p:cNvPr id="38" name="Text 30"/>
          <p:cNvSpPr txBox="1"/>
          <p:nvPr/>
        </p:nvSpPr>
        <p:spPr>
          <a:xfrm>
            <a:off x="7909560" y="4937760"/>
            <a:ext cx="3703320" cy="457200"/>
          </a:xfrm>
          <a:prstGeom prst="rect">
            <a:avLst/>
          </a:prstGeom>
          <a:noFill/>
          <a:ln/>
        </p:spPr>
        <p:txBody>
          <a:bodyPr wrap="square" lIns="0" tIns="0" rIns="0" bIns="0" rtlCol="0" anchor="t"/>
          <a:lstStyle/>
          <a:p>
            <a:pPr indent="0" marL="0">
              <a:buNone/>
            </a:pPr>
            <a:r>
              <a:rPr lang="en-US" sz="1050" i="1" dirty="0">
                <a:solidFill>
                  <a:srgbClr val="000000"/>
                </a:solidFill>
                <a:highlight>
                  <a:srgbClr val="FFFF00"/>
                </a:highlight>
                <a:latin typeface="Arial" pitchFamily="34" charset="0"/>
                <a:ea typeface="Arial" pitchFamily="34" charset="-122"/>
                <a:cs typeface="Arial" pitchFamily="34" charset="-120"/>
              </a:rPr>
              <a:t>Proposed scale. Confirm ranges and descriptors with your adviser.</a:t>
            </a:r>
            <a:endParaRPr lang="en-US" sz="1050" dirty="0"/>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420" fill="hold"/>
                                        <p:tgtEl>
                                          <p:spTgt spid="2"/>
                                        </p:tgtEl>
                                        <p:attrNameLst>
                                          <p:attrName>ppt_w</p:attrName>
                                        </p:attrNameLst>
                                      </p:cBhvr>
                                      <p:tavLst>
                                        <p:tav tm="0">
                                          <p:val>
                                            <p:fltVal val="0"/>
                                          </p:val>
                                        </p:tav>
                                        <p:tav tm="100000">
                                          <p:val>
                                            <p:strVal val="#ppt_w"/>
                                          </p:val>
                                        </p:tav>
                                      </p:tavLst>
                                    </p:anim>
                                    <p:anim calcmode="lin" valueType="num">
                                      <p:cBhvr additive="base">
                                        <p:cTn id="8" dur="420" fill="hold"/>
                                        <p:tgtEl>
                                          <p:spTgt spid="2"/>
                                        </p:tgtEl>
                                        <p:attrNameLst>
                                          <p:attrName>ppt_h</p:attrName>
                                        </p:attrNameLst>
                                      </p:cBhvr>
                                      <p:tavLst>
                                        <p:tav tm="0">
                                          <p:val>
                                            <p:fltVal val="0"/>
                                          </p:val>
                                        </p:tav>
                                        <p:tav tm="100000">
                                          <p:val>
                                            <p:strVal val="#ppt_h"/>
                                          </p:val>
                                        </p:tav>
                                      </p:tavLst>
                                    </p:anim>
                                    <p:animEffect transition="in" filter="fade">
                                      <p:cBhvr>
                                        <p:cTn id="9" dur="420"/>
                                        <p:tgtEl>
                                          <p:spTgt spid="2"/>
                                        </p:tgtEl>
                                      </p:cBhvr>
                                    </p:animEffect>
                                  </p:childTnLst>
                                </p:cTn>
                              </p:par>
                              <p:par>
                                <p:cTn id="10" presetID="53" presetClass="entr" presetSubtype="16" fill="hold" nodeType="withEffect">
                                  <p:stCondLst>
                                    <p:cond delay="27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420" fill="hold"/>
                                        <p:tgtEl>
                                          <p:spTgt spid="6"/>
                                        </p:tgtEl>
                                        <p:attrNameLst>
                                          <p:attrName>ppt_w</p:attrName>
                                        </p:attrNameLst>
                                      </p:cBhvr>
                                      <p:tavLst>
                                        <p:tav tm="0">
                                          <p:val>
                                            <p:fltVal val="0"/>
                                          </p:val>
                                        </p:tav>
                                        <p:tav tm="100000">
                                          <p:val>
                                            <p:strVal val="#ppt_w"/>
                                          </p:val>
                                        </p:tav>
                                      </p:tavLst>
                                    </p:anim>
                                    <p:anim calcmode="lin" valueType="num">
                                      <p:cBhvr additive="base">
                                        <p:cTn id="13" dur="420" fill="hold"/>
                                        <p:tgtEl>
                                          <p:spTgt spid="6"/>
                                        </p:tgtEl>
                                        <p:attrNameLst>
                                          <p:attrName>ppt_h</p:attrName>
                                        </p:attrNameLst>
                                      </p:cBhvr>
                                      <p:tavLst>
                                        <p:tav tm="0">
                                          <p:val>
                                            <p:fltVal val="0"/>
                                          </p:val>
                                        </p:tav>
                                        <p:tav tm="100000">
                                          <p:val>
                                            <p:strVal val="#ppt_h"/>
                                          </p:val>
                                        </p:tav>
                                      </p:tavLst>
                                    </p:anim>
                                    <p:animEffect transition="in" filter="fade">
                                      <p:cBhvr>
                                        <p:cTn id="14" dur="420"/>
                                        <p:tgtEl>
                                          <p:spTgt spid="6"/>
                                        </p:tgtEl>
                                      </p:cBhvr>
                                    </p:animEffect>
                                  </p:childTnLst>
                                </p:cTn>
                              </p:par>
                              <p:par>
                                <p:cTn id="15" presetID="53" presetClass="entr" presetSubtype="16" fill="hold" nodeType="withEffect">
                                  <p:stCondLst>
                                    <p:cond delay="27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420" fill="hold"/>
                                        <p:tgtEl>
                                          <p:spTgt spid="7"/>
                                        </p:tgtEl>
                                        <p:attrNameLst>
                                          <p:attrName>ppt_w</p:attrName>
                                        </p:attrNameLst>
                                      </p:cBhvr>
                                      <p:tavLst>
                                        <p:tav tm="0">
                                          <p:val>
                                            <p:fltVal val="0"/>
                                          </p:val>
                                        </p:tav>
                                        <p:tav tm="100000">
                                          <p:val>
                                            <p:strVal val="#ppt_w"/>
                                          </p:val>
                                        </p:tav>
                                      </p:tavLst>
                                    </p:anim>
                                    <p:anim calcmode="lin" valueType="num">
                                      <p:cBhvr additive="base">
                                        <p:cTn id="18" dur="420" fill="hold"/>
                                        <p:tgtEl>
                                          <p:spTgt spid="7"/>
                                        </p:tgtEl>
                                        <p:attrNameLst>
                                          <p:attrName>ppt_h</p:attrName>
                                        </p:attrNameLst>
                                      </p:cBhvr>
                                      <p:tavLst>
                                        <p:tav tm="0">
                                          <p:val>
                                            <p:fltVal val="0"/>
                                          </p:val>
                                        </p:tav>
                                        <p:tav tm="100000">
                                          <p:val>
                                            <p:strVal val="#ppt_h"/>
                                          </p:val>
                                        </p:tav>
                                      </p:tavLst>
                                    </p:anim>
                                    <p:animEffect transition="in" filter="fade">
                                      <p:cBhvr>
                                        <p:cTn id="19" dur="420"/>
                                        <p:tgtEl>
                                          <p:spTgt spid="7"/>
                                        </p:tgtEl>
                                      </p:cBhvr>
                                    </p:animEffect>
                                  </p:childTnLst>
                                </p:cTn>
                              </p:par>
                              <p:par>
                                <p:cTn id="20" presetID="53" presetClass="entr" presetSubtype="16" fill="hold" nodeType="withEffect">
                                  <p:stCondLst>
                                    <p:cond delay="270"/>
                                  </p:stCondLst>
                                  <p:childTnLst>
                                    <p:set>
                                      <p:cBhvr>
                                        <p:cTn id="21" dur="1" fill="hold">
                                          <p:stCondLst>
                                            <p:cond delay="0"/>
                                          </p:stCondLst>
                                        </p:cTn>
                                        <p:tgtEl>
                                          <p:spTgt spid="8"/>
                                        </p:tgtEl>
                                        <p:attrNameLst>
                                          <p:attrName>style.visibility</p:attrName>
                                        </p:attrNameLst>
                                      </p:cBhvr>
                                      <p:to>
                                        <p:strVal val="visible"/>
                                      </p:to>
                                    </p:set>
                                    <p:anim calcmode="lin" valueType="num">
                                      <p:cBhvr additive="base">
                                        <p:cTn id="22" dur="420" fill="hold"/>
                                        <p:tgtEl>
                                          <p:spTgt spid="8"/>
                                        </p:tgtEl>
                                        <p:attrNameLst>
                                          <p:attrName>ppt_w</p:attrName>
                                        </p:attrNameLst>
                                      </p:cBhvr>
                                      <p:tavLst>
                                        <p:tav tm="0">
                                          <p:val>
                                            <p:fltVal val="0"/>
                                          </p:val>
                                        </p:tav>
                                        <p:tav tm="100000">
                                          <p:val>
                                            <p:strVal val="#ppt_w"/>
                                          </p:val>
                                        </p:tav>
                                      </p:tavLst>
                                    </p:anim>
                                    <p:anim calcmode="lin" valueType="num">
                                      <p:cBhvr additive="base">
                                        <p:cTn id="23" dur="420" fill="hold"/>
                                        <p:tgtEl>
                                          <p:spTgt spid="8"/>
                                        </p:tgtEl>
                                        <p:attrNameLst>
                                          <p:attrName>ppt_h</p:attrName>
                                        </p:attrNameLst>
                                      </p:cBhvr>
                                      <p:tavLst>
                                        <p:tav tm="0">
                                          <p:val>
                                            <p:fltVal val="0"/>
                                          </p:val>
                                        </p:tav>
                                        <p:tav tm="100000">
                                          <p:val>
                                            <p:strVal val="#ppt_h"/>
                                          </p:val>
                                        </p:tav>
                                      </p:tavLst>
                                    </p:anim>
                                    <p:animEffect transition="in" filter="fade">
                                      <p:cBhvr>
                                        <p:cTn id="24" dur="420"/>
                                        <p:tgtEl>
                                          <p:spTgt spid="8"/>
                                        </p:tgtEl>
                                      </p:cBhvr>
                                    </p:animEffect>
                                  </p:childTnLst>
                                </p:cTn>
                              </p:par>
                              <p:par>
                                <p:cTn id="25" presetID="53" presetClass="entr" presetSubtype="16" fill="hold" nodeType="withEffect">
                                  <p:stCondLst>
                                    <p:cond delay="39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420" fill="hold"/>
                                        <p:tgtEl>
                                          <p:spTgt spid="9"/>
                                        </p:tgtEl>
                                        <p:attrNameLst>
                                          <p:attrName>ppt_w</p:attrName>
                                        </p:attrNameLst>
                                      </p:cBhvr>
                                      <p:tavLst>
                                        <p:tav tm="0">
                                          <p:val>
                                            <p:fltVal val="0"/>
                                          </p:val>
                                        </p:tav>
                                        <p:tav tm="100000">
                                          <p:val>
                                            <p:strVal val="#ppt_w"/>
                                          </p:val>
                                        </p:tav>
                                      </p:tavLst>
                                    </p:anim>
                                    <p:anim calcmode="lin" valueType="num">
                                      <p:cBhvr additive="base">
                                        <p:cTn id="28" dur="420" fill="hold"/>
                                        <p:tgtEl>
                                          <p:spTgt spid="9"/>
                                        </p:tgtEl>
                                        <p:attrNameLst>
                                          <p:attrName>ppt_h</p:attrName>
                                        </p:attrNameLst>
                                      </p:cBhvr>
                                      <p:tavLst>
                                        <p:tav tm="0">
                                          <p:val>
                                            <p:fltVal val="0"/>
                                          </p:val>
                                        </p:tav>
                                        <p:tav tm="100000">
                                          <p:val>
                                            <p:strVal val="#ppt_h"/>
                                          </p:val>
                                        </p:tav>
                                      </p:tavLst>
                                    </p:anim>
                                    <p:animEffect transition="in" filter="fade">
                                      <p:cBhvr>
                                        <p:cTn id="29" dur="420"/>
                                        <p:tgtEl>
                                          <p:spTgt spid="9"/>
                                        </p:tgtEl>
                                      </p:cBhvr>
                                    </p:animEffect>
                                  </p:childTnLst>
                                </p:cTn>
                              </p:par>
                              <p:par>
                                <p:cTn id="30" presetID="53" presetClass="entr" presetSubtype="16" fill="hold" nodeType="withEffect">
                                  <p:stCondLst>
                                    <p:cond delay="390"/>
                                  </p:stCondLst>
                                  <p:childTnLst>
                                    <p:set>
                                      <p:cBhvr>
                                        <p:cTn id="31" dur="1" fill="hold">
                                          <p:stCondLst>
                                            <p:cond delay="0"/>
                                          </p:stCondLst>
                                        </p:cTn>
                                        <p:tgtEl>
                                          <p:spTgt spid="10"/>
                                        </p:tgtEl>
                                        <p:attrNameLst>
                                          <p:attrName>style.visibility</p:attrName>
                                        </p:attrNameLst>
                                      </p:cBhvr>
                                      <p:to>
                                        <p:strVal val="visible"/>
                                      </p:to>
                                    </p:set>
                                    <p:anim calcmode="lin" valueType="num">
                                      <p:cBhvr additive="base">
                                        <p:cTn id="32" dur="420" fill="hold"/>
                                        <p:tgtEl>
                                          <p:spTgt spid="10"/>
                                        </p:tgtEl>
                                        <p:attrNameLst>
                                          <p:attrName>ppt_w</p:attrName>
                                        </p:attrNameLst>
                                      </p:cBhvr>
                                      <p:tavLst>
                                        <p:tav tm="0">
                                          <p:val>
                                            <p:fltVal val="0"/>
                                          </p:val>
                                        </p:tav>
                                        <p:tav tm="100000">
                                          <p:val>
                                            <p:strVal val="#ppt_w"/>
                                          </p:val>
                                        </p:tav>
                                      </p:tavLst>
                                    </p:anim>
                                    <p:anim calcmode="lin" valueType="num">
                                      <p:cBhvr additive="base">
                                        <p:cTn id="33" dur="420" fill="hold"/>
                                        <p:tgtEl>
                                          <p:spTgt spid="10"/>
                                        </p:tgtEl>
                                        <p:attrNameLst>
                                          <p:attrName>ppt_h</p:attrName>
                                        </p:attrNameLst>
                                      </p:cBhvr>
                                      <p:tavLst>
                                        <p:tav tm="0">
                                          <p:val>
                                            <p:fltVal val="0"/>
                                          </p:val>
                                        </p:tav>
                                        <p:tav tm="100000">
                                          <p:val>
                                            <p:strVal val="#ppt_h"/>
                                          </p:val>
                                        </p:tav>
                                      </p:tavLst>
                                    </p:anim>
                                    <p:animEffect transition="in" filter="fade">
                                      <p:cBhvr>
                                        <p:cTn id="34" dur="420"/>
                                        <p:tgtEl>
                                          <p:spTgt spid="10"/>
                                        </p:tgtEl>
                                      </p:cBhvr>
                                    </p:animEffect>
                                  </p:childTnLst>
                                </p:cTn>
                              </p:par>
                              <p:par>
                                <p:cTn id="35" presetID="53" presetClass="entr" presetSubtype="16" fill="hold" nodeType="withEffect">
                                  <p:stCondLst>
                                    <p:cond delay="390"/>
                                  </p:stCondLst>
                                  <p:childTnLst>
                                    <p:set>
                                      <p:cBhvr>
                                        <p:cTn id="36" dur="1" fill="hold">
                                          <p:stCondLst>
                                            <p:cond delay="0"/>
                                          </p:stCondLst>
                                        </p:cTn>
                                        <p:tgtEl>
                                          <p:spTgt spid="11"/>
                                        </p:tgtEl>
                                        <p:attrNameLst>
                                          <p:attrName>style.visibility</p:attrName>
                                        </p:attrNameLst>
                                      </p:cBhvr>
                                      <p:to>
                                        <p:strVal val="visible"/>
                                      </p:to>
                                    </p:set>
                                    <p:anim calcmode="lin" valueType="num">
                                      <p:cBhvr additive="base">
                                        <p:cTn id="37" dur="420" fill="hold"/>
                                        <p:tgtEl>
                                          <p:spTgt spid="11"/>
                                        </p:tgtEl>
                                        <p:attrNameLst>
                                          <p:attrName>ppt_w</p:attrName>
                                        </p:attrNameLst>
                                      </p:cBhvr>
                                      <p:tavLst>
                                        <p:tav tm="0">
                                          <p:val>
                                            <p:fltVal val="0"/>
                                          </p:val>
                                        </p:tav>
                                        <p:tav tm="100000">
                                          <p:val>
                                            <p:strVal val="#ppt_w"/>
                                          </p:val>
                                        </p:tav>
                                      </p:tavLst>
                                    </p:anim>
                                    <p:anim calcmode="lin" valueType="num">
                                      <p:cBhvr additive="base">
                                        <p:cTn id="38" dur="420" fill="hold"/>
                                        <p:tgtEl>
                                          <p:spTgt spid="11"/>
                                        </p:tgtEl>
                                        <p:attrNameLst>
                                          <p:attrName>ppt_h</p:attrName>
                                        </p:attrNameLst>
                                      </p:cBhvr>
                                      <p:tavLst>
                                        <p:tav tm="0">
                                          <p:val>
                                            <p:fltVal val="0"/>
                                          </p:val>
                                        </p:tav>
                                        <p:tav tm="100000">
                                          <p:val>
                                            <p:strVal val="#ppt_h"/>
                                          </p:val>
                                        </p:tav>
                                      </p:tavLst>
                                    </p:anim>
                                    <p:animEffect transition="in" filter="fade">
                                      <p:cBhvr>
                                        <p:cTn id="39" dur="420"/>
                                        <p:tgtEl>
                                          <p:spTgt spid="11"/>
                                        </p:tgtEl>
                                      </p:cBhvr>
                                    </p:animEffect>
                                  </p:childTnLst>
                                </p:cTn>
                              </p:par>
                              <p:par>
                                <p:cTn id="40" presetID="53" presetClass="entr" presetSubtype="16" fill="hold" nodeType="withEffect">
                                  <p:stCondLst>
                                    <p:cond delay="510"/>
                                  </p:stCondLst>
                                  <p:childTnLst>
                                    <p:set>
                                      <p:cBhvr>
                                        <p:cTn id="41" dur="1" fill="hold">
                                          <p:stCondLst>
                                            <p:cond delay="0"/>
                                          </p:stCondLst>
                                        </p:cTn>
                                        <p:tgtEl>
                                          <p:spTgt spid="12"/>
                                        </p:tgtEl>
                                        <p:attrNameLst>
                                          <p:attrName>style.visibility</p:attrName>
                                        </p:attrNameLst>
                                      </p:cBhvr>
                                      <p:to>
                                        <p:strVal val="visible"/>
                                      </p:to>
                                    </p:set>
                                    <p:anim calcmode="lin" valueType="num">
                                      <p:cBhvr additive="base">
                                        <p:cTn id="42" dur="420" fill="hold"/>
                                        <p:tgtEl>
                                          <p:spTgt spid="12"/>
                                        </p:tgtEl>
                                        <p:attrNameLst>
                                          <p:attrName>ppt_w</p:attrName>
                                        </p:attrNameLst>
                                      </p:cBhvr>
                                      <p:tavLst>
                                        <p:tav tm="0">
                                          <p:val>
                                            <p:fltVal val="0"/>
                                          </p:val>
                                        </p:tav>
                                        <p:tav tm="100000">
                                          <p:val>
                                            <p:strVal val="#ppt_w"/>
                                          </p:val>
                                        </p:tav>
                                      </p:tavLst>
                                    </p:anim>
                                    <p:anim calcmode="lin" valueType="num">
                                      <p:cBhvr additive="base">
                                        <p:cTn id="43" dur="420" fill="hold"/>
                                        <p:tgtEl>
                                          <p:spTgt spid="12"/>
                                        </p:tgtEl>
                                        <p:attrNameLst>
                                          <p:attrName>ppt_h</p:attrName>
                                        </p:attrNameLst>
                                      </p:cBhvr>
                                      <p:tavLst>
                                        <p:tav tm="0">
                                          <p:val>
                                            <p:fltVal val="0"/>
                                          </p:val>
                                        </p:tav>
                                        <p:tav tm="100000">
                                          <p:val>
                                            <p:strVal val="#ppt_h"/>
                                          </p:val>
                                        </p:tav>
                                      </p:tavLst>
                                    </p:anim>
                                    <p:animEffect transition="in" filter="fade">
                                      <p:cBhvr>
                                        <p:cTn id="44" dur="420"/>
                                        <p:tgtEl>
                                          <p:spTgt spid="12"/>
                                        </p:tgtEl>
                                      </p:cBhvr>
                                    </p:animEffect>
                                  </p:childTnLst>
                                </p:cTn>
                              </p:par>
                              <p:par>
                                <p:cTn id="45" presetID="53" presetClass="entr" presetSubtype="16" fill="hold" nodeType="withEffect">
                                  <p:stCondLst>
                                    <p:cond delay="510"/>
                                  </p:stCondLst>
                                  <p:childTnLst>
                                    <p:set>
                                      <p:cBhvr>
                                        <p:cTn id="46" dur="1" fill="hold">
                                          <p:stCondLst>
                                            <p:cond delay="0"/>
                                          </p:stCondLst>
                                        </p:cTn>
                                        <p:tgtEl>
                                          <p:spTgt spid="13"/>
                                        </p:tgtEl>
                                        <p:attrNameLst>
                                          <p:attrName>style.visibility</p:attrName>
                                        </p:attrNameLst>
                                      </p:cBhvr>
                                      <p:to>
                                        <p:strVal val="visible"/>
                                      </p:to>
                                    </p:set>
                                    <p:anim calcmode="lin" valueType="num">
                                      <p:cBhvr additive="base">
                                        <p:cTn id="47" dur="420" fill="hold"/>
                                        <p:tgtEl>
                                          <p:spTgt spid="13"/>
                                        </p:tgtEl>
                                        <p:attrNameLst>
                                          <p:attrName>ppt_w</p:attrName>
                                        </p:attrNameLst>
                                      </p:cBhvr>
                                      <p:tavLst>
                                        <p:tav tm="0">
                                          <p:val>
                                            <p:fltVal val="0"/>
                                          </p:val>
                                        </p:tav>
                                        <p:tav tm="100000">
                                          <p:val>
                                            <p:strVal val="#ppt_w"/>
                                          </p:val>
                                        </p:tav>
                                      </p:tavLst>
                                    </p:anim>
                                    <p:anim calcmode="lin" valueType="num">
                                      <p:cBhvr additive="base">
                                        <p:cTn id="48" dur="420" fill="hold"/>
                                        <p:tgtEl>
                                          <p:spTgt spid="13"/>
                                        </p:tgtEl>
                                        <p:attrNameLst>
                                          <p:attrName>ppt_h</p:attrName>
                                        </p:attrNameLst>
                                      </p:cBhvr>
                                      <p:tavLst>
                                        <p:tav tm="0">
                                          <p:val>
                                            <p:fltVal val="0"/>
                                          </p:val>
                                        </p:tav>
                                        <p:tav tm="100000">
                                          <p:val>
                                            <p:strVal val="#ppt_h"/>
                                          </p:val>
                                        </p:tav>
                                      </p:tavLst>
                                    </p:anim>
                                    <p:animEffect transition="in" filter="fade">
                                      <p:cBhvr>
                                        <p:cTn id="49" dur="420"/>
                                        <p:tgtEl>
                                          <p:spTgt spid="13"/>
                                        </p:tgtEl>
                                      </p:cBhvr>
                                    </p:animEffect>
                                  </p:childTnLst>
                                </p:cTn>
                              </p:par>
                              <p:par>
                                <p:cTn id="50" presetID="53" presetClass="entr" presetSubtype="16" fill="hold" nodeType="withEffect">
                                  <p:stCondLst>
                                    <p:cond delay="510"/>
                                  </p:stCondLst>
                                  <p:childTnLst>
                                    <p:set>
                                      <p:cBhvr>
                                        <p:cTn id="51" dur="1" fill="hold">
                                          <p:stCondLst>
                                            <p:cond delay="0"/>
                                          </p:stCondLst>
                                        </p:cTn>
                                        <p:tgtEl>
                                          <p:spTgt spid="14"/>
                                        </p:tgtEl>
                                        <p:attrNameLst>
                                          <p:attrName>style.visibility</p:attrName>
                                        </p:attrNameLst>
                                      </p:cBhvr>
                                      <p:to>
                                        <p:strVal val="visible"/>
                                      </p:to>
                                    </p:set>
                                    <p:anim calcmode="lin" valueType="num">
                                      <p:cBhvr additive="base">
                                        <p:cTn id="52" dur="420" fill="hold"/>
                                        <p:tgtEl>
                                          <p:spTgt spid="14"/>
                                        </p:tgtEl>
                                        <p:attrNameLst>
                                          <p:attrName>ppt_w</p:attrName>
                                        </p:attrNameLst>
                                      </p:cBhvr>
                                      <p:tavLst>
                                        <p:tav tm="0">
                                          <p:val>
                                            <p:fltVal val="0"/>
                                          </p:val>
                                        </p:tav>
                                        <p:tav tm="100000">
                                          <p:val>
                                            <p:strVal val="#ppt_w"/>
                                          </p:val>
                                        </p:tav>
                                      </p:tavLst>
                                    </p:anim>
                                    <p:anim calcmode="lin" valueType="num">
                                      <p:cBhvr additive="base">
                                        <p:cTn id="53" dur="420" fill="hold"/>
                                        <p:tgtEl>
                                          <p:spTgt spid="14"/>
                                        </p:tgtEl>
                                        <p:attrNameLst>
                                          <p:attrName>ppt_h</p:attrName>
                                        </p:attrNameLst>
                                      </p:cBhvr>
                                      <p:tavLst>
                                        <p:tav tm="0">
                                          <p:val>
                                            <p:fltVal val="0"/>
                                          </p:val>
                                        </p:tav>
                                        <p:tav tm="100000">
                                          <p:val>
                                            <p:strVal val="#ppt_h"/>
                                          </p:val>
                                        </p:tav>
                                      </p:tavLst>
                                    </p:anim>
                                    <p:animEffect transition="in" filter="fade">
                                      <p:cBhvr>
                                        <p:cTn id="54" dur="420"/>
                                        <p:tgtEl>
                                          <p:spTgt spid="14"/>
                                        </p:tgtEl>
                                      </p:cBhvr>
                                    </p:animEffect>
                                  </p:childTnLst>
                                </p:cTn>
                              </p:par>
                              <p:par>
                                <p:cTn id="55" presetID="42" presetClass="entr" presetSubtype="0" fill="hold" nodeType="withEffect">
                                  <p:stCondLst>
                                    <p:cond delay="780"/>
                                  </p:stCondLst>
                                  <p:childTnLst>
                                    <p:set>
                                      <p:cBhvr>
                                        <p:cTn id="56" dur="1" fill="hold">
                                          <p:stCondLst>
                                            <p:cond delay="0"/>
                                          </p:stCondLst>
                                        </p:cTn>
                                        <p:tgtEl>
                                          <p:spTgt spid="16"/>
                                        </p:tgtEl>
                                        <p:attrNameLst>
                                          <p:attrName>style.visibility</p:attrName>
                                        </p:attrNameLst>
                                      </p:cBhvr>
                                      <p:to>
                                        <p:strVal val="visible"/>
                                      </p:to>
                                    </p:set>
                                    <p:animEffect transition="in" filter="fade">
                                      <p:cBhvr>
                                        <p:cTn id="57" dur="550"/>
                                        <p:tgtEl>
                                          <p:spTgt spid="16"/>
                                        </p:tgtEl>
                                      </p:cBhvr>
                                    </p:animEffect>
                                    <p:anim calcmode="lin" valueType="num">
                                      <p:cBhvr additive="base">
                                        <p:cTn id="58" dur="550" fill="hold"/>
                                        <p:tgtEl>
                                          <p:spTgt spid="16"/>
                                        </p:tgtEl>
                                        <p:attrNameLst>
                                          <p:attrName>ppt_x</p:attrName>
                                        </p:attrNameLst>
                                      </p:cBhvr>
                                      <p:tavLst>
                                        <p:tav tm="0">
                                          <p:val>
                                            <p:strVal val="#ppt_x"/>
                                          </p:val>
                                        </p:tav>
                                        <p:tav tm="100000">
                                          <p:val>
                                            <p:strVal val="#ppt_x"/>
                                          </p:val>
                                        </p:tav>
                                      </p:tavLst>
                                    </p:anim>
                                    <p:anim calcmode="lin" valueType="num">
                                      <p:cBhvr additive="base">
                                        <p:cTn id="59" dur="550" fill="hold"/>
                                        <p:tgtEl>
                                          <p:spTgt spid="16"/>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780"/>
                                  </p:stCondLst>
                                  <p:childTnLst>
                                    <p:set>
                                      <p:cBhvr>
                                        <p:cTn id="61" dur="1" fill="hold">
                                          <p:stCondLst>
                                            <p:cond delay="0"/>
                                          </p:stCondLst>
                                        </p:cTn>
                                        <p:tgtEl>
                                          <p:spTgt spid="17"/>
                                        </p:tgtEl>
                                        <p:attrNameLst>
                                          <p:attrName>style.visibility</p:attrName>
                                        </p:attrNameLst>
                                      </p:cBhvr>
                                      <p:to>
                                        <p:strVal val="visible"/>
                                      </p:to>
                                    </p:set>
                                    <p:animEffect transition="in" filter="fade">
                                      <p:cBhvr>
                                        <p:cTn id="62" dur="550"/>
                                        <p:tgtEl>
                                          <p:spTgt spid="17"/>
                                        </p:tgtEl>
                                      </p:cBhvr>
                                    </p:animEffect>
                                    <p:anim calcmode="lin" valueType="num">
                                      <p:cBhvr additive="base">
                                        <p:cTn id="63" dur="550" fill="hold"/>
                                        <p:tgtEl>
                                          <p:spTgt spid="17"/>
                                        </p:tgtEl>
                                        <p:attrNameLst>
                                          <p:attrName>ppt_x</p:attrName>
                                        </p:attrNameLst>
                                      </p:cBhvr>
                                      <p:tavLst>
                                        <p:tav tm="0">
                                          <p:val>
                                            <p:strVal val="#ppt_x"/>
                                          </p:val>
                                        </p:tav>
                                        <p:tav tm="100000">
                                          <p:val>
                                            <p:strVal val="#ppt_x"/>
                                          </p:val>
                                        </p:tav>
                                      </p:tavLst>
                                    </p:anim>
                                    <p:anim calcmode="lin" valueType="num">
                                      <p:cBhvr additive="base">
                                        <p:cTn id="64" dur="550" fill="hold"/>
                                        <p:tgtEl>
                                          <p:spTgt spid="17"/>
                                        </p:tgtEl>
                                        <p:attrNameLst>
                                          <p:attrName>ppt_y</p:attrName>
                                        </p:attrNameLst>
                                      </p:cBhvr>
                                      <p:tavLst>
                                        <p:tav tm="0">
                                          <p:val>
                                            <p:strVal val="#ppt_y+.1"/>
                                          </p:val>
                                        </p:tav>
                                        <p:tav tm="100000">
                                          <p:val>
                                            <p:strVal val="#ppt_y"/>
                                          </p:val>
                                        </p:tav>
                                      </p:tavLst>
                                    </p:anim>
                                  </p:childTnLst>
                                </p:cTn>
                              </p:par>
                              <p:par>
                                <p:cTn id="65" presetID="42" presetClass="entr" presetSubtype="0" fill="hold" nodeType="withEffect">
                                  <p:stCondLst>
                                    <p:cond delay="780"/>
                                  </p:stCondLst>
                                  <p:childTnLst>
                                    <p:set>
                                      <p:cBhvr>
                                        <p:cTn id="66" dur="1" fill="hold">
                                          <p:stCondLst>
                                            <p:cond delay="0"/>
                                          </p:stCondLst>
                                        </p:cTn>
                                        <p:tgtEl>
                                          <p:spTgt spid="18"/>
                                        </p:tgtEl>
                                        <p:attrNameLst>
                                          <p:attrName>style.visibility</p:attrName>
                                        </p:attrNameLst>
                                      </p:cBhvr>
                                      <p:to>
                                        <p:strVal val="visible"/>
                                      </p:to>
                                    </p:set>
                                    <p:animEffect transition="in" filter="fade">
                                      <p:cBhvr>
                                        <p:cTn id="67" dur="550"/>
                                        <p:tgtEl>
                                          <p:spTgt spid="18"/>
                                        </p:tgtEl>
                                      </p:cBhvr>
                                    </p:animEffect>
                                    <p:anim calcmode="lin" valueType="num">
                                      <p:cBhvr additive="base">
                                        <p:cTn id="68" dur="550" fill="hold"/>
                                        <p:tgtEl>
                                          <p:spTgt spid="18"/>
                                        </p:tgtEl>
                                        <p:attrNameLst>
                                          <p:attrName>ppt_x</p:attrName>
                                        </p:attrNameLst>
                                      </p:cBhvr>
                                      <p:tavLst>
                                        <p:tav tm="0">
                                          <p:val>
                                            <p:strVal val="#ppt_x"/>
                                          </p:val>
                                        </p:tav>
                                        <p:tav tm="100000">
                                          <p:val>
                                            <p:strVal val="#ppt_x"/>
                                          </p:val>
                                        </p:tav>
                                      </p:tavLst>
                                    </p:anim>
                                    <p:anim calcmode="lin" valueType="num">
                                      <p:cBhvr additive="base">
                                        <p:cTn id="69" dur="550" fill="hold"/>
                                        <p:tgtEl>
                                          <p:spTgt spid="18"/>
                                        </p:tgtEl>
                                        <p:attrNameLst>
                                          <p:attrName>ppt_y</p:attrName>
                                        </p:attrNameLst>
                                      </p:cBhvr>
                                      <p:tavLst>
                                        <p:tav tm="0">
                                          <p:val>
                                            <p:strVal val="#ppt_y+.1"/>
                                          </p:val>
                                        </p:tav>
                                        <p:tav tm="100000">
                                          <p:val>
                                            <p:strVal val="#ppt_y"/>
                                          </p:val>
                                        </p:tav>
                                      </p:tavLst>
                                    </p:anim>
                                  </p:childTnLst>
                                </p:cTn>
                              </p:par>
                              <p:par>
                                <p:cTn id="70" presetID="42" presetClass="entr" presetSubtype="0" fill="hold" nodeType="withEffect">
                                  <p:stCondLst>
                                    <p:cond delay="780"/>
                                  </p:stCondLst>
                                  <p:childTnLst>
                                    <p:set>
                                      <p:cBhvr>
                                        <p:cTn id="71" dur="1" fill="hold">
                                          <p:stCondLst>
                                            <p:cond delay="0"/>
                                          </p:stCondLst>
                                        </p:cTn>
                                        <p:tgtEl>
                                          <p:spTgt spid="19"/>
                                        </p:tgtEl>
                                        <p:attrNameLst>
                                          <p:attrName>style.visibility</p:attrName>
                                        </p:attrNameLst>
                                      </p:cBhvr>
                                      <p:to>
                                        <p:strVal val="visible"/>
                                      </p:to>
                                    </p:set>
                                    <p:animEffect transition="in" filter="fade">
                                      <p:cBhvr>
                                        <p:cTn id="72" dur="550"/>
                                        <p:tgtEl>
                                          <p:spTgt spid="19"/>
                                        </p:tgtEl>
                                      </p:cBhvr>
                                    </p:animEffect>
                                    <p:anim calcmode="lin" valueType="num">
                                      <p:cBhvr additive="base">
                                        <p:cTn id="73" dur="550" fill="hold"/>
                                        <p:tgtEl>
                                          <p:spTgt spid="19"/>
                                        </p:tgtEl>
                                        <p:attrNameLst>
                                          <p:attrName>ppt_x</p:attrName>
                                        </p:attrNameLst>
                                      </p:cBhvr>
                                      <p:tavLst>
                                        <p:tav tm="0">
                                          <p:val>
                                            <p:strVal val="#ppt_x"/>
                                          </p:val>
                                        </p:tav>
                                        <p:tav tm="100000">
                                          <p:val>
                                            <p:strVal val="#ppt_x"/>
                                          </p:val>
                                        </p:tav>
                                      </p:tavLst>
                                    </p:anim>
                                    <p:anim calcmode="lin" valueType="num">
                                      <p:cBhvr additive="base">
                                        <p:cTn id="74" dur="550" fill="hold"/>
                                        <p:tgtEl>
                                          <p:spTgt spid="19"/>
                                        </p:tgtEl>
                                        <p:attrNameLst>
                                          <p:attrName>ppt_y</p:attrName>
                                        </p:attrNameLst>
                                      </p:cBhvr>
                                      <p:tavLst>
                                        <p:tav tm="0">
                                          <p:val>
                                            <p:strVal val="#ppt_y+.1"/>
                                          </p:val>
                                        </p:tav>
                                        <p:tav tm="100000">
                                          <p:val>
                                            <p:strVal val="#ppt_y"/>
                                          </p:val>
                                        </p:tav>
                                      </p:tavLst>
                                    </p:anim>
                                  </p:childTnLst>
                                </p:cTn>
                              </p:par>
                              <p:par>
                                <p:cTn id="75" presetID="42" presetClass="entr" presetSubtype="0" fill="hold" nodeType="withEffect">
                                  <p:stCondLst>
                                    <p:cond delay="900"/>
                                  </p:stCondLst>
                                  <p:childTnLst>
                                    <p:set>
                                      <p:cBhvr>
                                        <p:cTn id="76" dur="1" fill="hold">
                                          <p:stCondLst>
                                            <p:cond delay="0"/>
                                          </p:stCondLst>
                                        </p:cTn>
                                        <p:tgtEl>
                                          <p:spTgt spid="20"/>
                                        </p:tgtEl>
                                        <p:attrNameLst>
                                          <p:attrName>style.visibility</p:attrName>
                                        </p:attrNameLst>
                                      </p:cBhvr>
                                      <p:to>
                                        <p:strVal val="visible"/>
                                      </p:to>
                                    </p:set>
                                    <p:animEffect transition="in" filter="fade">
                                      <p:cBhvr>
                                        <p:cTn id="77" dur="550"/>
                                        <p:tgtEl>
                                          <p:spTgt spid="20"/>
                                        </p:tgtEl>
                                      </p:cBhvr>
                                    </p:animEffect>
                                    <p:anim calcmode="lin" valueType="num">
                                      <p:cBhvr additive="base">
                                        <p:cTn id="78" dur="550" fill="hold"/>
                                        <p:tgtEl>
                                          <p:spTgt spid="20"/>
                                        </p:tgtEl>
                                        <p:attrNameLst>
                                          <p:attrName>ppt_x</p:attrName>
                                        </p:attrNameLst>
                                      </p:cBhvr>
                                      <p:tavLst>
                                        <p:tav tm="0">
                                          <p:val>
                                            <p:strVal val="#ppt_x"/>
                                          </p:val>
                                        </p:tav>
                                        <p:tav tm="100000">
                                          <p:val>
                                            <p:strVal val="#ppt_x"/>
                                          </p:val>
                                        </p:tav>
                                      </p:tavLst>
                                    </p:anim>
                                    <p:anim calcmode="lin" valueType="num">
                                      <p:cBhvr additive="base">
                                        <p:cTn id="79" dur="550" fill="hold"/>
                                        <p:tgtEl>
                                          <p:spTgt spid="20"/>
                                        </p:tgtEl>
                                        <p:attrNameLst>
                                          <p:attrName>ppt_y</p:attrName>
                                        </p:attrNameLst>
                                      </p:cBhvr>
                                      <p:tavLst>
                                        <p:tav tm="0">
                                          <p:val>
                                            <p:strVal val="#ppt_y+.1"/>
                                          </p:val>
                                        </p:tav>
                                        <p:tav tm="100000">
                                          <p:val>
                                            <p:strVal val="#ppt_y"/>
                                          </p:val>
                                        </p:tav>
                                      </p:tavLst>
                                    </p:anim>
                                  </p:childTnLst>
                                </p:cTn>
                              </p:par>
                              <p:par>
                                <p:cTn id="80" presetID="42" presetClass="entr" presetSubtype="0" fill="hold" nodeType="withEffect">
                                  <p:stCondLst>
                                    <p:cond delay="900"/>
                                  </p:stCondLst>
                                  <p:childTnLst>
                                    <p:set>
                                      <p:cBhvr>
                                        <p:cTn id="81" dur="1" fill="hold">
                                          <p:stCondLst>
                                            <p:cond delay="0"/>
                                          </p:stCondLst>
                                        </p:cTn>
                                        <p:tgtEl>
                                          <p:spTgt spid="21"/>
                                        </p:tgtEl>
                                        <p:attrNameLst>
                                          <p:attrName>style.visibility</p:attrName>
                                        </p:attrNameLst>
                                      </p:cBhvr>
                                      <p:to>
                                        <p:strVal val="visible"/>
                                      </p:to>
                                    </p:set>
                                    <p:animEffect transition="in" filter="fade">
                                      <p:cBhvr>
                                        <p:cTn id="82" dur="550"/>
                                        <p:tgtEl>
                                          <p:spTgt spid="21"/>
                                        </p:tgtEl>
                                      </p:cBhvr>
                                    </p:animEffect>
                                    <p:anim calcmode="lin" valueType="num">
                                      <p:cBhvr additive="base">
                                        <p:cTn id="83" dur="550" fill="hold"/>
                                        <p:tgtEl>
                                          <p:spTgt spid="21"/>
                                        </p:tgtEl>
                                        <p:attrNameLst>
                                          <p:attrName>ppt_x</p:attrName>
                                        </p:attrNameLst>
                                      </p:cBhvr>
                                      <p:tavLst>
                                        <p:tav tm="0">
                                          <p:val>
                                            <p:strVal val="#ppt_x"/>
                                          </p:val>
                                        </p:tav>
                                        <p:tav tm="100000">
                                          <p:val>
                                            <p:strVal val="#ppt_x"/>
                                          </p:val>
                                        </p:tav>
                                      </p:tavLst>
                                    </p:anim>
                                    <p:anim calcmode="lin" valueType="num">
                                      <p:cBhvr additive="base">
                                        <p:cTn id="84" dur="550" fill="hold"/>
                                        <p:tgtEl>
                                          <p:spTgt spid="21"/>
                                        </p:tgtEl>
                                        <p:attrNameLst>
                                          <p:attrName>ppt_y</p:attrName>
                                        </p:attrNameLst>
                                      </p:cBhvr>
                                      <p:tavLst>
                                        <p:tav tm="0">
                                          <p:val>
                                            <p:strVal val="#ppt_y+.1"/>
                                          </p:val>
                                        </p:tav>
                                        <p:tav tm="100000">
                                          <p:val>
                                            <p:strVal val="#ppt_y"/>
                                          </p:val>
                                        </p:tav>
                                      </p:tavLst>
                                    </p:anim>
                                  </p:childTnLst>
                                </p:cTn>
                              </p:par>
                              <p:par>
                                <p:cTn id="85" presetID="42" presetClass="entr" presetSubtype="0" fill="hold" nodeType="withEffect">
                                  <p:stCondLst>
                                    <p:cond delay="900"/>
                                  </p:stCondLst>
                                  <p:childTnLst>
                                    <p:set>
                                      <p:cBhvr>
                                        <p:cTn id="86" dur="1" fill="hold">
                                          <p:stCondLst>
                                            <p:cond delay="0"/>
                                          </p:stCondLst>
                                        </p:cTn>
                                        <p:tgtEl>
                                          <p:spTgt spid="22"/>
                                        </p:tgtEl>
                                        <p:attrNameLst>
                                          <p:attrName>style.visibility</p:attrName>
                                        </p:attrNameLst>
                                      </p:cBhvr>
                                      <p:to>
                                        <p:strVal val="visible"/>
                                      </p:to>
                                    </p:set>
                                    <p:animEffect transition="in" filter="fade">
                                      <p:cBhvr>
                                        <p:cTn id="87" dur="550"/>
                                        <p:tgtEl>
                                          <p:spTgt spid="22"/>
                                        </p:tgtEl>
                                      </p:cBhvr>
                                    </p:animEffect>
                                    <p:anim calcmode="lin" valueType="num">
                                      <p:cBhvr additive="base">
                                        <p:cTn id="88" dur="550" fill="hold"/>
                                        <p:tgtEl>
                                          <p:spTgt spid="22"/>
                                        </p:tgtEl>
                                        <p:attrNameLst>
                                          <p:attrName>ppt_x</p:attrName>
                                        </p:attrNameLst>
                                      </p:cBhvr>
                                      <p:tavLst>
                                        <p:tav tm="0">
                                          <p:val>
                                            <p:strVal val="#ppt_x"/>
                                          </p:val>
                                        </p:tav>
                                        <p:tav tm="100000">
                                          <p:val>
                                            <p:strVal val="#ppt_x"/>
                                          </p:val>
                                        </p:tav>
                                      </p:tavLst>
                                    </p:anim>
                                    <p:anim calcmode="lin" valueType="num">
                                      <p:cBhvr additive="base">
                                        <p:cTn id="89" dur="550" fill="hold"/>
                                        <p:tgtEl>
                                          <p:spTgt spid="22"/>
                                        </p:tgtEl>
                                        <p:attrNameLst>
                                          <p:attrName>ppt_y</p:attrName>
                                        </p:attrNameLst>
                                      </p:cBhvr>
                                      <p:tavLst>
                                        <p:tav tm="0">
                                          <p:val>
                                            <p:strVal val="#ppt_y+.1"/>
                                          </p:val>
                                        </p:tav>
                                        <p:tav tm="100000">
                                          <p:val>
                                            <p:strVal val="#ppt_y"/>
                                          </p:val>
                                        </p:tav>
                                      </p:tavLst>
                                    </p:anim>
                                  </p:childTnLst>
                                </p:cTn>
                              </p:par>
                              <p:par>
                                <p:cTn id="90" presetID="42" presetClass="entr" presetSubtype="0" fill="hold" nodeType="withEffect">
                                  <p:stCondLst>
                                    <p:cond delay="900"/>
                                  </p:stCondLst>
                                  <p:childTnLst>
                                    <p:set>
                                      <p:cBhvr>
                                        <p:cTn id="91" dur="1" fill="hold">
                                          <p:stCondLst>
                                            <p:cond delay="0"/>
                                          </p:stCondLst>
                                        </p:cTn>
                                        <p:tgtEl>
                                          <p:spTgt spid="23"/>
                                        </p:tgtEl>
                                        <p:attrNameLst>
                                          <p:attrName>style.visibility</p:attrName>
                                        </p:attrNameLst>
                                      </p:cBhvr>
                                      <p:to>
                                        <p:strVal val="visible"/>
                                      </p:to>
                                    </p:set>
                                    <p:animEffect transition="in" filter="fade">
                                      <p:cBhvr>
                                        <p:cTn id="92" dur="550"/>
                                        <p:tgtEl>
                                          <p:spTgt spid="23"/>
                                        </p:tgtEl>
                                      </p:cBhvr>
                                    </p:animEffect>
                                    <p:anim calcmode="lin" valueType="num">
                                      <p:cBhvr additive="base">
                                        <p:cTn id="93" dur="550" fill="hold"/>
                                        <p:tgtEl>
                                          <p:spTgt spid="23"/>
                                        </p:tgtEl>
                                        <p:attrNameLst>
                                          <p:attrName>ppt_x</p:attrName>
                                        </p:attrNameLst>
                                      </p:cBhvr>
                                      <p:tavLst>
                                        <p:tav tm="0">
                                          <p:val>
                                            <p:strVal val="#ppt_x"/>
                                          </p:val>
                                        </p:tav>
                                        <p:tav tm="100000">
                                          <p:val>
                                            <p:strVal val="#ppt_x"/>
                                          </p:val>
                                        </p:tav>
                                      </p:tavLst>
                                    </p:anim>
                                    <p:anim calcmode="lin" valueType="num">
                                      <p:cBhvr additive="base">
                                        <p:cTn id="94" dur="550" fill="hold"/>
                                        <p:tgtEl>
                                          <p:spTgt spid="23"/>
                                        </p:tgtEl>
                                        <p:attrNameLst>
                                          <p:attrName>ppt_y</p:attrName>
                                        </p:attrNameLst>
                                      </p:cBhvr>
                                      <p:tavLst>
                                        <p:tav tm="0">
                                          <p:val>
                                            <p:strVal val="#ppt_y+.1"/>
                                          </p:val>
                                        </p:tav>
                                        <p:tav tm="100000">
                                          <p:val>
                                            <p:strVal val="#ppt_y"/>
                                          </p:val>
                                        </p:tav>
                                      </p:tavLst>
                                    </p:anim>
                                  </p:childTnLst>
                                </p:cTn>
                              </p:par>
                              <p:par>
                                <p:cTn id="95" presetID="42" presetClass="entr" presetSubtype="0" fill="hold" nodeType="withEffect">
                                  <p:stCondLst>
                                    <p:cond delay="1020"/>
                                  </p:stCondLst>
                                  <p:childTnLst>
                                    <p:set>
                                      <p:cBhvr>
                                        <p:cTn id="96" dur="1" fill="hold">
                                          <p:stCondLst>
                                            <p:cond delay="0"/>
                                          </p:stCondLst>
                                        </p:cTn>
                                        <p:tgtEl>
                                          <p:spTgt spid="24"/>
                                        </p:tgtEl>
                                        <p:attrNameLst>
                                          <p:attrName>style.visibility</p:attrName>
                                        </p:attrNameLst>
                                      </p:cBhvr>
                                      <p:to>
                                        <p:strVal val="visible"/>
                                      </p:to>
                                    </p:set>
                                    <p:animEffect transition="in" filter="fade">
                                      <p:cBhvr>
                                        <p:cTn id="97" dur="550"/>
                                        <p:tgtEl>
                                          <p:spTgt spid="24"/>
                                        </p:tgtEl>
                                      </p:cBhvr>
                                    </p:animEffect>
                                    <p:anim calcmode="lin" valueType="num">
                                      <p:cBhvr additive="base">
                                        <p:cTn id="98" dur="550" fill="hold"/>
                                        <p:tgtEl>
                                          <p:spTgt spid="24"/>
                                        </p:tgtEl>
                                        <p:attrNameLst>
                                          <p:attrName>ppt_x</p:attrName>
                                        </p:attrNameLst>
                                      </p:cBhvr>
                                      <p:tavLst>
                                        <p:tav tm="0">
                                          <p:val>
                                            <p:strVal val="#ppt_x"/>
                                          </p:val>
                                        </p:tav>
                                        <p:tav tm="100000">
                                          <p:val>
                                            <p:strVal val="#ppt_x"/>
                                          </p:val>
                                        </p:tav>
                                      </p:tavLst>
                                    </p:anim>
                                    <p:anim calcmode="lin" valueType="num">
                                      <p:cBhvr additive="base">
                                        <p:cTn id="99" dur="550" fill="hold"/>
                                        <p:tgtEl>
                                          <p:spTgt spid="24"/>
                                        </p:tgtEl>
                                        <p:attrNameLst>
                                          <p:attrName>ppt_y</p:attrName>
                                        </p:attrNameLst>
                                      </p:cBhvr>
                                      <p:tavLst>
                                        <p:tav tm="0">
                                          <p:val>
                                            <p:strVal val="#ppt_y+.1"/>
                                          </p:val>
                                        </p:tav>
                                        <p:tav tm="100000">
                                          <p:val>
                                            <p:strVal val="#ppt_y"/>
                                          </p:val>
                                        </p:tav>
                                      </p:tavLst>
                                    </p:anim>
                                  </p:childTnLst>
                                </p:cTn>
                              </p:par>
                              <p:par>
                                <p:cTn id="100" presetID="42" presetClass="entr" presetSubtype="0" fill="hold" nodeType="withEffect">
                                  <p:stCondLst>
                                    <p:cond delay="1020"/>
                                  </p:stCondLst>
                                  <p:childTnLst>
                                    <p:set>
                                      <p:cBhvr>
                                        <p:cTn id="101" dur="1" fill="hold">
                                          <p:stCondLst>
                                            <p:cond delay="0"/>
                                          </p:stCondLst>
                                        </p:cTn>
                                        <p:tgtEl>
                                          <p:spTgt spid="25"/>
                                        </p:tgtEl>
                                        <p:attrNameLst>
                                          <p:attrName>style.visibility</p:attrName>
                                        </p:attrNameLst>
                                      </p:cBhvr>
                                      <p:to>
                                        <p:strVal val="visible"/>
                                      </p:to>
                                    </p:set>
                                    <p:animEffect transition="in" filter="fade">
                                      <p:cBhvr>
                                        <p:cTn id="102" dur="550"/>
                                        <p:tgtEl>
                                          <p:spTgt spid="25"/>
                                        </p:tgtEl>
                                      </p:cBhvr>
                                    </p:animEffect>
                                    <p:anim calcmode="lin" valueType="num">
                                      <p:cBhvr additive="base">
                                        <p:cTn id="103" dur="550" fill="hold"/>
                                        <p:tgtEl>
                                          <p:spTgt spid="25"/>
                                        </p:tgtEl>
                                        <p:attrNameLst>
                                          <p:attrName>ppt_x</p:attrName>
                                        </p:attrNameLst>
                                      </p:cBhvr>
                                      <p:tavLst>
                                        <p:tav tm="0">
                                          <p:val>
                                            <p:strVal val="#ppt_x"/>
                                          </p:val>
                                        </p:tav>
                                        <p:tav tm="100000">
                                          <p:val>
                                            <p:strVal val="#ppt_x"/>
                                          </p:val>
                                        </p:tav>
                                      </p:tavLst>
                                    </p:anim>
                                    <p:anim calcmode="lin" valueType="num">
                                      <p:cBhvr additive="base">
                                        <p:cTn id="104" dur="550" fill="hold"/>
                                        <p:tgtEl>
                                          <p:spTgt spid="25"/>
                                        </p:tgtEl>
                                        <p:attrNameLst>
                                          <p:attrName>ppt_y</p:attrName>
                                        </p:attrNameLst>
                                      </p:cBhvr>
                                      <p:tavLst>
                                        <p:tav tm="0">
                                          <p:val>
                                            <p:strVal val="#ppt_y+.1"/>
                                          </p:val>
                                        </p:tav>
                                        <p:tav tm="100000">
                                          <p:val>
                                            <p:strVal val="#ppt_y"/>
                                          </p:val>
                                        </p:tav>
                                      </p:tavLst>
                                    </p:anim>
                                  </p:childTnLst>
                                </p:cTn>
                              </p:par>
                              <p:par>
                                <p:cTn id="105" presetID="42" presetClass="entr" presetSubtype="0" fill="hold" nodeType="withEffect">
                                  <p:stCondLst>
                                    <p:cond delay="1020"/>
                                  </p:stCondLst>
                                  <p:childTnLst>
                                    <p:set>
                                      <p:cBhvr>
                                        <p:cTn id="106" dur="1" fill="hold">
                                          <p:stCondLst>
                                            <p:cond delay="0"/>
                                          </p:stCondLst>
                                        </p:cTn>
                                        <p:tgtEl>
                                          <p:spTgt spid="26"/>
                                        </p:tgtEl>
                                        <p:attrNameLst>
                                          <p:attrName>style.visibility</p:attrName>
                                        </p:attrNameLst>
                                      </p:cBhvr>
                                      <p:to>
                                        <p:strVal val="visible"/>
                                      </p:to>
                                    </p:set>
                                    <p:animEffect transition="in" filter="fade">
                                      <p:cBhvr>
                                        <p:cTn id="107" dur="550"/>
                                        <p:tgtEl>
                                          <p:spTgt spid="26"/>
                                        </p:tgtEl>
                                      </p:cBhvr>
                                    </p:animEffect>
                                    <p:anim calcmode="lin" valueType="num">
                                      <p:cBhvr additive="base">
                                        <p:cTn id="108" dur="550" fill="hold"/>
                                        <p:tgtEl>
                                          <p:spTgt spid="26"/>
                                        </p:tgtEl>
                                        <p:attrNameLst>
                                          <p:attrName>ppt_x</p:attrName>
                                        </p:attrNameLst>
                                      </p:cBhvr>
                                      <p:tavLst>
                                        <p:tav tm="0">
                                          <p:val>
                                            <p:strVal val="#ppt_x"/>
                                          </p:val>
                                        </p:tav>
                                        <p:tav tm="100000">
                                          <p:val>
                                            <p:strVal val="#ppt_x"/>
                                          </p:val>
                                        </p:tav>
                                      </p:tavLst>
                                    </p:anim>
                                    <p:anim calcmode="lin" valueType="num">
                                      <p:cBhvr additive="base">
                                        <p:cTn id="109" dur="550" fill="hold"/>
                                        <p:tgtEl>
                                          <p:spTgt spid="26"/>
                                        </p:tgtEl>
                                        <p:attrNameLst>
                                          <p:attrName>ppt_y</p:attrName>
                                        </p:attrNameLst>
                                      </p:cBhvr>
                                      <p:tavLst>
                                        <p:tav tm="0">
                                          <p:val>
                                            <p:strVal val="#ppt_y+.1"/>
                                          </p:val>
                                        </p:tav>
                                        <p:tav tm="100000">
                                          <p:val>
                                            <p:strVal val="#ppt_y"/>
                                          </p:val>
                                        </p:tav>
                                      </p:tavLst>
                                    </p:anim>
                                  </p:childTnLst>
                                </p:cTn>
                              </p:par>
                              <p:par>
                                <p:cTn id="110" presetID="42" presetClass="entr" presetSubtype="0" fill="hold" nodeType="withEffect">
                                  <p:stCondLst>
                                    <p:cond delay="1020"/>
                                  </p:stCondLst>
                                  <p:childTnLst>
                                    <p:set>
                                      <p:cBhvr>
                                        <p:cTn id="111" dur="1" fill="hold">
                                          <p:stCondLst>
                                            <p:cond delay="0"/>
                                          </p:stCondLst>
                                        </p:cTn>
                                        <p:tgtEl>
                                          <p:spTgt spid="27"/>
                                        </p:tgtEl>
                                        <p:attrNameLst>
                                          <p:attrName>style.visibility</p:attrName>
                                        </p:attrNameLst>
                                      </p:cBhvr>
                                      <p:to>
                                        <p:strVal val="visible"/>
                                      </p:to>
                                    </p:set>
                                    <p:animEffect transition="in" filter="fade">
                                      <p:cBhvr>
                                        <p:cTn id="112" dur="550"/>
                                        <p:tgtEl>
                                          <p:spTgt spid="27"/>
                                        </p:tgtEl>
                                      </p:cBhvr>
                                    </p:animEffect>
                                    <p:anim calcmode="lin" valueType="num">
                                      <p:cBhvr additive="base">
                                        <p:cTn id="113" dur="550" fill="hold"/>
                                        <p:tgtEl>
                                          <p:spTgt spid="27"/>
                                        </p:tgtEl>
                                        <p:attrNameLst>
                                          <p:attrName>ppt_x</p:attrName>
                                        </p:attrNameLst>
                                      </p:cBhvr>
                                      <p:tavLst>
                                        <p:tav tm="0">
                                          <p:val>
                                            <p:strVal val="#ppt_x"/>
                                          </p:val>
                                        </p:tav>
                                        <p:tav tm="100000">
                                          <p:val>
                                            <p:strVal val="#ppt_x"/>
                                          </p:val>
                                        </p:tav>
                                      </p:tavLst>
                                    </p:anim>
                                    <p:anim calcmode="lin" valueType="num">
                                      <p:cBhvr additive="base">
                                        <p:cTn id="114" dur="550" fill="hold"/>
                                        <p:tgtEl>
                                          <p:spTgt spid="27"/>
                                        </p:tgtEl>
                                        <p:attrNameLst>
                                          <p:attrName>ppt_y</p:attrName>
                                        </p:attrNameLst>
                                      </p:cBhvr>
                                      <p:tavLst>
                                        <p:tav tm="0">
                                          <p:val>
                                            <p:strVal val="#ppt_y+.1"/>
                                          </p:val>
                                        </p:tav>
                                        <p:tav tm="100000">
                                          <p:val>
                                            <p:strVal val="#ppt_y"/>
                                          </p:val>
                                        </p:tav>
                                      </p:tavLst>
                                    </p:anim>
                                  </p:childTnLst>
                                </p:cTn>
                              </p:par>
                              <p:par>
                                <p:cTn id="115" presetID="42" presetClass="entr" presetSubtype="0" fill="hold" nodeType="withEffect">
                                  <p:stCondLst>
                                    <p:cond delay="1140"/>
                                  </p:stCondLst>
                                  <p:childTnLst>
                                    <p:set>
                                      <p:cBhvr>
                                        <p:cTn id="116" dur="1" fill="hold">
                                          <p:stCondLst>
                                            <p:cond delay="0"/>
                                          </p:stCondLst>
                                        </p:cTn>
                                        <p:tgtEl>
                                          <p:spTgt spid="28"/>
                                        </p:tgtEl>
                                        <p:attrNameLst>
                                          <p:attrName>style.visibility</p:attrName>
                                        </p:attrNameLst>
                                      </p:cBhvr>
                                      <p:to>
                                        <p:strVal val="visible"/>
                                      </p:to>
                                    </p:set>
                                    <p:animEffect transition="in" filter="fade">
                                      <p:cBhvr>
                                        <p:cTn id="117" dur="550"/>
                                        <p:tgtEl>
                                          <p:spTgt spid="28"/>
                                        </p:tgtEl>
                                      </p:cBhvr>
                                    </p:animEffect>
                                    <p:anim calcmode="lin" valueType="num">
                                      <p:cBhvr additive="base">
                                        <p:cTn id="118" dur="550" fill="hold"/>
                                        <p:tgtEl>
                                          <p:spTgt spid="28"/>
                                        </p:tgtEl>
                                        <p:attrNameLst>
                                          <p:attrName>ppt_x</p:attrName>
                                        </p:attrNameLst>
                                      </p:cBhvr>
                                      <p:tavLst>
                                        <p:tav tm="0">
                                          <p:val>
                                            <p:strVal val="#ppt_x"/>
                                          </p:val>
                                        </p:tav>
                                        <p:tav tm="100000">
                                          <p:val>
                                            <p:strVal val="#ppt_x"/>
                                          </p:val>
                                        </p:tav>
                                      </p:tavLst>
                                    </p:anim>
                                    <p:anim calcmode="lin" valueType="num">
                                      <p:cBhvr additive="base">
                                        <p:cTn id="119" dur="550" fill="hold"/>
                                        <p:tgtEl>
                                          <p:spTgt spid="28"/>
                                        </p:tgtEl>
                                        <p:attrNameLst>
                                          <p:attrName>ppt_y</p:attrName>
                                        </p:attrNameLst>
                                      </p:cBhvr>
                                      <p:tavLst>
                                        <p:tav tm="0">
                                          <p:val>
                                            <p:strVal val="#ppt_y+.1"/>
                                          </p:val>
                                        </p:tav>
                                        <p:tav tm="100000">
                                          <p:val>
                                            <p:strVal val="#ppt_y"/>
                                          </p:val>
                                        </p:tav>
                                      </p:tavLst>
                                    </p:anim>
                                  </p:childTnLst>
                                </p:cTn>
                              </p:par>
                              <p:par>
                                <p:cTn id="120" presetID="42" presetClass="entr" presetSubtype="0" fill="hold" nodeType="withEffect">
                                  <p:stCondLst>
                                    <p:cond delay="1140"/>
                                  </p:stCondLst>
                                  <p:childTnLst>
                                    <p:set>
                                      <p:cBhvr>
                                        <p:cTn id="121" dur="1" fill="hold">
                                          <p:stCondLst>
                                            <p:cond delay="0"/>
                                          </p:stCondLst>
                                        </p:cTn>
                                        <p:tgtEl>
                                          <p:spTgt spid="29"/>
                                        </p:tgtEl>
                                        <p:attrNameLst>
                                          <p:attrName>style.visibility</p:attrName>
                                        </p:attrNameLst>
                                      </p:cBhvr>
                                      <p:to>
                                        <p:strVal val="visible"/>
                                      </p:to>
                                    </p:set>
                                    <p:animEffect transition="in" filter="fade">
                                      <p:cBhvr>
                                        <p:cTn id="122" dur="550"/>
                                        <p:tgtEl>
                                          <p:spTgt spid="29"/>
                                        </p:tgtEl>
                                      </p:cBhvr>
                                    </p:animEffect>
                                    <p:anim calcmode="lin" valueType="num">
                                      <p:cBhvr additive="base">
                                        <p:cTn id="123" dur="550" fill="hold"/>
                                        <p:tgtEl>
                                          <p:spTgt spid="29"/>
                                        </p:tgtEl>
                                        <p:attrNameLst>
                                          <p:attrName>ppt_x</p:attrName>
                                        </p:attrNameLst>
                                      </p:cBhvr>
                                      <p:tavLst>
                                        <p:tav tm="0">
                                          <p:val>
                                            <p:strVal val="#ppt_x"/>
                                          </p:val>
                                        </p:tav>
                                        <p:tav tm="100000">
                                          <p:val>
                                            <p:strVal val="#ppt_x"/>
                                          </p:val>
                                        </p:tav>
                                      </p:tavLst>
                                    </p:anim>
                                    <p:anim calcmode="lin" valueType="num">
                                      <p:cBhvr additive="base">
                                        <p:cTn id="124" dur="550" fill="hold"/>
                                        <p:tgtEl>
                                          <p:spTgt spid="29"/>
                                        </p:tgtEl>
                                        <p:attrNameLst>
                                          <p:attrName>ppt_y</p:attrName>
                                        </p:attrNameLst>
                                      </p:cBhvr>
                                      <p:tavLst>
                                        <p:tav tm="0">
                                          <p:val>
                                            <p:strVal val="#ppt_y+.1"/>
                                          </p:val>
                                        </p:tav>
                                        <p:tav tm="100000">
                                          <p:val>
                                            <p:strVal val="#ppt_y"/>
                                          </p:val>
                                        </p:tav>
                                      </p:tavLst>
                                    </p:anim>
                                  </p:childTnLst>
                                </p:cTn>
                              </p:par>
                              <p:par>
                                <p:cTn id="125" presetID="42" presetClass="entr" presetSubtype="0" fill="hold" nodeType="withEffect">
                                  <p:stCondLst>
                                    <p:cond delay="1140"/>
                                  </p:stCondLst>
                                  <p:childTnLst>
                                    <p:set>
                                      <p:cBhvr>
                                        <p:cTn id="126" dur="1" fill="hold">
                                          <p:stCondLst>
                                            <p:cond delay="0"/>
                                          </p:stCondLst>
                                        </p:cTn>
                                        <p:tgtEl>
                                          <p:spTgt spid="30"/>
                                        </p:tgtEl>
                                        <p:attrNameLst>
                                          <p:attrName>style.visibility</p:attrName>
                                        </p:attrNameLst>
                                      </p:cBhvr>
                                      <p:to>
                                        <p:strVal val="visible"/>
                                      </p:to>
                                    </p:set>
                                    <p:animEffect transition="in" filter="fade">
                                      <p:cBhvr>
                                        <p:cTn id="127" dur="550"/>
                                        <p:tgtEl>
                                          <p:spTgt spid="30"/>
                                        </p:tgtEl>
                                      </p:cBhvr>
                                    </p:animEffect>
                                    <p:anim calcmode="lin" valueType="num">
                                      <p:cBhvr additive="base">
                                        <p:cTn id="128" dur="550" fill="hold"/>
                                        <p:tgtEl>
                                          <p:spTgt spid="30"/>
                                        </p:tgtEl>
                                        <p:attrNameLst>
                                          <p:attrName>ppt_x</p:attrName>
                                        </p:attrNameLst>
                                      </p:cBhvr>
                                      <p:tavLst>
                                        <p:tav tm="0">
                                          <p:val>
                                            <p:strVal val="#ppt_x"/>
                                          </p:val>
                                        </p:tav>
                                        <p:tav tm="100000">
                                          <p:val>
                                            <p:strVal val="#ppt_x"/>
                                          </p:val>
                                        </p:tav>
                                      </p:tavLst>
                                    </p:anim>
                                    <p:anim calcmode="lin" valueType="num">
                                      <p:cBhvr additive="base">
                                        <p:cTn id="129" dur="550" fill="hold"/>
                                        <p:tgtEl>
                                          <p:spTgt spid="30"/>
                                        </p:tgtEl>
                                        <p:attrNameLst>
                                          <p:attrName>ppt_y</p:attrName>
                                        </p:attrNameLst>
                                      </p:cBhvr>
                                      <p:tavLst>
                                        <p:tav tm="0">
                                          <p:val>
                                            <p:strVal val="#ppt_y+.1"/>
                                          </p:val>
                                        </p:tav>
                                        <p:tav tm="100000">
                                          <p:val>
                                            <p:strVal val="#ppt_y"/>
                                          </p:val>
                                        </p:tav>
                                      </p:tavLst>
                                    </p:anim>
                                  </p:childTnLst>
                                </p:cTn>
                              </p:par>
                              <p:par>
                                <p:cTn id="130" presetID="42" presetClass="entr" presetSubtype="0" fill="hold" nodeType="withEffect">
                                  <p:stCondLst>
                                    <p:cond delay="1140"/>
                                  </p:stCondLst>
                                  <p:childTnLst>
                                    <p:set>
                                      <p:cBhvr>
                                        <p:cTn id="131" dur="1" fill="hold">
                                          <p:stCondLst>
                                            <p:cond delay="0"/>
                                          </p:stCondLst>
                                        </p:cTn>
                                        <p:tgtEl>
                                          <p:spTgt spid="31"/>
                                        </p:tgtEl>
                                        <p:attrNameLst>
                                          <p:attrName>style.visibility</p:attrName>
                                        </p:attrNameLst>
                                      </p:cBhvr>
                                      <p:to>
                                        <p:strVal val="visible"/>
                                      </p:to>
                                    </p:set>
                                    <p:animEffect transition="in" filter="fade">
                                      <p:cBhvr>
                                        <p:cTn id="132" dur="550"/>
                                        <p:tgtEl>
                                          <p:spTgt spid="31"/>
                                        </p:tgtEl>
                                      </p:cBhvr>
                                    </p:animEffect>
                                    <p:anim calcmode="lin" valueType="num">
                                      <p:cBhvr additive="base">
                                        <p:cTn id="133" dur="550" fill="hold"/>
                                        <p:tgtEl>
                                          <p:spTgt spid="31"/>
                                        </p:tgtEl>
                                        <p:attrNameLst>
                                          <p:attrName>ppt_x</p:attrName>
                                        </p:attrNameLst>
                                      </p:cBhvr>
                                      <p:tavLst>
                                        <p:tav tm="0">
                                          <p:val>
                                            <p:strVal val="#ppt_x"/>
                                          </p:val>
                                        </p:tav>
                                        <p:tav tm="100000">
                                          <p:val>
                                            <p:strVal val="#ppt_x"/>
                                          </p:val>
                                        </p:tav>
                                      </p:tavLst>
                                    </p:anim>
                                    <p:anim calcmode="lin" valueType="num">
                                      <p:cBhvr additive="base">
                                        <p:cTn id="134" dur="550" fill="hold"/>
                                        <p:tgtEl>
                                          <p:spTgt spid="31"/>
                                        </p:tgtEl>
                                        <p:attrNameLst>
                                          <p:attrName>ppt_y</p:attrName>
                                        </p:attrNameLst>
                                      </p:cBhvr>
                                      <p:tavLst>
                                        <p:tav tm="0">
                                          <p:val>
                                            <p:strVal val="#ppt_y+.1"/>
                                          </p:val>
                                        </p:tav>
                                        <p:tav tm="100000">
                                          <p:val>
                                            <p:strVal val="#ppt_y"/>
                                          </p:val>
                                        </p:tav>
                                      </p:tavLst>
                                    </p:anim>
                                  </p:childTnLst>
                                </p:cTn>
                              </p:par>
                              <p:par>
                                <p:cTn id="135" presetID="42" presetClass="entr" presetSubtype="0" fill="hold" nodeType="withEffect">
                                  <p:stCondLst>
                                    <p:cond delay="1260"/>
                                  </p:stCondLst>
                                  <p:childTnLst>
                                    <p:set>
                                      <p:cBhvr>
                                        <p:cTn id="136" dur="1" fill="hold">
                                          <p:stCondLst>
                                            <p:cond delay="0"/>
                                          </p:stCondLst>
                                        </p:cTn>
                                        <p:tgtEl>
                                          <p:spTgt spid="32"/>
                                        </p:tgtEl>
                                        <p:attrNameLst>
                                          <p:attrName>style.visibility</p:attrName>
                                        </p:attrNameLst>
                                      </p:cBhvr>
                                      <p:to>
                                        <p:strVal val="visible"/>
                                      </p:to>
                                    </p:set>
                                    <p:animEffect transition="in" filter="fade">
                                      <p:cBhvr>
                                        <p:cTn id="137" dur="550"/>
                                        <p:tgtEl>
                                          <p:spTgt spid="32"/>
                                        </p:tgtEl>
                                      </p:cBhvr>
                                    </p:animEffect>
                                    <p:anim calcmode="lin" valueType="num">
                                      <p:cBhvr additive="base">
                                        <p:cTn id="138" dur="550" fill="hold"/>
                                        <p:tgtEl>
                                          <p:spTgt spid="32"/>
                                        </p:tgtEl>
                                        <p:attrNameLst>
                                          <p:attrName>ppt_x</p:attrName>
                                        </p:attrNameLst>
                                      </p:cBhvr>
                                      <p:tavLst>
                                        <p:tav tm="0">
                                          <p:val>
                                            <p:strVal val="#ppt_x"/>
                                          </p:val>
                                        </p:tav>
                                        <p:tav tm="100000">
                                          <p:val>
                                            <p:strVal val="#ppt_x"/>
                                          </p:val>
                                        </p:tav>
                                      </p:tavLst>
                                    </p:anim>
                                    <p:anim calcmode="lin" valueType="num">
                                      <p:cBhvr additive="base">
                                        <p:cTn id="139" dur="550" fill="hold"/>
                                        <p:tgtEl>
                                          <p:spTgt spid="32"/>
                                        </p:tgtEl>
                                        <p:attrNameLst>
                                          <p:attrName>ppt_y</p:attrName>
                                        </p:attrNameLst>
                                      </p:cBhvr>
                                      <p:tavLst>
                                        <p:tav tm="0">
                                          <p:val>
                                            <p:strVal val="#ppt_y+.1"/>
                                          </p:val>
                                        </p:tav>
                                        <p:tav tm="100000">
                                          <p:val>
                                            <p:strVal val="#ppt_y"/>
                                          </p:val>
                                        </p:tav>
                                      </p:tavLst>
                                    </p:anim>
                                  </p:childTnLst>
                                </p:cTn>
                              </p:par>
                              <p:par>
                                <p:cTn id="140" presetID="42" presetClass="entr" presetSubtype="0" fill="hold" nodeType="withEffect">
                                  <p:stCondLst>
                                    <p:cond delay="1260"/>
                                  </p:stCondLst>
                                  <p:childTnLst>
                                    <p:set>
                                      <p:cBhvr>
                                        <p:cTn id="141" dur="1" fill="hold">
                                          <p:stCondLst>
                                            <p:cond delay="0"/>
                                          </p:stCondLst>
                                        </p:cTn>
                                        <p:tgtEl>
                                          <p:spTgt spid="33"/>
                                        </p:tgtEl>
                                        <p:attrNameLst>
                                          <p:attrName>style.visibility</p:attrName>
                                        </p:attrNameLst>
                                      </p:cBhvr>
                                      <p:to>
                                        <p:strVal val="visible"/>
                                      </p:to>
                                    </p:set>
                                    <p:animEffect transition="in" filter="fade">
                                      <p:cBhvr>
                                        <p:cTn id="142" dur="550"/>
                                        <p:tgtEl>
                                          <p:spTgt spid="33"/>
                                        </p:tgtEl>
                                      </p:cBhvr>
                                    </p:animEffect>
                                    <p:anim calcmode="lin" valueType="num">
                                      <p:cBhvr additive="base">
                                        <p:cTn id="143" dur="550" fill="hold"/>
                                        <p:tgtEl>
                                          <p:spTgt spid="33"/>
                                        </p:tgtEl>
                                        <p:attrNameLst>
                                          <p:attrName>ppt_x</p:attrName>
                                        </p:attrNameLst>
                                      </p:cBhvr>
                                      <p:tavLst>
                                        <p:tav tm="0">
                                          <p:val>
                                            <p:strVal val="#ppt_x"/>
                                          </p:val>
                                        </p:tav>
                                        <p:tav tm="100000">
                                          <p:val>
                                            <p:strVal val="#ppt_x"/>
                                          </p:val>
                                        </p:tav>
                                      </p:tavLst>
                                    </p:anim>
                                    <p:anim calcmode="lin" valueType="num">
                                      <p:cBhvr additive="base">
                                        <p:cTn id="144" dur="550" fill="hold"/>
                                        <p:tgtEl>
                                          <p:spTgt spid="33"/>
                                        </p:tgtEl>
                                        <p:attrNameLst>
                                          <p:attrName>ppt_y</p:attrName>
                                        </p:attrNameLst>
                                      </p:cBhvr>
                                      <p:tavLst>
                                        <p:tav tm="0">
                                          <p:val>
                                            <p:strVal val="#ppt_y+.1"/>
                                          </p:val>
                                        </p:tav>
                                        <p:tav tm="100000">
                                          <p:val>
                                            <p:strVal val="#ppt_y"/>
                                          </p:val>
                                        </p:tav>
                                      </p:tavLst>
                                    </p:anim>
                                  </p:childTnLst>
                                </p:cTn>
                              </p:par>
                              <p:par>
                                <p:cTn id="145" presetID="42" presetClass="entr" presetSubtype="0" fill="hold" nodeType="withEffect">
                                  <p:stCondLst>
                                    <p:cond delay="1260"/>
                                  </p:stCondLst>
                                  <p:childTnLst>
                                    <p:set>
                                      <p:cBhvr>
                                        <p:cTn id="146" dur="1" fill="hold">
                                          <p:stCondLst>
                                            <p:cond delay="0"/>
                                          </p:stCondLst>
                                        </p:cTn>
                                        <p:tgtEl>
                                          <p:spTgt spid="34"/>
                                        </p:tgtEl>
                                        <p:attrNameLst>
                                          <p:attrName>style.visibility</p:attrName>
                                        </p:attrNameLst>
                                      </p:cBhvr>
                                      <p:to>
                                        <p:strVal val="visible"/>
                                      </p:to>
                                    </p:set>
                                    <p:animEffect transition="in" filter="fade">
                                      <p:cBhvr>
                                        <p:cTn id="147" dur="550"/>
                                        <p:tgtEl>
                                          <p:spTgt spid="34"/>
                                        </p:tgtEl>
                                      </p:cBhvr>
                                    </p:animEffect>
                                    <p:anim calcmode="lin" valueType="num">
                                      <p:cBhvr additive="base">
                                        <p:cTn id="148" dur="550" fill="hold"/>
                                        <p:tgtEl>
                                          <p:spTgt spid="34"/>
                                        </p:tgtEl>
                                        <p:attrNameLst>
                                          <p:attrName>ppt_x</p:attrName>
                                        </p:attrNameLst>
                                      </p:cBhvr>
                                      <p:tavLst>
                                        <p:tav tm="0">
                                          <p:val>
                                            <p:strVal val="#ppt_x"/>
                                          </p:val>
                                        </p:tav>
                                        <p:tav tm="100000">
                                          <p:val>
                                            <p:strVal val="#ppt_x"/>
                                          </p:val>
                                        </p:tav>
                                      </p:tavLst>
                                    </p:anim>
                                    <p:anim calcmode="lin" valueType="num">
                                      <p:cBhvr additive="base">
                                        <p:cTn id="149" dur="550" fill="hold"/>
                                        <p:tgtEl>
                                          <p:spTgt spid="34"/>
                                        </p:tgtEl>
                                        <p:attrNameLst>
                                          <p:attrName>ppt_y</p:attrName>
                                        </p:attrNameLst>
                                      </p:cBhvr>
                                      <p:tavLst>
                                        <p:tav tm="0">
                                          <p:val>
                                            <p:strVal val="#ppt_y+.1"/>
                                          </p:val>
                                        </p:tav>
                                        <p:tav tm="100000">
                                          <p:val>
                                            <p:strVal val="#ppt_y"/>
                                          </p:val>
                                        </p:tav>
                                      </p:tavLst>
                                    </p:anim>
                                  </p:childTnLst>
                                </p:cTn>
                              </p:par>
                              <p:par>
                                <p:cTn id="150" presetID="42" presetClass="entr" presetSubtype="0" fill="hold" nodeType="withEffect">
                                  <p:stCondLst>
                                    <p:cond delay="1260"/>
                                  </p:stCondLst>
                                  <p:childTnLst>
                                    <p:set>
                                      <p:cBhvr>
                                        <p:cTn id="151" dur="1" fill="hold">
                                          <p:stCondLst>
                                            <p:cond delay="0"/>
                                          </p:stCondLst>
                                        </p:cTn>
                                        <p:tgtEl>
                                          <p:spTgt spid="35"/>
                                        </p:tgtEl>
                                        <p:attrNameLst>
                                          <p:attrName>style.visibility</p:attrName>
                                        </p:attrNameLst>
                                      </p:cBhvr>
                                      <p:to>
                                        <p:strVal val="visible"/>
                                      </p:to>
                                    </p:set>
                                    <p:animEffect transition="in" filter="fade">
                                      <p:cBhvr>
                                        <p:cTn id="152" dur="550"/>
                                        <p:tgtEl>
                                          <p:spTgt spid="35"/>
                                        </p:tgtEl>
                                      </p:cBhvr>
                                    </p:animEffect>
                                    <p:anim calcmode="lin" valueType="num">
                                      <p:cBhvr additive="base">
                                        <p:cTn id="153" dur="550" fill="hold"/>
                                        <p:tgtEl>
                                          <p:spTgt spid="35"/>
                                        </p:tgtEl>
                                        <p:attrNameLst>
                                          <p:attrName>ppt_x</p:attrName>
                                        </p:attrNameLst>
                                      </p:cBhvr>
                                      <p:tavLst>
                                        <p:tav tm="0">
                                          <p:val>
                                            <p:strVal val="#ppt_x"/>
                                          </p:val>
                                        </p:tav>
                                        <p:tav tm="100000">
                                          <p:val>
                                            <p:strVal val="#ppt_x"/>
                                          </p:val>
                                        </p:tav>
                                      </p:tavLst>
                                    </p:anim>
                                    <p:anim calcmode="lin" valueType="num">
                                      <p:cBhvr additive="base">
                                        <p:cTn id="154" dur="550" fill="hold"/>
                                        <p:tgtEl>
                                          <p:spTgt spid="35"/>
                                        </p:tgtEl>
                                        <p:attrNameLst>
                                          <p:attrName>ppt_y</p:attrName>
                                        </p:attrNameLst>
                                      </p:cBhvr>
                                      <p:tavLst>
                                        <p:tav tm="0">
                                          <p:val>
                                            <p:strVal val="#ppt_y+.1"/>
                                          </p:val>
                                        </p:tav>
                                        <p:tav tm="100000">
                                          <p:val>
                                            <p:strVal val="#ppt_y"/>
                                          </p:val>
                                        </p:tav>
                                      </p:tavLst>
                                    </p:anim>
                                  </p:childTnLst>
                                </p:cTn>
                              </p:par>
                              <p:par>
                                <p:cTn id="155" presetID="10" presetClass="entr" presetSubtype="0" fill="hold" nodeType="withEffect">
                                  <p:stCondLst>
                                    <p:cond delay="1660"/>
                                  </p:stCondLst>
                                  <p:childTnLst>
                                    <p:set>
                                      <p:cBhvr>
                                        <p:cTn id="156" dur="1" fill="hold">
                                          <p:stCondLst>
                                            <p:cond delay="0"/>
                                          </p:stCondLst>
                                        </p:cTn>
                                        <p:tgtEl>
                                          <p:spTgt spid="15"/>
                                        </p:tgtEl>
                                        <p:attrNameLst>
                                          <p:attrName>style.visibility</p:attrName>
                                        </p:attrNameLst>
                                      </p:cBhvr>
                                      <p:to>
                                        <p:strVal val="visible"/>
                                      </p:to>
                                    </p:set>
                                    <p:animEffect transition="in" filter="fade">
                                      <p:cBhvr>
                                        <p:cTn id="157" dur="4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2F1F8"/>
        </a:solidFill>
      </p:bgPr>
    </p:bg>
    <p:spTree>
      <p:nvGrpSpPr>
        <p:cNvPr id="1" name=""/>
        <p:cNvGrpSpPr/>
        <p:nvPr/>
      </p:nvGrpSpPr>
      <p:grpSpPr>
        <a:xfrm>
          <a:off x="0" y="0"/>
          <a:ext cx="0" cy="0"/>
          <a:chOff x="0" y="0"/>
          <a:chExt cx="0" cy="0"/>
        </a:xfrm>
      </p:grpSpPr>
      <p:sp>
        <p:nvSpPr>
          <p:cNvPr id="2" name="anim:0:zoom:0"/>
          <p:cNvSpPr txBox="1"/>
          <p:nvPr/>
        </p:nvSpPr>
        <p:spPr>
          <a:xfrm rot="-180000">
            <a:off x="548640" y="320040"/>
            <a:ext cx="1883664" cy="384048"/>
          </a:xfrm>
          <a:prstGeom prst="roundRect">
            <a:avLst>
              <a:gd name="adj" fmla="val 19048"/>
            </a:avLst>
          </a:prstGeom>
          <a:solidFill>
            <a:srgbClr val="FFE600"/>
          </a:solidFill>
          <a:ln w="25400">
            <a:solidFill>
              <a:srgbClr val="000000"/>
            </a:solidFill>
          </a:ln>
          <a:effectLst>
            <a:outerShdw sx="100000" sy="100000" kx="0" ky="0" algn="bl" rotWithShape="0" blurRad="101600" dist="38100" dir="2700000">
              <a:srgbClr val="000000">
                <a:alpha val="100000"/>
              </a:srgbClr>
            </a:outerShdw>
          </a:effectLst>
        </p:spPr>
        <p:txBody>
          <a:bodyPr wrap="square" lIns="0" tIns="0" rIns="0" bIns="0"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FOR APPROVAL</a:t>
            </a:r>
            <a:endParaRPr lang="en-US" sz="1200" dirty="0"/>
          </a:p>
        </p:txBody>
      </p:sp>
      <p:sp>
        <p:nvSpPr>
          <p:cNvPr id="3" name="Text 1"/>
          <p:cNvSpPr txBox="1"/>
          <p:nvPr/>
        </p:nvSpPr>
        <p:spPr>
          <a:xfrm>
            <a:off x="548640" y="822960"/>
            <a:ext cx="11064240" cy="685800"/>
          </a:xfrm>
          <a:prstGeom prst="rect">
            <a:avLst/>
          </a:prstGeom>
          <a:noFill/>
          <a:ln/>
        </p:spPr>
        <p:txBody>
          <a:bodyPr wrap="square" lIns="0" tIns="0" rIns="0" bIns="0" rtlCol="0" anchor="ctr"/>
          <a:lstStyle/>
          <a:p>
            <a:pPr indent="0" marL="0">
              <a:buNone/>
            </a:pPr>
            <a:r>
              <a:rPr lang="en-US" sz="3200" b="1" dirty="0">
                <a:solidFill>
                  <a:srgbClr val="000000"/>
                </a:solidFill>
                <a:latin typeface="Arial" pitchFamily="34" charset="0"/>
                <a:ea typeface="Arial" pitchFamily="34" charset="-122"/>
                <a:cs typeface="Arial" pitchFamily="34" charset="-120"/>
              </a:rPr>
              <a:t>PROPOSED TITLE OPTIONS</a:t>
            </a:r>
            <a:endParaRPr lang="en-US" sz="3200" dirty="0"/>
          </a:p>
        </p:txBody>
      </p:sp>
      <p:sp>
        <p:nvSpPr>
          <p:cNvPr id="4" name="Text 2"/>
          <p:cNvSpPr txBox="1"/>
          <p:nvPr/>
        </p:nvSpPr>
        <p:spPr>
          <a:xfrm>
            <a:off x="548640" y="1481328"/>
            <a:ext cx="11064240" cy="365760"/>
          </a:xfrm>
          <a:prstGeom prst="rect">
            <a:avLst/>
          </a:prstGeom>
          <a:noFill/>
          <a:ln/>
        </p:spPr>
        <p:txBody>
          <a:bodyPr wrap="square" lIns="0" tIns="0" rIns="0" bIns="0" rtlCol="0" anchor="t"/>
          <a:lstStyle/>
          <a:p>
            <a:pPr indent="0" marL="0">
              <a:buNone/>
            </a:pPr>
            <a:r>
              <a:rPr lang="en-US" sz="1500" dirty="0">
                <a:solidFill>
                  <a:srgbClr val="333333"/>
                </a:solidFill>
                <a:latin typeface="Arial" pitchFamily="34" charset="0"/>
                <a:ea typeface="Arial" pitchFamily="34" charset="-122"/>
                <a:cs typeface="Arial" pitchFamily="34" charset="-120"/>
              </a:rPr>
              <a:t>Three options for the adviser's guidance</a:t>
            </a:r>
            <a:endParaRPr lang="en-US" sz="1500" dirty="0"/>
          </a:p>
        </p:txBody>
      </p:sp>
      <p:sp>
        <p:nvSpPr>
          <p:cNvPr id="5" name="anim:1:float:0"/>
          <p:cNvSpPr/>
          <p:nvPr/>
        </p:nvSpPr>
        <p:spPr>
          <a:xfrm>
            <a:off x="548640" y="2148840"/>
            <a:ext cx="3520440" cy="3566160"/>
          </a:xfrm>
          <a:prstGeom prst="roundRect">
            <a:avLst>
              <a:gd name="adj" fmla="val 3117"/>
            </a:avLst>
          </a:prstGeom>
          <a:solidFill>
            <a:srgbClr val="FFE600"/>
          </a:solidFill>
          <a:ln w="28575">
            <a:solidFill>
              <a:srgbClr val="000000"/>
            </a:solidFill>
            <a:prstDash val="solid"/>
          </a:ln>
          <a:effectLst>
            <a:outerShdw sx="100000" sy="100000" kx="0" ky="0" algn="bl" rotWithShape="0" blurRad="101600" dist="88900" dir="2700000">
              <a:srgbClr val="000000">
                <a:alpha val="100000"/>
              </a:srgbClr>
            </a:outerShdw>
          </a:effectLst>
        </p:spPr>
      </p:sp>
      <p:sp>
        <p:nvSpPr>
          <p:cNvPr id="6" name="anim:1:float:0"/>
          <p:cNvSpPr txBox="1"/>
          <p:nvPr/>
        </p:nvSpPr>
        <p:spPr>
          <a:xfrm>
            <a:off x="822960" y="2377440"/>
            <a:ext cx="2926080" cy="320040"/>
          </a:xfrm>
          <a:prstGeom prst="rect">
            <a:avLst/>
          </a:prstGeom>
          <a:noFill/>
          <a:ln/>
        </p:spPr>
        <p:txBody>
          <a:bodyPr wrap="square" lIns="0" tIns="0" rIns="0" bIns="0" rtlCol="0" anchor="t"/>
          <a:lstStyle/>
          <a:p>
            <a:pPr indent="0" marL="0">
              <a:buNone/>
            </a:pPr>
            <a:r>
              <a:rPr lang="en-US" sz="1200" b="1" dirty="0">
                <a:solidFill>
                  <a:srgbClr val="1E50FF"/>
                </a:solidFill>
                <a:latin typeface="Arial" pitchFamily="34" charset="0"/>
                <a:ea typeface="Arial" pitchFamily="34" charset="-122"/>
                <a:cs typeface="Arial" pitchFamily="34" charset="-120"/>
              </a:rPr>
              <a:t>OPTION 1</a:t>
            </a:r>
            <a:endParaRPr lang="en-US" sz="1200" dirty="0"/>
          </a:p>
        </p:txBody>
      </p:sp>
      <p:sp>
        <p:nvSpPr>
          <p:cNvPr id="7" name="anim:1:float:0"/>
          <p:cNvSpPr txBox="1"/>
          <p:nvPr/>
        </p:nvSpPr>
        <p:spPr>
          <a:xfrm>
            <a:off x="822960" y="2697480"/>
            <a:ext cx="3017520" cy="640080"/>
          </a:xfrm>
          <a:prstGeom prst="rect">
            <a:avLst/>
          </a:prstGeom>
          <a:noFill/>
          <a:ln/>
        </p:spPr>
        <p:txBody>
          <a:bodyPr wrap="square" lIns="0" tIns="0" rIns="0" bIns="0" rtlCol="0" anchor="ctr"/>
          <a:lstStyle/>
          <a:p>
            <a:pPr indent="0" marL="0">
              <a:buNone/>
            </a:pPr>
            <a:r>
              <a:rPr lang="en-US" sz="2600" b="1" dirty="0">
                <a:solidFill>
                  <a:srgbClr val="000000"/>
                </a:solidFill>
                <a:latin typeface="Arial" pitchFamily="34" charset="0"/>
                <a:ea typeface="Arial" pitchFamily="34" charset="-122"/>
                <a:cs typeface="Arial" pitchFamily="34" charset="-120"/>
              </a:rPr>
              <a:t>BARBERBOOK PH</a:t>
            </a:r>
            <a:endParaRPr lang="en-US" sz="2600" dirty="0"/>
          </a:p>
        </p:txBody>
      </p:sp>
      <p:sp>
        <p:nvSpPr>
          <p:cNvPr id="8" name="anim:1:float:0"/>
          <p:cNvSpPr txBox="1"/>
          <p:nvPr/>
        </p:nvSpPr>
        <p:spPr>
          <a:xfrm>
            <a:off x="822960" y="3429000"/>
            <a:ext cx="2971800" cy="1691640"/>
          </a:xfrm>
          <a:prstGeom prst="rect">
            <a:avLst/>
          </a:prstGeom>
          <a:noFill/>
          <a:ln/>
        </p:spPr>
        <p:txBody>
          <a:bodyPr wrap="square" lIns="0" tIns="0" rIns="0" bIns="0" rtlCol="0" anchor="t"/>
          <a:lstStyle/>
          <a:p>
            <a:pPr indent="0" marL="0">
              <a:buNone/>
            </a:pPr>
            <a:r>
              <a:rPr lang="en-US" sz="1350" dirty="0">
                <a:solidFill>
                  <a:srgbClr val="000000"/>
                </a:solidFill>
                <a:latin typeface="Arial" pitchFamily="34" charset="0"/>
                <a:ea typeface="Arial" pitchFamily="34" charset="-122"/>
                <a:cs typeface="Arial" pitchFamily="34" charset="-120"/>
              </a:rPr>
              <a:t>An Online Appointment and Haircut Preference System for Local Barbershops</a:t>
            </a:r>
            <a:endParaRPr lang="en-US" sz="1350" dirty="0"/>
          </a:p>
        </p:txBody>
      </p:sp>
      <p:sp>
        <p:nvSpPr>
          <p:cNvPr id="9" name="anim:1:float:0"/>
          <p:cNvSpPr txBox="1"/>
          <p:nvPr/>
        </p:nvSpPr>
        <p:spPr>
          <a:xfrm>
            <a:off x="822960" y="4937760"/>
            <a:ext cx="2971800" cy="685800"/>
          </a:xfrm>
          <a:prstGeom prst="rect">
            <a:avLst/>
          </a:prstGeom>
          <a:noFill/>
          <a:ln/>
        </p:spPr>
        <p:txBody>
          <a:bodyPr wrap="square" lIns="0" tIns="0" rIns="0" bIns="0" rtlCol="0" anchor="t"/>
          <a:lstStyle/>
          <a:p>
            <a:pPr indent="0" marL="0">
              <a:buNone/>
            </a:pPr>
            <a:r>
              <a:rPr lang="en-US" sz="1100" i="1" dirty="0">
                <a:solidFill>
                  <a:srgbClr val="333333"/>
                </a:solidFill>
                <a:latin typeface="Arial" pitchFamily="34" charset="0"/>
                <a:ea typeface="Arial" pitchFamily="34" charset="-122"/>
                <a:cs typeface="Arial" pitchFamily="34" charset="-120"/>
              </a:rPr>
              <a:t>Current working title. Already matches the Statement of the Problem.</a:t>
            </a:r>
            <a:endParaRPr lang="en-US" sz="1100" dirty="0"/>
          </a:p>
        </p:txBody>
      </p:sp>
      <p:sp>
        <p:nvSpPr>
          <p:cNvPr id="10" name="anim:1:float:1"/>
          <p:cNvSpPr/>
          <p:nvPr/>
        </p:nvSpPr>
        <p:spPr>
          <a:xfrm>
            <a:off x="4343400" y="2148840"/>
            <a:ext cx="3520440" cy="3566160"/>
          </a:xfrm>
          <a:prstGeom prst="roundRect">
            <a:avLst>
              <a:gd name="adj" fmla="val 3117"/>
            </a:avLst>
          </a:prstGeom>
          <a:solidFill>
            <a:srgbClr val="FFFFFF"/>
          </a:solidFill>
          <a:ln w="28575">
            <a:solidFill>
              <a:srgbClr val="000000"/>
            </a:solidFill>
            <a:prstDash val="solid"/>
          </a:ln>
          <a:effectLst>
            <a:outerShdw sx="100000" sy="100000" kx="0" ky="0" algn="bl" rotWithShape="0" blurRad="101600" dist="88900" dir="2700000">
              <a:srgbClr val="000000">
                <a:alpha val="100000"/>
              </a:srgbClr>
            </a:outerShdw>
          </a:effectLst>
        </p:spPr>
      </p:sp>
      <p:sp>
        <p:nvSpPr>
          <p:cNvPr id="11" name="anim:1:float:1"/>
          <p:cNvSpPr txBox="1"/>
          <p:nvPr/>
        </p:nvSpPr>
        <p:spPr>
          <a:xfrm>
            <a:off x="4617720" y="2377440"/>
            <a:ext cx="2926080" cy="320040"/>
          </a:xfrm>
          <a:prstGeom prst="rect">
            <a:avLst/>
          </a:prstGeom>
          <a:noFill/>
          <a:ln/>
        </p:spPr>
        <p:txBody>
          <a:bodyPr wrap="square" lIns="0" tIns="0" rIns="0" bIns="0" rtlCol="0" anchor="t"/>
          <a:lstStyle/>
          <a:p>
            <a:pPr indent="0" marL="0">
              <a:buNone/>
            </a:pPr>
            <a:r>
              <a:rPr lang="en-US" sz="1200" b="1" dirty="0">
                <a:solidFill>
                  <a:srgbClr val="1E50FF"/>
                </a:solidFill>
                <a:latin typeface="Arial" pitchFamily="34" charset="0"/>
                <a:ea typeface="Arial" pitchFamily="34" charset="-122"/>
                <a:cs typeface="Arial" pitchFamily="34" charset="-120"/>
              </a:rPr>
              <a:t>OPTION 2</a:t>
            </a:r>
            <a:endParaRPr lang="en-US" sz="1200" dirty="0"/>
          </a:p>
        </p:txBody>
      </p:sp>
      <p:sp>
        <p:nvSpPr>
          <p:cNvPr id="12" name="anim:1:float:1"/>
          <p:cNvSpPr txBox="1"/>
          <p:nvPr/>
        </p:nvSpPr>
        <p:spPr>
          <a:xfrm>
            <a:off x="4617720" y="2697480"/>
            <a:ext cx="3017520" cy="640080"/>
          </a:xfrm>
          <a:prstGeom prst="rect">
            <a:avLst/>
          </a:prstGeom>
          <a:noFill/>
          <a:ln/>
        </p:spPr>
        <p:txBody>
          <a:bodyPr wrap="square" lIns="0" tIns="0" rIns="0" bIns="0" rtlCol="0" anchor="ctr"/>
          <a:lstStyle/>
          <a:p>
            <a:pPr indent="0" marL="0">
              <a:buNone/>
            </a:pPr>
            <a:r>
              <a:rPr lang="en-US" sz="2600" b="1" dirty="0">
                <a:solidFill>
                  <a:srgbClr val="000000"/>
                </a:solidFill>
                <a:latin typeface="Arial" pitchFamily="34" charset="0"/>
                <a:ea typeface="Arial" pitchFamily="34" charset="-122"/>
                <a:cs typeface="Arial" pitchFamily="34" charset="-120"/>
              </a:rPr>
              <a:t>TRIMTIME</a:t>
            </a:r>
            <a:endParaRPr lang="en-US" sz="2600" dirty="0"/>
          </a:p>
        </p:txBody>
      </p:sp>
      <p:sp>
        <p:nvSpPr>
          <p:cNvPr id="13" name="anim:1:float:1"/>
          <p:cNvSpPr txBox="1"/>
          <p:nvPr/>
        </p:nvSpPr>
        <p:spPr>
          <a:xfrm>
            <a:off x="4617720" y="3429000"/>
            <a:ext cx="2971800" cy="1691640"/>
          </a:xfrm>
          <a:prstGeom prst="rect">
            <a:avLst/>
          </a:prstGeom>
          <a:noFill/>
          <a:ln/>
        </p:spPr>
        <p:txBody>
          <a:bodyPr wrap="square" lIns="0" tIns="0" rIns="0" bIns="0" rtlCol="0" anchor="t"/>
          <a:lstStyle/>
          <a:p>
            <a:pPr indent="0" marL="0">
              <a:buNone/>
            </a:pPr>
            <a:r>
              <a:rPr lang="en-US" sz="1350" dirty="0">
                <a:solidFill>
                  <a:srgbClr val="000000"/>
                </a:solidFill>
                <a:latin typeface="Arial" pitchFamily="34" charset="0"/>
                <a:ea typeface="Arial" pitchFamily="34" charset="-122"/>
                <a:cs typeface="Arial" pitchFamily="34" charset="-120"/>
              </a:rPr>
              <a:t>A Web-Based Appointment Scheduling and Hairstyle Preference Management System for Barbershops in [Municipality]</a:t>
            </a:r>
            <a:endParaRPr lang="en-US" sz="1350" dirty="0"/>
          </a:p>
        </p:txBody>
      </p:sp>
      <p:sp>
        <p:nvSpPr>
          <p:cNvPr id="14" name="anim:1:float:1"/>
          <p:cNvSpPr txBox="1"/>
          <p:nvPr/>
        </p:nvSpPr>
        <p:spPr>
          <a:xfrm>
            <a:off x="4617720" y="4937760"/>
            <a:ext cx="2971800" cy="685800"/>
          </a:xfrm>
          <a:prstGeom prst="rect">
            <a:avLst/>
          </a:prstGeom>
          <a:noFill/>
          <a:ln/>
        </p:spPr>
        <p:txBody>
          <a:bodyPr wrap="square" lIns="0" tIns="0" rIns="0" bIns="0" rtlCol="0" anchor="t"/>
          <a:lstStyle/>
          <a:p>
            <a:pPr indent="0" marL="0">
              <a:buNone/>
            </a:pPr>
            <a:r>
              <a:rPr lang="en-US" sz="1100" i="1" dirty="0">
                <a:solidFill>
                  <a:srgbClr val="333333"/>
                </a:solidFill>
                <a:latin typeface="Arial" pitchFamily="34" charset="0"/>
                <a:ea typeface="Arial" pitchFamily="34" charset="-122"/>
                <a:cs typeface="Arial" pitchFamily="34" charset="-120"/>
              </a:rPr>
              <a:t>More technical wording and a specific locale.</a:t>
            </a:r>
            <a:endParaRPr lang="en-US" sz="1100" dirty="0"/>
          </a:p>
        </p:txBody>
      </p:sp>
      <p:sp>
        <p:nvSpPr>
          <p:cNvPr id="15" name="anim:1:float:2"/>
          <p:cNvSpPr/>
          <p:nvPr/>
        </p:nvSpPr>
        <p:spPr>
          <a:xfrm>
            <a:off x="8138160" y="2148840"/>
            <a:ext cx="3520440" cy="3566160"/>
          </a:xfrm>
          <a:prstGeom prst="roundRect">
            <a:avLst>
              <a:gd name="adj" fmla="val 3117"/>
            </a:avLst>
          </a:prstGeom>
          <a:solidFill>
            <a:srgbClr val="FFFFFF"/>
          </a:solidFill>
          <a:ln w="28575">
            <a:solidFill>
              <a:srgbClr val="000000"/>
            </a:solidFill>
            <a:prstDash val="solid"/>
          </a:ln>
          <a:effectLst>
            <a:outerShdw sx="100000" sy="100000" kx="0" ky="0" algn="bl" rotWithShape="0" blurRad="101600" dist="88900" dir="2700000">
              <a:srgbClr val="000000">
                <a:alpha val="100000"/>
              </a:srgbClr>
            </a:outerShdw>
          </a:effectLst>
        </p:spPr>
      </p:sp>
      <p:sp>
        <p:nvSpPr>
          <p:cNvPr id="16" name="anim:1:float:2"/>
          <p:cNvSpPr txBox="1"/>
          <p:nvPr/>
        </p:nvSpPr>
        <p:spPr>
          <a:xfrm>
            <a:off x="8412480" y="2377440"/>
            <a:ext cx="2926080" cy="320040"/>
          </a:xfrm>
          <a:prstGeom prst="rect">
            <a:avLst/>
          </a:prstGeom>
          <a:noFill/>
          <a:ln/>
        </p:spPr>
        <p:txBody>
          <a:bodyPr wrap="square" lIns="0" tIns="0" rIns="0" bIns="0" rtlCol="0" anchor="t"/>
          <a:lstStyle/>
          <a:p>
            <a:pPr indent="0" marL="0">
              <a:buNone/>
            </a:pPr>
            <a:r>
              <a:rPr lang="en-US" sz="1200" b="1" dirty="0">
                <a:solidFill>
                  <a:srgbClr val="1E50FF"/>
                </a:solidFill>
                <a:latin typeface="Arial" pitchFamily="34" charset="0"/>
                <a:ea typeface="Arial" pitchFamily="34" charset="-122"/>
                <a:cs typeface="Arial" pitchFamily="34" charset="-120"/>
              </a:rPr>
              <a:t>OPTION 3</a:t>
            </a:r>
            <a:endParaRPr lang="en-US" sz="1200" dirty="0"/>
          </a:p>
        </p:txBody>
      </p:sp>
      <p:sp>
        <p:nvSpPr>
          <p:cNvPr id="17" name="anim:1:float:2"/>
          <p:cNvSpPr txBox="1"/>
          <p:nvPr/>
        </p:nvSpPr>
        <p:spPr>
          <a:xfrm>
            <a:off x="8412480" y="2697480"/>
            <a:ext cx="3017520" cy="640080"/>
          </a:xfrm>
          <a:prstGeom prst="rect">
            <a:avLst/>
          </a:prstGeom>
          <a:noFill/>
          <a:ln/>
        </p:spPr>
        <p:txBody>
          <a:bodyPr wrap="square" lIns="0" tIns="0" rIns="0" bIns="0" rtlCol="0" anchor="ctr"/>
          <a:lstStyle/>
          <a:p>
            <a:pPr indent="0" marL="0">
              <a:buNone/>
            </a:pPr>
            <a:r>
              <a:rPr lang="en-US" sz="2600" b="1" dirty="0">
                <a:solidFill>
                  <a:srgbClr val="000000"/>
                </a:solidFill>
                <a:latin typeface="Arial" pitchFamily="34" charset="0"/>
                <a:ea typeface="Arial" pitchFamily="34" charset="-122"/>
                <a:cs typeface="Arial" pitchFamily="34" charset="-120"/>
              </a:rPr>
              <a:t>GUPITGO</a:t>
            </a:r>
            <a:endParaRPr lang="en-US" sz="2600" dirty="0"/>
          </a:p>
        </p:txBody>
      </p:sp>
      <p:sp>
        <p:nvSpPr>
          <p:cNvPr id="18" name="anim:1:float:2"/>
          <p:cNvSpPr txBox="1"/>
          <p:nvPr/>
        </p:nvSpPr>
        <p:spPr>
          <a:xfrm>
            <a:off x="8412480" y="3429000"/>
            <a:ext cx="2971800" cy="1691640"/>
          </a:xfrm>
          <a:prstGeom prst="rect">
            <a:avLst/>
          </a:prstGeom>
          <a:noFill/>
          <a:ln/>
        </p:spPr>
        <p:txBody>
          <a:bodyPr wrap="square" lIns="0" tIns="0" rIns="0" bIns="0" rtlCol="0" anchor="t"/>
          <a:lstStyle/>
          <a:p>
            <a:pPr indent="0" marL="0">
              <a:buNone/>
            </a:pPr>
            <a:r>
              <a:rPr lang="en-US" sz="1350" dirty="0">
                <a:solidFill>
                  <a:srgbClr val="000000"/>
                </a:solidFill>
                <a:latin typeface="Arial" pitchFamily="34" charset="0"/>
                <a:ea typeface="Arial" pitchFamily="34" charset="-122"/>
                <a:cs typeface="Arial" pitchFamily="34" charset="-120"/>
              </a:rPr>
              <a:t>A Mobile-Responsive Booking and Haircut Preference Recording System for Local Barbershops with Customer Records Management</a:t>
            </a:r>
            <a:endParaRPr lang="en-US" sz="1350" dirty="0"/>
          </a:p>
        </p:txBody>
      </p:sp>
      <p:sp>
        <p:nvSpPr>
          <p:cNvPr id="19" name="anim:1:float:2"/>
          <p:cNvSpPr txBox="1"/>
          <p:nvPr/>
        </p:nvSpPr>
        <p:spPr>
          <a:xfrm>
            <a:off x="8412480" y="4937760"/>
            <a:ext cx="2971800" cy="685800"/>
          </a:xfrm>
          <a:prstGeom prst="rect">
            <a:avLst/>
          </a:prstGeom>
          <a:noFill/>
          <a:ln/>
        </p:spPr>
        <p:txBody>
          <a:bodyPr wrap="square" lIns="0" tIns="0" rIns="0" bIns="0" rtlCol="0" anchor="t"/>
          <a:lstStyle/>
          <a:p>
            <a:pPr indent="0" marL="0">
              <a:buNone/>
            </a:pPr>
            <a:r>
              <a:rPr lang="en-US" sz="1100" i="1" dirty="0">
                <a:solidFill>
                  <a:srgbClr val="333333"/>
                </a:solidFill>
                <a:latin typeface="Arial" pitchFamily="34" charset="0"/>
                <a:ea typeface="Arial" pitchFamily="34" charset="-122"/>
                <a:cs typeface="Arial" pitchFamily="34" charset="-120"/>
              </a:rPr>
              <a:t>Local and catchy, with a record-keeping angle.</a:t>
            </a:r>
            <a:endParaRPr lang="en-US" sz="1100" dirty="0"/>
          </a:p>
        </p:txBody>
      </p:sp>
      <p:sp>
        <p:nvSpPr>
          <p:cNvPr id="20" name="anim:2:zoom:0"/>
          <p:cNvSpPr txBox="1"/>
          <p:nvPr/>
        </p:nvSpPr>
        <p:spPr>
          <a:xfrm rot="240000">
            <a:off x="2514600" y="1920240"/>
            <a:ext cx="1691640" cy="384048"/>
          </a:xfrm>
          <a:prstGeom prst="roundRect">
            <a:avLst>
              <a:gd name="adj" fmla="val 19048"/>
            </a:avLst>
          </a:prstGeom>
          <a:solidFill>
            <a:srgbClr val="22C55E"/>
          </a:solidFill>
          <a:ln w="25400">
            <a:solidFill>
              <a:srgbClr val="000000"/>
            </a:solidFill>
          </a:ln>
          <a:effectLst>
            <a:outerShdw sx="100000" sy="100000" kx="0" ky="0" algn="bl" rotWithShape="0" blurRad="101600" dist="38100" dir="2700000">
              <a:srgbClr val="000000">
                <a:alpha val="100000"/>
              </a:srgbClr>
            </a:outerShdw>
          </a:effectLst>
        </p:spPr>
        <p:txBody>
          <a:bodyPr wrap="square" lIns="0" tIns="0" rIns="0" bIns="0"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RECOMMENDED</a:t>
            </a:r>
            <a:endParaRPr lang="en-US" sz="1200" dirty="0"/>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420" fill="hold"/>
                                        <p:tgtEl>
                                          <p:spTgt spid="2"/>
                                        </p:tgtEl>
                                        <p:attrNameLst>
                                          <p:attrName>ppt_w</p:attrName>
                                        </p:attrNameLst>
                                      </p:cBhvr>
                                      <p:tavLst>
                                        <p:tav tm="0">
                                          <p:val>
                                            <p:fltVal val="0"/>
                                          </p:val>
                                        </p:tav>
                                        <p:tav tm="100000">
                                          <p:val>
                                            <p:strVal val="#ppt_w"/>
                                          </p:val>
                                        </p:tav>
                                      </p:tavLst>
                                    </p:anim>
                                    <p:anim calcmode="lin" valueType="num">
                                      <p:cBhvr additive="base">
                                        <p:cTn id="8" dur="420" fill="hold"/>
                                        <p:tgtEl>
                                          <p:spTgt spid="2"/>
                                        </p:tgtEl>
                                        <p:attrNameLst>
                                          <p:attrName>ppt_h</p:attrName>
                                        </p:attrNameLst>
                                      </p:cBhvr>
                                      <p:tavLst>
                                        <p:tav tm="0">
                                          <p:val>
                                            <p:fltVal val="0"/>
                                          </p:val>
                                        </p:tav>
                                        <p:tav tm="100000">
                                          <p:val>
                                            <p:strVal val="#ppt_h"/>
                                          </p:val>
                                        </p:tav>
                                      </p:tavLst>
                                    </p:anim>
                                    <p:animEffect transition="in" filter="fade">
                                      <p:cBhvr>
                                        <p:cTn id="9" dur="420"/>
                                        <p:tgtEl>
                                          <p:spTgt spid="2"/>
                                        </p:tgtEl>
                                      </p:cBhvr>
                                    </p:animEffect>
                                  </p:childTnLst>
                                </p:cTn>
                              </p:par>
                              <p:par>
                                <p:cTn id="10" presetID="42" presetClass="entr" presetSubtype="0" fill="hold" nodeType="withEffect">
                                  <p:stCondLst>
                                    <p:cond delay="27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50"/>
                                        <p:tgtEl>
                                          <p:spTgt spid="5"/>
                                        </p:tgtEl>
                                      </p:cBhvr>
                                    </p:animEffect>
                                    <p:anim calcmode="lin" valueType="num">
                                      <p:cBhvr additive="base">
                                        <p:cTn id="13" dur="550" fill="hold"/>
                                        <p:tgtEl>
                                          <p:spTgt spid="5"/>
                                        </p:tgtEl>
                                        <p:attrNameLst>
                                          <p:attrName>ppt_x</p:attrName>
                                        </p:attrNameLst>
                                      </p:cBhvr>
                                      <p:tavLst>
                                        <p:tav tm="0">
                                          <p:val>
                                            <p:strVal val="#ppt_x"/>
                                          </p:val>
                                        </p:tav>
                                        <p:tav tm="100000">
                                          <p:val>
                                            <p:strVal val="#ppt_x"/>
                                          </p:val>
                                        </p:tav>
                                      </p:tavLst>
                                    </p:anim>
                                    <p:anim calcmode="lin" valueType="num">
                                      <p:cBhvr additive="base">
                                        <p:cTn id="14" dur="550" fill="hold"/>
                                        <p:tgtEl>
                                          <p:spTgt spid="5"/>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27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50"/>
                                        <p:tgtEl>
                                          <p:spTgt spid="6"/>
                                        </p:tgtEl>
                                      </p:cBhvr>
                                    </p:animEffect>
                                    <p:anim calcmode="lin" valueType="num">
                                      <p:cBhvr additive="base">
                                        <p:cTn id="18" dur="550" fill="hold"/>
                                        <p:tgtEl>
                                          <p:spTgt spid="6"/>
                                        </p:tgtEl>
                                        <p:attrNameLst>
                                          <p:attrName>ppt_x</p:attrName>
                                        </p:attrNameLst>
                                      </p:cBhvr>
                                      <p:tavLst>
                                        <p:tav tm="0">
                                          <p:val>
                                            <p:strVal val="#ppt_x"/>
                                          </p:val>
                                        </p:tav>
                                        <p:tav tm="100000">
                                          <p:val>
                                            <p:strVal val="#ppt_x"/>
                                          </p:val>
                                        </p:tav>
                                      </p:tavLst>
                                    </p:anim>
                                    <p:anim calcmode="lin" valueType="num">
                                      <p:cBhvr additive="base">
                                        <p:cTn id="19" dur="550" fill="hold"/>
                                        <p:tgtEl>
                                          <p:spTgt spid="6"/>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27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50"/>
                                        <p:tgtEl>
                                          <p:spTgt spid="7"/>
                                        </p:tgtEl>
                                      </p:cBhvr>
                                    </p:animEffect>
                                    <p:anim calcmode="lin" valueType="num">
                                      <p:cBhvr additive="base">
                                        <p:cTn id="23" dur="550" fill="hold"/>
                                        <p:tgtEl>
                                          <p:spTgt spid="7"/>
                                        </p:tgtEl>
                                        <p:attrNameLst>
                                          <p:attrName>ppt_x</p:attrName>
                                        </p:attrNameLst>
                                      </p:cBhvr>
                                      <p:tavLst>
                                        <p:tav tm="0">
                                          <p:val>
                                            <p:strVal val="#ppt_x"/>
                                          </p:val>
                                        </p:tav>
                                        <p:tav tm="100000">
                                          <p:val>
                                            <p:strVal val="#ppt_x"/>
                                          </p:val>
                                        </p:tav>
                                      </p:tavLst>
                                    </p:anim>
                                    <p:anim calcmode="lin" valueType="num">
                                      <p:cBhvr additive="base">
                                        <p:cTn id="24" dur="550" fill="hold"/>
                                        <p:tgtEl>
                                          <p:spTgt spid="7"/>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27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50"/>
                                        <p:tgtEl>
                                          <p:spTgt spid="8"/>
                                        </p:tgtEl>
                                      </p:cBhvr>
                                    </p:animEffect>
                                    <p:anim calcmode="lin" valueType="num">
                                      <p:cBhvr additive="base">
                                        <p:cTn id="28" dur="550" fill="hold"/>
                                        <p:tgtEl>
                                          <p:spTgt spid="8"/>
                                        </p:tgtEl>
                                        <p:attrNameLst>
                                          <p:attrName>ppt_x</p:attrName>
                                        </p:attrNameLst>
                                      </p:cBhvr>
                                      <p:tavLst>
                                        <p:tav tm="0">
                                          <p:val>
                                            <p:strVal val="#ppt_x"/>
                                          </p:val>
                                        </p:tav>
                                        <p:tav tm="100000">
                                          <p:val>
                                            <p:strVal val="#ppt_x"/>
                                          </p:val>
                                        </p:tav>
                                      </p:tavLst>
                                    </p:anim>
                                    <p:anim calcmode="lin" valueType="num">
                                      <p:cBhvr additive="base">
                                        <p:cTn id="29" dur="550" fill="hold"/>
                                        <p:tgtEl>
                                          <p:spTgt spid="8"/>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27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50"/>
                                        <p:tgtEl>
                                          <p:spTgt spid="9"/>
                                        </p:tgtEl>
                                      </p:cBhvr>
                                    </p:animEffect>
                                    <p:anim calcmode="lin" valueType="num">
                                      <p:cBhvr additive="base">
                                        <p:cTn id="33" dur="550" fill="hold"/>
                                        <p:tgtEl>
                                          <p:spTgt spid="9"/>
                                        </p:tgtEl>
                                        <p:attrNameLst>
                                          <p:attrName>ppt_x</p:attrName>
                                        </p:attrNameLst>
                                      </p:cBhvr>
                                      <p:tavLst>
                                        <p:tav tm="0">
                                          <p:val>
                                            <p:strVal val="#ppt_x"/>
                                          </p:val>
                                        </p:tav>
                                        <p:tav tm="100000">
                                          <p:val>
                                            <p:strVal val="#ppt_x"/>
                                          </p:val>
                                        </p:tav>
                                      </p:tavLst>
                                    </p:anim>
                                    <p:anim calcmode="lin" valueType="num">
                                      <p:cBhvr additive="base">
                                        <p:cTn id="34" dur="550" fill="hold"/>
                                        <p:tgtEl>
                                          <p:spTgt spid="9"/>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39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550"/>
                                        <p:tgtEl>
                                          <p:spTgt spid="10"/>
                                        </p:tgtEl>
                                      </p:cBhvr>
                                    </p:animEffect>
                                    <p:anim calcmode="lin" valueType="num">
                                      <p:cBhvr additive="base">
                                        <p:cTn id="38" dur="550" fill="hold"/>
                                        <p:tgtEl>
                                          <p:spTgt spid="10"/>
                                        </p:tgtEl>
                                        <p:attrNameLst>
                                          <p:attrName>ppt_x</p:attrName>
                                        </p:attrNameLst>
                                      </p:cBhvr>
                                      <p:tavLst>
                                        <p:tav tm="0">
                                          <p:val>
                                            <p:strVal val="#ppt_x"/>
                                          </p:val>
                                        </p:tav>
                                        <p:tav tm="100000">
                                          <p:val>
                                            <p:strVal val="#ppt_x"/>
                                          </p:val>
                                        </p:tav>
                                      </p:tavLst>
                                    </p:anim>
                                    <p:anim calcmode="lin" valueType="num">
                                      <p:cBhvr additive="base">
                                        <p:cTn id="39" dur="550" fill="hold"/>
                                        <p:tgtEl>
                                          <p:spTgt spid="10"/>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39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50"/>
                                        <p:tgtEl>
                                          <p:spTgt spid="11"/>
                                        </p:tgtEl>
                                      </p:cBhvr>
                                    </p:animEffect>
                                    <p:anim calcmode="lin" valueType="num">
                                      <p:cBhvr additive="base">
                                        <p:cTn id="43" dur="550" fill="hold"/>
                                        <p:tgtEl>
                                          <p:spTgt spid="11"/>
                                        </p:tgtEl>
                                        <p:attrNameLst>
                                          <p:attrName>ppt_x</p:attrName>
                                        </p:attrNameLst>
                                      </p:cBhvr>
                                      <p:tavLst>
                                        <p:tav tm="0">
                                          <p:val>
                                            <p:strVal val="#ppt_x"/>
                                          </p:val>
                                        </p:tav>
                                        <p:tav tm="100000">
                                          <p:val>
                                            <p:strVal val="#ppt_x"/>
                                          </p:val>
                                        </p:tav>
                                      </p:tavLst>
                                    </p:anim>
                                    <p:anim calcmode="lin" valueType="num">
                                      <p:cBhvr additive="base">
                                        <p:cTn id="44" dur="550" fill="hold"/>
                                        <p:tgtEl>
                                          <p:spTgt spid="11"/>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39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550"/>
                                        <p:tgtEl>
                                          <p:spTgt spid="12"/>
                                        </p:tgtEl>
                                      </p:cBhvr>
                                    </p:animEffect>
                                    <p:anim calcmode="lin" valueType="num">
                                      <p:cBhvr additive="base">
                                        <p:cTn id="48" dur="550" fill="hold"/>
                                        <p:tgtEl>
                                          <p:spTgt spid="12"/>
                                        </p:tgtEl>
                                        <p:attrNameLst>
                                          <p:attrName>ppt_x</p:attrName>
                                        </p:attrNameLst>
                                      </p:cBhvr>
                                      <p:tavLst>
                                        <p:tav tm="0">
                                          <p:val>
                                            <p:strVal val="#ppt_x"/>
                                          </p:val>
                                        </p:tav>
                                        <p:tav tm="100000">
                                          <p:val>
                                            <p:strVal val="#ppt_x"/>
                                          </p:val>
                                        </p:tav>
                                      </p:tavLst>
                                    </p:anim>
                                    <p:anim calcmode="lin" valueType="num">
                                      <p:cBhvr additive="base">
                                        <p:cTn id="49" dur="550" fill="hold"/>
                                        <p:tgtEl>
                                          <p:spTgt spid="12"/>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39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550"/>
                                        <p:tgtEl>
                                          <p:spTgt spid="13"/>
                                        </p:tgtEl>
                                      </p:cBhvr>
                                    </p:animEffect>
                                    <p:anim calcmode="lin" valueType="num">
                                      <p:cBhvr additive="base">
                                        <p:cTn id="53" dur="550" fill="hold"/>
                                        <p:tgtEl>
                                          <p:spTgt spid="13"/>
                                        </p:tgtEl>
                                        <p:attrNameLst>
                                          <p:attrName>ppt_x</p:attrName>
                                        </p:attrNameLst>
                                      </p:cBhvr>
                                      <p:tavLst>
                                        <p:tav tm="0">
                                          <p:val>
                                            <p:strVal val="#ppt_x"/>
                                          </p:val>
                                        </p:tav>
                                        <p:tav tm="100000">
                                          <p:val>
                                            <p:strVal val="#ppt_x"/>
                                          </p:val>
                                        </p:tav>
                                      </p:tavLst>
                                    </p:anim>
                                    <p:anim calcmode="lin" valueType="num">
                                      <p:cBhvr additive="base">
                                        <p:cTn id="54" dur="550" fill="hold"/>
                                        <p:tgtEl>
                                          <p:spTgt spid="13"/>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390"/>
                                  </p:stCondLst>
                                  <p:childTnLst>
                                    <p:set>
                                      <p:cBhvr>
                                        <p:cTn id="56" dur="1" fill="hold">
                                          <p:stCondLst>
                                            <p:cond delay="0"/>
                                          </p:stCondLst>
                                        </p:cTn>
                                        <p:tgtEl>
                                          <p:spTgt spid="14"/>
                                        </p:tgtEl>
                                        <p:attrNameLst>
                                          <p:attrName>style.visibility</p:attrName>
                                        </p:attrNameLst>
                                      </p:cBhvr>
                                      <p:to>
                                        <p:strVal val="visible"/>
                                      </p:to>
                                    </p:set>
                                    <p:animEffect transition="in" filter="fade">
                                      <p:cBhvr>
                                        <p:cTn id="57" dur="550"/>
                                        <p:tgtEl>
                                          <p:spTgt spid="14"/>
                                        </p:tgtEl>
                                      </p:cBhvr>
                                    </p:animEffect>
                                    <p:anim calcmode="lin" valueType="num">
                                      <p:cBhvr additive="base">
                                        <p:cTn id="58" dur="550" fill="hold"/>
                                        <p:tgtEl>
                                          <p:spTgt spid="14"/>
                                        </p:tgtEl>
                                        <p:attrNameLst>
                                          <p:attrName>ppt_x</p:attrName>
                                        </p:attrNameLst>
                                      </p:cBhvr>
                                      <p:tavLst>
                                        <p:tav tm="0">
                                          <p:val>
                                            <p:strVal val="#ppt_x"/>
                                          </p:val>
                                        </p:tav>
                                        <p:tav tm="100000">
                                          <p:val>
                                            <p:strVal val="#ppt_x"/>
                                          </p:val>
                                        </p:tav>
                                      </p:tavLst>
                                    </p:anim>
                                    <p:anim calcmode="lin" valueType="num">
                                      <p:cBhvr additive="base">
                                        <p:cTn id="59" dur="550" fill="hold"/>
                                        <p:tgtEl>
                                          <p:spTgt spid="14"/>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510"/>
                                  </p:stCondLst>
                                  <p:childTnLst>
                                    <p:set>
                                      <p:cBhvr>
                                        <p:cTn id="61" dur="1" fill="hold">
                                          <p:stCondLst>
                                            <p:cond delay="0"/>
                                          </p:stCondLst>
                                        </p:cTn>
                                        <p:tgtEl>
                                          <p:spTgt spid="15"/>
                                        </p:tgtEl>
                                        <p:attrNameLst>
                                          <p:attrName>style.visibility</p:attrName>
                                        </p:attrNameLst>
                                      </p:cBhvr>
                                      <p:to>
                                        <p:strVal val="visible"/>
                                      </p:to>
                                    </p:set>
                                    <p:animEffect transition="in" filter="fade">
                                      <p:cBhvr>
                                        <p:cTn id="62" dur="550"/>
                                        <p:tgtEl>
                                          <p:spTgt spid="15"/>
                                        </p:tgtEl>
                                      </p:cBhvr>
                                    </p:animEffect>
                                    <p:anim calcmode="lin" valueType="num">
                                      <p:cBhvr additive="base">
                                        <p:cTn id="63" dur="550" fill="hold"/>
                                        <p:tgtEl>
                                          <p:spTgt spid="15"/>
                                        </p:tgtEl>
                                        <p:attrNameLst>
                                          <p:attrName>ppt_x</p:attrName>
                                        </p:attrNameLst>
                                      </p:cBhvr>
                                      <p:tavLst>
                                        <p:tav tm="0">
                                          <p:val>
                                            <p:strVal val="#ppt_x"/>
                                          </p:val>
                                        </p:tav>
                                        <p:tav tm="100000">
                                          <p:val>
                                            <p:strVal val="#ppt_x"/>
                                          </p:val>
                                        </p:tav>
                                      </p:tavLst>
                                    </p:anim>
                                    <p:anim calcmode="lin" valueType="num">
                                      <p:cBhvr additive="base">
                                        <p:cTn id="64" dur="550" fill="hold"/>
                                        <p:tgtEl>
                                          <p:spTgt spid="15"/>
                                        </p:tgtEl>
                                        <p:attrNameLst>
                                          <p:attrName>ppt_y</p:attrName>
                                        </p:attrNameLst>
                                      </p:cBhvr>
                                      <p:tavLst>
                                        <p:tav tm="0">
                                          <p:val>
                                            <p:strVal val="#ppt_y+.1"/>
                                          </p:val>
                                        </p:tav>
                                        <p:tav tm="100000">
                                          <p:val>
                                            <p:strVal val="#ppt_y"/>
                                          </p:val>
                                        </p:tav>
                                      </p:tavLst>
                                    </p:anim>
                                  </p:childTnLst>
                                </p:cTn>
                              </p:par>
                              <p:par>
                                <p:cTn id="65" presetID="42" presetClass="entr" presetSubtype="0" fill="hold" nodeType="withEffect">
                                  <p:stCondLst>
                                    <p:cond delay="510"/>
                                  </p:stCondLst>
                                  <p:childTnLst>
                                    <p:set>
                                      <p:cBhvr>
                                        <p:cTn id="66" dur="1" fill="hold">
                                          <p:stCondLst>
                                            <p:cond delay="0"/>
                                          </p:stCondLst>
                                        </p:cTn>
                                        <p:tgtEl>
                                          <p:spTgt spid="16"/>
                                        </p:tgtEl>
                                        <p:attrNameLst>
                                          <p:attrName>style.visibility</p:attrName>
                                        </p:attrNameLst>
                                      </p:cBhvr>
                                      <p:to>
                                        <p:strVal val="visible"/>
                                      </p:to>
                                    </p:set>
                                    <p:animEffect transition="in" filter="fade">
                                      <p:cBhvr>
                                        <p:cTn id="67" dur="550"/>
                                        <p:tgtEl>
                                          <p:spTgt spid="16"/>
                                        </p:tgtEl>
                                      </p:cBhvr>
                                    </p:animEffect>
                                    <p:anim calcmode="lin" valueType="num">
                                      <p:cBhvr additive="base">
                                        <p:cTn id="68" dur="550" fill="hold"/>
                                        <p:tgtEl>
                                          <p:spTgt spid="16"/>
                                        </p:tgtEl>
                                        <p:attrNameLst>
                                          <p:attrName>ppt_x</p:attrName>
                                        </p:attrNameLst>
                                      </p:cBhvr>
                                      <p:tavLst>
                                        <p:tav tm="0">
                                          <p:val>
                                            <p:strVal val="#ppt_x"/>
                                          </p:val>
                                        </p:tav>
                                        <p:tav tm="100000">
                                          <p:val>
                                            <p:strVal val="#ppt_x"/>
                                          </p:val>
                                        </p:tav>
                                      </p:tavLst>
                                    </p:anim>
                                    <p:anim calcmode="lin" valueType="num">
                                      <p:cBhvr additive="base">
                                        <p:cTn id="69" dur="550" fill="hold"/>
                                        <p:tgtEl>
                                          <p:spTgt spid="16"/>
                                        </p:tgtEl>
                                        <p:attrNameLst>
                                          <p:attrName>ppt_y</p:attrName>
                                        </p:attrNameLst>
                                      </p:cBhvr>
                                      <p:tavLst>
                                        <p:tav tm="0">
                                          <p:val>
                                            <p:strVal val="#ppt_y+.1"/>
                                          </p:val>
                                        </p:tav>
                                        <p:tav tm="100000">
                                          <p:val>
                                            <p:strVal val="#ppt_y"/>
                                          </p:val>
                                        </p:tav>
                                      </p:tavLst>
                                    </p:anim>
                                  </p:childTnLst>
                                </p:cTn>
                              </p:par>
                              <p:par>
                                <p:cTn id="70" presetID="42" presetClass="entr" presetSubtype="0" fill="hold" nodeType="withEffect">
                                  <p:stCondLst>
                                    <p:cond delay="510"/>
                                  </p:stCondLst>
                                  <p:childTnLst>
                                    <p:set>
                                      <p:cBhvr>
                                        <p:cTn id="71" dur="1" fill="hold">
                                          <p:stCondLst>
                                            <p:cond delay="0"/>
                                          </p:stCondLst>
                                        </p:cTn>
                                        <p:tgtEl>
                                          <p:spTgt spid="17"/>
                                        </p:tgtEl>
                                        <p:attrNameLst>
                                          <p:attrName>style.visibility</p:attrName>
                                        </p:attrNameLst>
                                      </p:cBhvr>
                                      <p:to>
                                        <p:strVal val="visible"/>
                                      </p:to>
                                    </p:set>
                                    <p:animEffect transition="in" filter="fade">
                                      <p:cBhvr>
                                        <p:cTn id="72" dur="550"/>
                                        <p:tgtEl>
                                          <p:spTgt spid="17"/>
                                        </p:tgtEl>
                                      </p:cBhvr>
                                    </p:animEffect>
                                    <p:anim calcmode="lin" valueType="num">
                                      <p:cBhvr additive="base">
                                        <p:cTn id="73" dur="550" fill="hold"/>
                                        <p:tgtEl>
                                          <p:spTgt spid="17"/>
                                        </p:tgtEl>
                                        <p:attrNameLst>
                                          <p:attrName>ppt_x</p:attrName>
                                        </p:attrNameLst>
                                      </p:cBhvr>
                                      <p:tavLst>
                                        <p:tav tm="0">
                                          <p:val>
                                            <p:strVal val="#ppt_x"/>
                                          </p:val>
                                        </p:tav>
                                        <p:tav tm="100000">
                                          <p:val>
                                            <p:strVal val="#ppt_x"/>
                                          </p:val>
                                        </p:tav>
                                      </p:tavLst>
                                    </p:anim>
                                    <p:anim calcmode="lin" valueType="num">
                                      <p:cBhvr additive="base">
                                        <p:cTn id="74" dur="550" fill="hold"/>
                                        <p:tgtEl>
                                          <p:spTgt spid="17"/>
                                        </p:tgtEl>
                                        <p:attrNameLst>
                                          <p:attrName>ppt_y</p:attrName>
                                        </p:attrNameLst>
                                      </p:cBhvr>
                                      <p:tavLst>
                                        <p:tav tm="0">
                                          <p:val>
                                            <p:strVal val="#ppt_y+.1"/>
                                          </p:val>
                                        </p:tav>
                                        <p:tav tm="100000">
                                          <p:val>
                                            <p:strVal val="#ppt_y"/>
                                          </p:val>
                                        </p:tav>
                                      </p:tavLst>
                                    </p:anim>
                                  </p:childTnLst>
                                </p:cTn>
                              </p:par>
                              <p:par>
                                <p:cTn id="75" presetID="42" presetClass="entr" presetSubtype="0" fill="hold" nodeType="withEffect">
                                  <p:stCondLst>
                                    <p:cond delay="510"/>
                                  </p:stCondLst>
                                  <p:childTnLst>
                                    <p:set>
                                      <p:cBhvr>
                                        <p:cTn id="76" dur="1" fill="hold">
                                          <p:stCondLst>
                                            <p:cond delay="0"/>
                                          </p:stCondLst>
                                        </p:cTn>
                                        <p:tgtEl>
                                          <p:spTgt spid="18"/>
                                        </p:tgtEl>
                                        <p:attrNameLst>
                                          <p:attrName>style.visibility</p:attrName>
                                        </p:attrNameLst>
                                      </p:cBhvr>
                                      <p:to>
                                        <p:strVal val="visible"/>
                                      </p:to>
                                    </p:set>
                                    <p:animEffect transition="in" filter="fade">
                                      <p:cBhvr>
                                        <p:cTn id="77" dur="550"/>
                                        <p:tgtEl>
                                          <p:spTgt spid="18"/>
                                        </p:tgtEl>
                                      </p:cBhvr>
                                    </p:animEffect>
                                    <p:anim calcmode="lin" valueType="num">
                                      <p:cBhvr additive="base">
                                        <p:cTn id="78" dur="550" fill="hold"/>
                                        <p:tgtEl>
                                          <p:spTgt spid="18"/>
                                        </p:tgtEl>
                                        <p:attrNameLst>
                                          <p:attrName>ppt_x</p:attrName>
                                        </p:attrNameLst>
                                      </p:cBhvr>
                                      <p:tavLst>
                                        <p:tav tm="0">
                                          <p:val>
                                            <p:strVal val="#ppt_x"/>
                                          </p:val>
                                        </p:tav>
                                        <p:tav tm="100000">
                                          <p:val>
                                            <p:strVal val="#ppt_x"/>
                                          </p:val>
                                        </p:tav>
                                      </p:tavLst>
                                    </p:anim>
                                    <p:anim calcmode="lin" valueType="num">
                                      <p:cBhvr additive="base">
                                        <p:cTn id="79" dur="550" fill="hold"/>
                                        <p:tgtEl>
                                          <p:spTgt spid="18"/>
                                        </p:tgtEl>
                                        <p:attrNameLst>
                                          <p:attrName>ppt_y</p:attrName>
                                        </p:attrNameLst>
                                      </p:cBhvr>
                                      <p:tavLst>
                                        <p:tav tm="0">
                                          <p:val>
                                            <p:strVal val="#ppt_y+.1"/>
                                          </p:val>
                                        </p:tav>
                                        <p:tav tm="100000">
                                          <p:val>
                                            <p:strVal val="#ppt_y"/>
                                          </p:val>
                                        </p:tav>
                                      </p:tavLst>
                                    </p:anim>
                                  </p:childTnLst>
                                </p:cTn>
                              </p:par>
                              <p:par>
                                <p:cTn id="80" presetID="42" presetClass="entr" presetSubtype="0" fill="hold" nodeType="withEffect">
                                  <p:stCondLst>
                                    <p:cond delay="510"/>
                                  </p:stCondLst>
                                  <p:childTnLst>
                                    <p:set>
                                      <p:cBhvr>
                                        <p:cTn id="81" dur="1" fill="hold">
                                          <p:stCondLst>
                                            <p:cond delay="0"/>
                                          </p:stCondLst>
                                        </p:cTn>
                                        <p:tgtEl>
                                          <p:spTgt spid="19"/>
                                        </p:tgtEl>
                                        <p:attrNameLst>
                                          <p:attrName>style.visibility</p:attrName>
                                        </p:attrNameLst>
                                      </p:cBhvr>
                                      <p:to>
                                        <p:strVal val="visible"/>
                                      </p:to>
                                    </p:set>
                                    <p:animEffect transition="in" filter="fade">
                                      <p:cBhvr>
                                        <p:cTn id="82" dur="550"/>
                                        <p:tgtEl>
                                          <p:spTgt spid="19"/>
                                        </p:tgtEl>
                                      </p:cBhvr>
                                    </p:animEffect>
                                    <p:anim calcmode="lin" valueType="num">
                                      <p:cBhvr additive="base">
                                        <p:cTn id="83" dur="550" fill="hold"/>
                                        <p:tgtEl>
                                          <p:spTgt spid="19"/>
                                        </p:tgtEl>
                                        <p:attrNameLst>
                                          <p:attrName>ppt_x</p:attrName>
                                        </p:attrNameLst>
                                      </p:cBhvr>
                                      <p:tavLst>
                                        <p:tav tm="0">
                                          <p:val>
                                            <p:strVal val="#ppt_x"/>
                                          </p:val>
                                        </p:tav>
                                        <p:tav tm="100000">
                                          <p:val>
                                            <p:strVal val="#ppt_x"/>
                                          </p:val>
                                        </p:tav>
                                      </p:tavLst>
                                    </p:anim>
                                    <p:anim calcmode="lin" valueType="num">
                                      <p:cBhvr additive="base">
                                        <p:cTn id="84" dur="550" fill="hold"/>
                                        <p:tgtEl>
                                          <p:spTgt spid="19"/>
                                        </p:tgtEl>
                                        <p:attrNameLst>
                                          <p:attrName>ppt_y</p:attrName>
                                        </p:attrNameLst>
                                      </p:cBhvr>
                                      <p:tavLst>
                                        <p:tav tm="0">
                                          <p:val>
                                            <p:strVal val="#ppt_y+.1"/>
                                          </p:val>
                                        </p:tav>
                                        <p:tav tm="100000">
                                          <p:val>
                                            <p:strVal val="#ppt_y"/>
                                          </p:val>
                                        </p:tav>
                                      </p:tavLst>
                                    </p:anim>
                                  </p:childTnLst>
                                </p:cTn>
                              </p:par>
                              <p:par>
                                <p:cTn id="85" presetID="53" presetClass="entr" presetSubtype="16" fill="hold" nodeType="withEffect">
                                  <p:stCondLst>
                                    <p:cond delay="910"/>
                                  </p:stCondLst>
                                  <p:childTnLst>
                                    <p:set>
                                      <p:cBhvr>
                                        <p:cTn id="86" dur="1" fill="hold">
                                          <p:stCondLst>
                                            <p:cond delay="0"/>
                                          </p:stCondLst>
                                        </p:cTn>
                                        <p:tgtEl>
                                          <p:spTgt spid="20"/>
                                        </p:tgtEl>
                                        <p:attrNameLst>
                                          <p:attrName>style.visibility</p:attrName>
                                        </p:attrNameLst>
                                      </p:cBhvr>
                                      <p:to>
                                        <p:strVal val="visible"/>
                                      </p:to>
                                    </p:set>
                                    <p:anim calcmode="lin" valueType="num">
                                      <p:cBhvr additive="base">
                                        <p:cTn id="87" dur="420" fill="hold"/>
                                        <p:tgtEl>
                                          <p:spTgt spid="20"/>
                                        </p:tgtEl>
                                        <p:attrNameLst>
                                          <p:attrName>ppt_w</p:attrName>
                                        </p:attrNameLst>
                                      </p:cBhvr>
                                      <p:tavLst>
                                        <p:tav tm="0">
                                          <p:val>
                                            <p:fltVal val="0"/>
                                          </p:val>
                                        </p:tav>
                                        <p:tav tm="100000">
                                          <p:val>
                                            <p:strVal val="#ppt_w"/>
                                          </p:val>
                                        </p:tav>
                                      </p:tavLst>
                                    </p:anim>
                                    <p:anim calcmode="lin" valueType="num">
                                      <p:cBhvr additive="base">
                                        <p:cTn id="88" dur="420" fill="hold"/>
                                        <p:tgtEl>
                                          <p:spTgt spid="20"/>
                                        </p:tgtEl>
                                        <p:attrNameLst>
                                          <p:attrName>ppt_h</p:attrName>
                                        </p:attrNameLst>
                                      </p:cBhvr>
                                      <p:tavLst>
                                        <p:tav tm="0">
                                          <p:val>
                                            <p:fltVal val="0"/>
                                          </p:val>
                                        </p:tav>
                                        <p:tav tm="100000">
                                          <p:val>
                                            <p:strVal val="#ppt_h"/>
                                          </p:val>
                                        </p:tav>
                                      </p:tavLst>
                                    </p:anim>
                                    <p:animEffect transition="in" filter="fade">
                                      <p:cBhvr>
                                        <p:cTn id="89" dur="42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E50FF"/>
        </a:solidFill>
      </p:bgPr>
    </p:bg>
    <p:spTree>
      <p:nvGrpSpPr>
        <p:cNvPr id="1" name=""/>
        <p:cNvGrpSpPr/>
        <p:nvPr/>
      </p:nvGrpSpPr>
      <p:grpSpPr>
        <a:xfrm>
          <a:off x="0" y="0"/>
          <a:ext cx="0" cy="0"/>
          <a:chOff x="0" y="0"/>
          <a:chExt cx="0" cy="0"/>
        </a:xfrm>
      </p:grpSpPr>
      <p:pic>
        <p:nvPicPr>
          <p:cNvPr id="2" name="anim:4:zoom:0" descr="preencoded.png">    </p:cNvPr>
          <p:cNvPicPr>
            <a:picLocks noChangeAspect="1"/>
          </p:cNvPicPr>
          <p:nvPr/>
        </p:nvPicPr>
        <p:blipFill>
          <a:blip r:embed="rId1"/>
          <a:stretch>
            <a:fillRect/>
          </a:stretch>
        </p:blipFill>
        <p:spPr>
          <a:xfrm rot="1200000">
            <a:off x="9418320" y="822960"/>
            <a:ext cx="1737360" cy="1737360"/>
          </a:xfrm>
          <a:prstGeom prst="rect">
            <a:avLst/>
          </a:prstGeom>
        </p:spPr>
      </p:pic>
      <p:sp>
        <p:nvSpPr>
          <p:cNvPr id="3" name="anim:1:zoom:0"/>
          <p:cNvSpPr txBox="1"/>
          <p:nvPr/>
        </p:nvSpPr>
        <p:spPr>
          <a:xfrm rot="-120000">
            <a:off x="822960" y="1737360"/>
            <a:ext cx="7680960" cy="1737360"/>
          </a:xfrm>
          <a:prstGeom prst="roundRect">
            <a:avLst>
              <a:gd name="adj" fmla="val 7368"/>
            </a:avLst>
          </a:prstGeom>
          <a:solidFill>
            <a:srgbClr val="FFFFFF"/>
          </a:solidFill>
          <a:ln w="44450">
            <a:solidFill>
              <a:srgbClr val="000000"/>
            </a:solidFill>
          </a:ln>
          <a:effectLst>
            <a:outerShdw sx="100000" sy="100000" kx="0" ky="0" algn="bl" rotWithShape="0" blurRad="101600" dist="127000" dir="2700000">
              <a:srgbClr val="000000">
                <a:alpha val="100000"/>
              </a:srgbClr>
            </a:outerShdw>
          </a:effectLst>
        </p:spPr>
        <p:txBody>
          <a:bodyPr wrap="square" lIns="0" tIns="0" rIns="0" bIns="0" rtlCol="0" anchor="ctr"/>
          <a:lstStyle/>
          <a:p>
            <a:pPr algn="ctr" indent="0" marL="0">
              <a:buNone/>
            </a:pPr>
            <a:r>
              <a:rPr lang="en-US" sz="7000" b="1" dirty="0">
                <a:solidFill>
                  <a:srgbClr val="000000"/>
                </a:solidFill>
                <a:latin typeface="Arial" pitchFamily="34" charset="0"/>
                <a:ea typeface="Arial" pitchFamily="34" charset="-122"/>
                <a:cs typeface="Arial" pitchFamily="34" charset="-120"/>
              </a:rPr>
              <a:t>SALAMAT PO!</a:t>
            </a:r>
            <a:endParaRPr lang="en-US" sz="7000" dirty="0"/>
          </a:p>
        </p:txBody>
      </p:sp>
      <p:sp>
        <p:nvSpPr>
          <p:cNvPr id="4" name="anim:2:float:0"/>
          <p:cNvSpPr txBox="1"/>
          <p:nvPr/>
        </p:nvSpPr>
        <p:spPr>
          <a:xfrm rot="120000">
            <a:off x="2011680" y="3886200"/>
            <a:ext cx="5669280" cy="685800"/>
          </a:xfrm>
          <a:prstGeom prst="roundRect">
            <a:avLst>
              <a:gd name="adj" fmla="val 13333"/>
            </a:avLst>
          </a:prstGeom>
          <a:solidFill>
            <a:srgbClr val="FFE600"/>
          </a:solidFill>
          <a:ln w="31750">
            <a:solidFill>
              <a:srgbClr val="000000"/>
            </a:solidFill>
          </a:ln>
          <a:effectLst>
            <a:outerShdw sx="100000" sy="100000" kx="0" ky="0" algn="bl" rotWithShape="0" blurRad="101600" dist="63500" dir="2700000">
              <a:srgbClr val="000000">
                <a:alpha val="100000"/>
              </a:srgbClr>
            </a:outerShdw>
          </a:effectLst>
        </p:spPr>
        <p:txBody>
          <a:bodyPr wrap="square" lIns="0" tIns="0" rIns="0" bIns="0" rtlCol="0" anchor="ctr"/>
          <a:lstStyle/>
          <a:p>
            <a:pPr algn="ctr" indent="0" marL="0">
              <a:buNone/>
            </a:pPr>
            <a:r>
              <a:rPr lang="en-US" sz="1800" b="1" dirty="0">
                <a:solidFill>
                  <a:srgbClr val="000000"/>
                </a:solidFill>
                <a:latin typeface="Arial" pitchFamily="34" charset="0"/>
                <a:ea typeface="Arial" pitchFamily="34" charset="-122"/>
                <a:cs typeface="Arial" pitchFamily="34" charset="-120"/>
              </a:rPr>
              <a:t>QUESTIONS? SUGGESTIONS? WE'RE READY.</a:t>
            </a:r>
            <a:endParaRPr lang="en-US" sz="1800" dirty="0"/>
          </a:p>
        </p:txBody>
      </p:sp>
      <p:sp>
        <p:nvSpPr>
          <p:cNvPr id="5" name="anim:3:fade:0"/>
          <p:cNvSpPr txBox="1"/>
          <p:nvPr/>
        </p:nvSpPr>
        <p:spPr>
          <a:xfrm>
            <a:off x="822960" y="5212080"/>
            <a:ext cx="8229600" cy="822960"/>
          </a:xfrm>
          <a:prstGeom prst="rect">
            <a:avLst/>
          </a:prstGeom>
          <a:noFill/>
          <a:ln/>
        </p:spPr>
        <p:txBody>
          <a:bodyPr wrap="square" lIns="0" tIns="0" rIns="0" bIns="0" rtlCol="0" anchor="t"/>
          <a:lstStyle/>
          <a:p>
            <a:pPr indent="0" marL="0">
              <a:buNone/>
            </a:pPr>
            <a:r>
              <a:rPr lang="en-US" sz="1400" b="1" dirty="0">
                <a:solidFill>
                  <a:srgbClr val="FFE600"/>
                </a:solidFill>
                <a:latin typeface="Arial" pitchFamily="34" charset="0"/>
                <a:ea typeface="Arial" pitchFamily="34" charset="-122"/>
                <a:cs typeface="Arial" pitchFamily="34" charset="-120"/>
              </a:rPr>
              <a:t>BARBERBOOK PH</a:t>
            </a:r>
            <a:endParaRPr lang="en-US" sz="1400" dirty="0"/>
          </a:p>
          <a:p>
            <a:pPr indent="0" marL="0">
              <a:buNone/>
            </a:pPr>
            <a:r>
              <a:rPr lang="en-US" sz="1400" dirty="0">
                <a:solidFill>
                  <a:srgbClr val="000000"/>
                </a:solidFill>
                <a:highlight>
                  <a:srgbClr val="FFFF00"/>
                </a:highlight>
                <a:latin typeface="Arial" pitchFamily="34" charset="0"/>
                <a:ea typeface="Arial" pitchFamily="34" charset="-122"/>
                <a:cs typeface="Arial" pitchFamily="34" charset="-120"/>
              </a:rPr>
              <a:t>[Member 1]  ·  [Member 2]  ·  [Member 3]  ·  [Member 4]</a:t>
            </a:r>
            <a:endParaRPr lang="en-US" sz="1400" dirty="0"/>
          </a:p>
        </p:txBody>
      </p:sp>
    </p:spTree>
  </p:cSld>
  <p:clrMapOvr>
    <a:masterClrMapping/>
  </p:clrMapOvr>
  <p:transition spd="med">
    <p:split orient="horz" dir="o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420" fill="hold"/>
                                        <p:tgtEl>
                                          <p:spTgt spid="3"/>
                                        </p:tgtEl>
                                        <p:attrNameLst>
                                          <p:attrName>ppt_w</p:attrName>
                                        </p:attrNameLst>
                                      </p:cBhvr>
                                      <p:tavLst>
                                        <p:tav tm="0">
                                          <p:val>
                                            <p:fltVal val="0"/>
                                          </p:val>
                                        </p:tav>
                                        <p:tav tm="100000">
                                          <p:val>
                                            <p:strVal val="#ppt_w"/>
                                          </p:val>
                                        </p:tav>
                                      </p:tavLst>
                                    </p:anim>
                                    <p:anim calcmode="lin" valueType="num">
                                      <p:cBhvr additive="base">
                                        <p:cTn id="8" dur="420" fill="hold"/>
                                        <p:tgtEl>
                                          <p:spTgt spid="3"/>
                                        </p:tgtEl>
                                        <p:attrNameLst>
                                          <p:attrName>ppt_h</p:attrName>
                                        </p:attrNameLst>
                                      </p:cBhvr>
                                      <p:tavLst>
                                        <p:tav tm="0">
                                          <p:val>
                                            <p:fltVal val="0"/>
                                          </p:val>
                                        </p:tav>
                                        <p:tav tm="100000">
                                          <p:val>
                                            <p:strVal val="#ppt_h"/>
                                          </p:val>
                                        </p:tav>
                                      </p:tavLst>
                                    </p:anim>
                                    <p:animEffect transition="in" filter="fade">
                                      <p:cBhvr>
                                        <p:cTn id="9" dur="420"/>
                                        <p:tgtEl>
                                          <p:spTgt spid="3"/>
                                        </p:tgtEl>
                                      </p:cBhvr>
                                    </p:animEffect>
                                  </p:childTnLst>
                                </p:cTn>
                              </p:par>
                              <p:par>
                                <p:cTn id="10" presetID="42" presetClass="entr" presetSubtype="0" fill="hold" nodeType="withEffect">
                                  <p:stCondLst>
                                    <p:cond delay="27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50"/>
                                        <p:tgtEl>
                                          <p:spTgt spid="4"/>
                                        </p:tgtEl>
                                      </p:cBhvr>
                                    </p:animEffect>
                                    <p:anim calcmode="lin" valueType="num">
                                      <p:cBhvr additive="base">
                                        <p:cTn id="13" dur="550" fill="hold"/>
                                        <p:tgtEl>
                                          <p:spTgt spid="4"/>
                                        </p:tgtEl>
                                        <p:attrNameLst>
                                          <p:attrName>ppt_x</p:attrName>
                                        </p:attrNameLst>
                                      </p:cBhvr>
                                      <p:tavLst>
                                        <p:tav tm="0">
                                          <p:val>
                                            <p:strVal val="#ppt_x"/>
                                          </p:val>
                                        </p:tav>
                                        <p:tav tm="100000">
                                          <p:val>
                                            <p:strVal val="#ppt_x"/>
                                          </p:val>
                                        </p:tav>
                                      </p:tavLst>
                                    </p:anim>
                                    <p:anim calcmode="lin" valueType="num">
                                      <p:cBhvr additive="base">
                                        <p:cTn id="14" dur="550" fill="hold"/>
                                        <p:tgtEl>
                                          <p:spTgt spid="4"/>
                                        </p:tgtEl>
                                        <p:attrNameLst>
                                          <p:attrName>ppt_y</p:attrName>
                                        </p:attrNameLst>
                                      </p:cBhvr>
                                      <p:tavLst>
                                        <p:tav tm="0">
                                          <p:val>
                                            <p:strVal val="#ppt_y+.1"/>
                                          </p:val>
                                        </p:tav>
                                        <p:tav tm="100000">
                                          <p:val>
                                            <p:strVal val="#ppt_y"/>
                                          </p:val>
                                        </p:tav>
                                      </p:tavLst>
                                    </p:anim>
                                  </p:childTnLst>
                                </p:cTn>
                              </p:par>
                              <p:par>
                                <p:cTn id="15" presetID="10" presetClass="entr" presetSubtype="0" fill="hold" nodeType="withEffect">
                                  <p:stCondLst>
                                    <p:cond delay="67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50"/>
                                        <p:tgtEl>
                                          <p:spTgt spid="5"/>
                                        </p:tgtEl>
                                      </p:cBhvr>
                                    </p:animEffect>
                                  </p:childTnLst>
                                </p:cTn>
                              </p:par>
                              <p:par>
                                <p:cTn id="18" presetID="53" presetClass="entr" presetSubtype="16" fill="hold" nodeType="withEffect">
                                  <p:stCondLst>
                                    <p:cond delay="970"/>
                                  </p:stCondLst>
                                  <p:childTnLst>
                                    <p:set>
                                      <p:cBhvr>
                                        <p:cTn id="19" dur="1" fill="hold">
                                          <p:stCondLst>
                                            <p:cond delay="0"/>
                                          </p:stCondLst>
                                        </p:cTn>
                                        <p:tgtEl>
                                          <p:spTgt spid="2"/>
                                        </p:tgtEl>
                                        <p:attrNameLst>
                                          <p:attrName>style.visibility</p:attrName>
                                        </p:attrNameLst>
                                      </p:cBhvr>
                                      <p:to>
                                        <p:strVal val="visible"/>
                                      </p:to>
                                    </p:set>
                                    <p:anim calcmode="lin" valueType="num">
                                      <p:cBhvr additive="base">
                                        <p:cTn id="20" dur="420" fill="hold"/>
                                        <p:tgtEl>
                                          <p:spTgt spid="2"/>
                                        </p:tgtEl>
                                        <p:attrNameLst>
                                          <p:attrName>ppt_w</p:attrName>
                                        </p:attrNameLst>
                                      </p:cBhvr>
                                      <p:tavLst>
                                        <p:tav tm="0">
                                          <p:val>
                                            <p:fltVal val="0"/>
                                          </p:val>
                                        </p:tav>
                                        <p:tav tm="100000">
                                          <p:val>
                                            <p:strVal val="#ppt_w"/>
                                          </p:val>
                                        </p:tav>
                                      </p:tavLst>
                                    </p:anim>
                                    <p:anim calcmode="lin" valueType="num">
                                      <p:cBhvr additive="base">
                                        <p:cTn id="21" dur="420" fill="hold"/>
                                        <p:tgtEl>
                                          <p:spTgt spid="2"/>
                                        </p:tgtEl>
                                        <p:attrNameLst>
                                          <p:attrName>ppt_h</p:attrName>
                                        </p:attrNameLst>
                                      </p:cBhvr>
                                      <p:tavLst>
                                        <p:tav tm="0">
                                          <p:val>
                                            <p:fltVal val="0"/>
                                          </p:val>
                                        </p:tav>
                                        <p:tav tm="100000">
                                          <p:val>
                                            <p:strVal val="#ppt_h"/>
                                          </p:val>
                                        </p:tav>
                                      </p:tavLst>
                                    </p:anim>
                                    <p:animEffect transition="in" filter="fade">
                                      <p:cBhvr>
                                        <p:cTn id="22" dur="42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BarberBook PH Preliminary Presentation</dc:title>
  <dc:subject>PptxGenJS Presentation</dc:subject>
  <dc:creator>PptxGenJS</dc:creator>
  <cp:lastModifiedBy>PptxGenJS</cp:lastModifiedBy>
  <cp:revision>1</cp:revision>
  <dcterms:created xsi:type="dcterms:W3CDTF">2026-09-30T00:04:42Z</dcterms:created>
  <dcterms:modified xsi:type="dcterms:W3CDTF">2026-09-30T00:04:42Z</dcterms:modified>
</cp:coreProperties>
</file>